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notesSlides/notesSlide2.xml" ContentType="application/vnd.openxmlformats-officedocument.presentationml.notesSlide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notesSlides/notesSlide3.xml" ContentType="application/vnd.openxmlformats-officedocument.presentationml.notesSlide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6" r:id="rId2"/>
    <p:sldId id="285" r:id="rId3"/>
    <p:sldId id="281" r:id="rId4"/>
    <p:sldId id="270" r:id="rId5"/>
    <p:sldId id="387" r:id="rId6"/>
    <p:sldId id="384" r:id="rId7"/>
    <p:sldId id="265" r:id="rId8"/>
    <p:sldId id="385" r:id="rId9"/>
    <p:sldId id="386" r:id="rId10"/>
    <p:sldId id="373" r:id="rId11"/>
    <p:sldId id="391" r:id="rId12"/>
    <p:sldId id="372" r:id="rId13"/>
    <p:sldId id="393" r:id="rId14"/>
    <p:sldId id="388" r:id="rId15"/>
    <p:sldId id="392" r:id="rId16"/>
    <p:sldId id="374" r:id="rId17"/>
    <p:sldId id="375" r:id="rId18"/>
    <p:sldId id="394" r:id="rId19"/>
    <p:sldId id="395" r:id="rId20"/>
    <p:sldId id="397" r:id="rId21"/>
    <p:sldId id="396" r:id="rId22"/>
    <p:sldId id="398" r:id="rId23"/>
    <p:sldId id="399" r:id="rId24"/>
    <p:sldId id="400" r:id="rId25"/>
    <p:sldId id="401" r:id="rId26"/>
    <p:sldId id="402" r:id="rId27"/>
    <p:sldId id="403" r:id="rId28"/>
    <p:sldId id="376" r:id="rId29"/>
    <p:sldId id="413" r:id="rId30"/>
    <p:sldId id="437" r:id="rId31"/>
    <p:sldId id="438" r:id="rId32"/>
    <p:sldId id="439" r:id="rId33"/>
    <p:sldId id="440" r:id="rId34"/>
    <p:sldId id="441" r:id="rId35"/>
    <p:sldId id="444" r:id="rId36"/>
    <p:sldId id="445" r:id="rId37"/>
    <p:sldId id="415" r:id="rId38"/>
    <p:sldId id="442" r:id="rId39"/>
    <p:sldId id="443" r:id="rId40"/>
    <p:sldId id="377" r:id="rId41"/>
    <p:sldId id="414" r:id="rId42"/>
    <p:sldId id="416" r:id="rId43"/>
    <p:sldId id="378" r:id="rId44"/>
    <p:sldId id="351" r:id="rId45"/>
    <p:sldId id="419" r:id="rId46"/>
    <p:sldId id="379" r:id="rId47"/>
    <p:sldId id="420" r:id="rId48"/>
    <p:sldId id="417" r:id="rId49"/>
    <p:sldId id="380" r:id="rId50"/>
    <p:sldId id="434" r:id="rId51"/>
    <p:sldId id="435" r:id="rId52"/>
    <p:sldId id="421" r:id="rId53"/>
    <p:sldId id="436" r:id="rId54"/>
    <p:sldId id="381" r:id="rId55"/>
    <p:sldId id="422" r:id="rId56"/>
    <p:sldId id="418" r:id="rId57"/>
    <p:sldId id="423" r:id="rId58"/>
    <p:sldId id="382" r:id="rId59"/>
    <p:sldId id="446" r:id="rId60"/>
    <p:sldId id="424" r:id="rId61"/>
    <p:sldId id="366" r:id="rId62"/>
    <p:sldId id="369" r:id="rId63"/>
    <p:sldId id="368" r:id="rId64"/>
    <p:sldId id="389" r:id="rId65"/>
    <p:sldId id="390" r:id="rId66"/>
    <p:sldId id="464" r:id="rId67"/>
    <p:sldId id="370" r:id="rId68"/>
    <p:sldId id="405" r:id="rId69"/>
    <p:sldId id="406" r:id="rId70"/>
    <p:sldId id="407" r:id="rId71"/>
    <p:sldId id="408" r:id="rId72"/>
    <p:sldId id="409" r:id="rId73"/>
    <p:sldId id="410" r:id="rId74"/>
    <p:sldId id="411" r:id="rId75"/>
    <p:sldId id="412" r:id="rId76"/>
    <p:sldId id="371" r:id="rId77"/>
    <p:sldId id="426" r:id="rId78"/>
    <p:sldId id="427" r:id="rId79"/>
    <p:sldId id="428" r:id="rId80"/>
    <p:sldId id="429" r:id="rId81"/>
    <p:sldId id="430" r:id="rId82"/>
    <p:sldId id="431" r:id="rId83"/>
    <p:sldId id="432" r:id="rId84"/>
    <p:sldId id="433" r:id="rId85"/>
    <p:sldId id="447" r:id="rId86"/>
    <p:sldId id="448" r:id="rId87"/>
    <p:sldId id="449" r:id="rId88"/>
    <p:sldId id="452" r:id="rId89"/>
    <p:sldId id="453" r:id="rId90"/>
    <p:sldId id="466" r:id="rId91"/>
    <p:sldId id="450" r:id="rId92"/>
    <p:sldId id="454" r:id="rId93"/>
    <p:sldId id="455" r:id="rId94"/>
    <p:sldId id="456" r:id="rId95"/>
    <p:sldId id="457" r:id="rId96"/>
    <p:sldId id="458" r:id="rId97"/>
    <p:sldId id="459" r:id="rId98"/>
    <p:sldId id="460" r:id="rId99"/>
    <p:sldId id="461" r:id="rId100"/>
    <p:sldId id="451" r:id="rId101"/>
    <p:sldId id="462" r:id="rId102"/>
    <p:sldId id="463" r:id="rId103"/>
    <p:sldId id="465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1:02:3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 1109 24575,'-13'-1'0,"0"0"0,0-2 0,0 1 0,0-1 0,0-1 0,1-1 0,-1 1 0,1-2 0,-12-7 0,-18-12 0,-41-31 0,76 50 0,-12-8 0,2-2 0,-27-29 0,-16-16 0,47 48 0,2 0 0,0-1 0,1 0 0,0-1 0,1 0 0,1-1 0,-7-18 0,10 21 0,0 0 0,1 0 0,1 0 0,0-1 0,1 1 0,0-18 0,3-87 0,1 59 0,-2 44 0,1 1 0,1-1 0,0 1 0,0 0 0,2-1 0,-1 2 0,2-1 0,0 0 0,1 1 0,0 0 0,1 0 0,0 1 0,1-1 0,1 2 0,0-1 0,0 1 0,1 1 0,0 0 0,1 0 0,17-12 0,-14 11 0,1-1 0,0 2 0,0 0 0,1 1 0,0 0 0,0 2 0,1 0 0,0 0 0,25-5 0,26-2 0,-12 2 0,98-8 0,437 16 0,-304 6 0,3323-2 0,-3137 24 0,1 0 0,25 3 0,-208-4 0,-52-6 0,243 33 0,-472-48 0,0 0 0,0 0 0,-1 1 0,1 0 0,-1 0 0,1 2 0,-1-1 0,0 1 0,-1 0 0,1 1 0,-1 0 0,0 0 0,0 1 0,-1 0 0,0 0 0,0 0 0,-1 1 0,10 14 0,-3 2 0,0-1 0,-1 2 0,-1-1 0,-1 2 0,10 45 0,-16-58 0,-1 0 0,-1 1 0,0-1 0,-1 1 0,0 0 0,-1-1 0,-1 1 0,0-1 0,0 1 0,-2-1 0,0 1 0,0-1 0,-1 0 0,-1 0 0,0-1 0,-1 1 0,0-1 0,-1 0 0,0-1 0,-1 0 0,0 0 0,-1 0 0,0-1 0,-1-1 0,0 1 0,0-2 0,-16 11 0,4-4 0,8-5 0,0-1 0,0-1 0,0 0 0,-1-1 0,-1 0 0,-20 6 0,23-9 0,0 1 0,1 0 0,0 1 0,0 0 0,-21 15 0,-25 13 0,10-12 0,-1-1 0,-77 20 0,-7-6 0,-151 33 0,119-41 0,-259 9 0,-617-36 0,397-2 0,-3104 2 0,3703-3-273,0-2 0,0-2 0,0-1 0,-55-19 0,75 19-6553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22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25.4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24575,'54'3'0,"0"4"0,0 1 0,-1 3 0,68 23 0,-39-11 0,-31-10 0,53 16 0,0-5 0,125 13 0,8-36 0,-108-4 0,2580 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46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24575,'61'4'0,"0"2"0,0 3 0,89 26 0,-22-5 0,507 71 0,-481-90 0,-83-4 0,92-4 0,21 1 0,491 9 0,-430-15 0,-135 1 0,412 12 0,53 16 25,-379-19-1415,-113-4-5436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49.2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2 617 24575,'-2'-105'0,"4"-113"0,7 155 57,21-83 0,-11 61-1536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50.5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51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7:54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24575,'1038'0'0,"-1016"1"0,0 1 0,0 1 0,27 8 0,38 6 0,202 23 0,-139-19 0,60 4 0,-62-3 0,-73-8 0,145 4 0,-76-10 0,44 18 0,-5-1 0,-15-16 0,-40-4 0,223 2-90,-251-7-1185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9:38:07.8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24575,'223'11'0,"-43"-1"0,0 1 0,119 6 0,-3-12 0,-73-6 0,-79 18-737,-130-15 109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05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1061 9 24575,'-1'-1'0,"0"0"0,0 0 0,0 1 0,0-1 0,0 0 0,-1 1 0,1-1 0,0 1 0,0-1 0,0 1 0,-1 0 0,1-1 0,0 1 0,-1 0 0,1 0 0,0 0 0,-1 0 0,1 0 0,0 0 0,-1 0 0,1 1 0,0-1 0,0 0 0,-1 1 0,1-1 0,0 1 0,0-1 0,0 1 0,-1 0 0,1-1 0,0 1 0,0 0 0,0 0 0,-1 1 0,-5 4 0,0 1 0,1-1 0,-10 13 0,13-15 0,-153 212 0,65-87 0,-373 460 0,285-361 0,124-152 0,38-54-1365,1-4-5461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06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24575,'3'-9'0,"2"12"0,5 15 0,-7-5 0,47 282 0,-50-289 0,1 0 0,0-1 0,0 0 0,1 1 0,-1-1 0,1 0 0,0 0 0,1 0 0,-1 0 0,1 0 0,0 0 0,1-1 0,5 8 0,-5-9 0,0 0 0,-1-1 0,1 1 0,0-1 0,0 0 0,1 0 0,-1-1 0,0 1 0,1-1 0,-1 0 0,1 0 0,-1 0 0,1 0 0,0-1 0,-1 0 0,9-1 0,1 0 0,0-2 0,0 0 0,-1 0 0,1-1 0,-1-1 0,0 0 0,0-1 0,22-14 0,15-6 0,53-19 0,-91 40 39,0 0-1,24-5 1,0-1-1520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09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435 0 24575,'-6'8'0,"1"0"0,0 0 0,0 0 0,1 0 0,0 1 0,0 0 0,1 0 0,1 0 0,-1 0 0,-1 17 0,-3 5 0,-125 420 0,90-336 0,30-87 0,1 1 0,2 0 0,-10 46 0,-1 78 0,-21 122 0,25-152 0,14-93 0,-2 0 0,-1 0 0,-1-1 0,-19 57 0,-6 7-1365,24-73-5461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10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24575,'3'5'0,"0"0"0,0 0 0,-1 0 0,0 0 0,1 0 0,-2 1 0,1-1 0,1 12 0,3 4 0,57 135 0,2 4 0,-63-152 0,0 0 0,1 0 0,1 0 0,-1 0 0,1-1 0,9 13 0,-11-18 0,0 1 0,1-1 0,-1 0 0,0 0 0,1 0 0,-1-1 0,1 1 0,0-1 0,0 1 0,0-1 0,-1 0 0,1 0 0,0 0 0,0-1 0,0 1 0,0 0 0,1-1 0,-1 0 0,0 0 0,0 0 0,6-1 0,15-4 0,1-1 0,-1-2 0,-1 0 0,1-1 0,34-20 0,-18 10 0,-18 7-455,0 0 0,39-30 0,-44 29-6371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12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24575,'21'18'0,"-18"-16"0,0 0 0,0 0 0,-1 0 0,1 1 0,-1 0 0,1-1 0,-1 1 0,0 0 0,0 0 0,0 0 0,0 0 0,2 6 0,6 21 0,-2 0 0,-1 0 0,-1 0 0,3 48 0,-6 127 0,-4-139 0,0 1324-1365,1-1373-5461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13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24575,'0'-1'0,"0"0"0,0 0 0,1 1 0,-1-1 0,0 1 0,1-1 0,-1 0 0,1 1 0,-1-1 0,1 1 0,-1-1 0,1 1 0,0-1 0,-1 1 0,1 0 0,-1-1 0,1 1 0,0-1 0,-1 1 0,1 0 0,0 0 0,0 0 0,-1-1 0,1 1 0,0 0 0,-1 0 0,1 0 0,0 0 0,0 0 0,-1 0 0,1 0 0,0 0 0,0 1 0,-1-1 0,1 0 0,0 0 0,-1 1 0,2 0 0,31 8 0,-1 9 0,1 2 0,-2 1 0,-1 1 0,-1 2 0,36 36 0,-24-21 0,63 45 0,-102-83 0,-1 0 0,1 0 0,0 1 0,0-1 0,-1 0 0,1-1 0,0 1 0,0 0 0,0 0 0,0-1 0,0 1 0,0-1 0,0 0 0,0 1 0,0-1 0,0 0 0,0 0 0,0 0 0,1-1 0,-1 1 0,0 0 0,0-1 0,0 0 0,3 0 0,-2-2 0,1 0 0,0 0 0,-1 0 0,0 0 0,0-1 0,0 1 0,0-1 0,0 0 0,-1 1 0,3-7 0,27-47-51,-11 19-606,43-62 0,-40 71-6169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15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24575,'2'1'0,"1"0"0,-1-1 0,1 1 0,-1 0 0,1 0 0,-1 1 0,0-1 0,0 0 0,1 1 0,-1 0 0,0-1 0,2 4 0,24 24 0,-22-20 0,1 0 0,-1 0 0,-1 1 0,0 0 0,0 0 0,-1 0 0,3 11 0,18 82 0,-10-37 0,73 234 0,-4-91 0,-24-69 0,76 157 0,-62-131 0,-3-44-1365,-61-100-5461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5:16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0 215 24575,'0'-1'0,"1"0"0,-1 0 0,0 0 0,1 0 0,-1 0 0,1 0 0,0 0 0,-1 1 0,1-1 0,-1 0 0,1 0 0,0 0 0,0 1 0,0-1 0,-1 0 0,1 1 0,0-1 0,0 1 0,0-1 0,0 1 0,0-1 0,0 1 0,0 0 0,0-1 0,0 1 0,0 0 0,0 0 0,0 0 0,0 0 0,0 0 0,0 0 0,1 0 0,-1 0 0,1 1 0,42 3 0,-44-4 0,100 24 0,159 60 0,-207-65 0,-50-18 0,-1-1 0,1 1 0,0 0 0,-1-1 0,1 0 0,0 1 0,-1-1 0,1 0 0,0 0 0,-1 0 0,1 0 0,0 0 0,-1 0 0,1-1 0,0 1 0,1-1 0,-2 1 0,-1-1 0,1 0 0,0 1 0,0-1 0,-1 1 0,1-1 0,-1 0 0,1 1 0,-1-1 0,1 0 0,-1 0 0,1 0 0,-1 1 0,1-1 0,-1 0 0,0 0 0,0 0 0,1 0 0,-1 0 0,0 0 0,0-1 0,0-6 0,-1 0 0,0 0 0,0-1 0,0 1 0,-5-10 0,2-1 0,2 9 8,0 1 0,1-1 0,1 0 0,0 1-1,0-1 1,1 0 0,0 1 0,2-11 0,4-3-255,17-43 1,-11 33-697,-7 17-5883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36.6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6133 20 24575,'-3'-3'0,"0"1"0,0 0 0,0 0 0,0 1 0,0-1 0,0 1 0,-1-1 0,1 1 0,0 0 0,-1 0 0,1 1 0,-1-1 0,-5 0 0,-49 2 0,56-1 0,-44 5 0,1 3 0,1 1 0,-76 27 0,64-19 0,-255 79 0,-661 195 0,-107 19-822,151-73 822,95-28 0,-394 147-163,1210-351 171,-39 12 237,1 1-1,1 3 0,-66 35 0,88-38-1609,6-4-5461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38.7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2108 24575,'0'0'0,"-1"0"0,1-1 0,-1 1 0,1 0 0,-1 0 0,1 0 0,0-1 0,-1 1 0,1 0 0,-1 0 0,1-1 0,0 1 0,-1 0 0,1-1 0,0 1 0,-1 0 0,1-1 0,0 1 0,0-1 0,-1 1 0,1 0 0,0-1 0,0 1 0,0-1 0,0 1 0,-1-1 0,1 1 0,0-1 0,0 1 0,0-1 0,0 1 0,0 0 0,0-1 0,0 1 0,0-1 0,1 1 0,-1-1 0,0 0 0,6-24 0,2 5 0,1 0 0,1 1 0,1 0 0,16-22 0,63-72 0,-18 35-146,4 3-1,147-115 0,197-105-392,-348 247 522,1124-691 17,-1063 660 0,-44 25 276,-3-4 1,126-110 0,-163 130-1476,-29 25-5627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45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97 24575,'27'-2'0,"-1"-1"0,0-1 0,0-1 0,0-2 0,-1 0 0,34-16 0,31-8 0,-78 27 0,-1 1 0,1 0 0,0 1 0,15-1 0,-25 3 0,1 0 0,-1 0 0,0 0 0,1 0 0,-1 1 0,0-1 0,1 0 0,-1 1 0,0 0 0,0 0 0,1-1 0,-1 1 0,0 0 0,0 1 0,0-1 0,0 0 0,0 1 0,0-1 0,-1 1 0,1-1 0,0 1 0,-1 0 0,1 0 0,-1 0 0,0 0 0,1 0 0,-1 0 0,1 3 0,3 10 0,-1 1 0,-1 0 0,0 0 0,1 29 0,-5 72 0,-1-63 0,-2 318-1365,4-352-5461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47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2140 24575,'-2'-288'0,"5"-289"0,8 388 0,2-82 0,-10 192 0,21-111 0,-10 92 0,-6 21 0,-6 45 0,1 1 0,13-51 0,-1 31-83,-7 29-173,-1-1-1,-1 0 1,-1-1-1,3-39 1,-8 43-6570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48.4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1 502 24575,'1'-9'0,"1"-1"0,0 1 0,1 0 0,0 0 0,1 0 0,0 1 0,7-14 0,-3 7 0,21-36 0,3 2 0,2 0 0,56-60 0,-89 108 0,120-121 0,-119 120 0,0 0 0,0 0 0,0 1 0,1-1 0,-1 0 0,0 1 0,1 0 0,0-1 0,-1 1 0,1 0 0,0 0 0,-1 1 0,1-1 0,0 0 0,0 1 0,0 0 0,-1 0 0,1 0 0,0 0 0,0 0 0,4 1 0,-2 0 0,-1 1 0,1 0 0,0 0 0,-1 1 0,0-1 0,1 1 0,-1 0 0,0 0 0,-1 0 0,1 1 0,4 4 0,4 7 0,-1 0 0,0 0 0,-1 1 0,-1 0 0,11 28 0,92 271-1365,-102-286-5461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1:17:50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 1 24575,'1'35'0,"-1"-9"0,0 1 0,-6 40 0,4-58 0,0-1 0,0 0 0,-1 1 0,0-1 0,0 0 0,-1 0 0,0-1 0,-1 1 0,1-1 0,-1 0 0,-12 12 0,-4 5 0,0 2 0,1 0 0,-25 47 0,42-69 0,1 0 0,0 0 0,0 0 0,0 0 0,1 1 0,-1-1 0,1 0 0,0 1 0,0-1 0,1 1 0,-1 0 0,1-1 0,0 1 0,1 5 0,0-7 0,0 1 0,0-1 0,0 0 0,1 1 0,-1-1 0,1 0 0,0 0 0,0 0 0,0-1 0,0 1 0,0 0 0,1-1 0,-1 1 0,1-1 0,0 0 0,0 0 0,-1 0 0,1 0 0,5 2 0,24 11 0,1-1 0,0-1 0,68 16 0,108 8 0,-28-21 0,-130-14 0,-1 2 0,0 2 0,-1 2 0,54 16 0,-32 0-1365,-51-15-5461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09:17:20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4563 4941 24575,'-2464'0'0,"2272"-15"0,122 8 0,-183-20 0,204 21 0,1-1 0,-65-20 0,53 12 0,-2 2 0,-1 3 0,-1 2 0,-91 1 0,120 5 0,-56-9 0,12 0 0,62 8 0,-1-1 0,1 0 0,-25-10 0,-19-5 0,43 13 0,1-1 0,1 0 0,0-1 0,0-1 0,0 0 0,1-2 0,-17-14 0,14 12 0,-2-5 0,1 0 0,0-2 0,1 0 0,1-2 0,1 1 0,2-2 0,0 0 0,-16-35 0,0-11 0,-12-24 0,31 69 0,1-1 0,2 0 0,0 0 0,2 0 0,0-1 0,-2-50 0,2 31 0,-11-48 0,9 62 0,-6-19 0,2-1 0,2 0 0,-4-69 0,14 41 0,1 40 0,-2 0 0,-11-76 0,2 48 0,8 45 0,-10-44 0,1 19 0,2 0 0,2 0 0,3-1 0,2-96 0,3-427 0,1 531 0,2 1 0,2-1 0,17-60 0,-12 62 0,-3-1 0,-1 0 0,3-70 0,-11-622 0,-1 697 0,-8-50 0,-2-24 0,11 73 0,1-80 0,1 102 0,1 1 0,0 0 0,0 1 0,1-1 0,1 0 0,0 1 0,7-14 0,4-3 0,1 0 0,20-24 0,-26 39 0,1 1 0,0 0 0,1 1 0,1 0 0,23-16 0,2 4 0,1 2 0,0 1 0,63-21 0,130-23 0,-145 47 0,130-10 0,28-6 0,-156 18 0,144-6 0,705 22 0,-860-5 0,147-27 0,-136 16 0,91-4 0,35 14 0,100-5 0,74-14 0,231 13 0,-380 14 0,-194-4 0,-22-1 0,0 2 0,0 1 0,0 0 0,0 2 0,-1 1 0,47 13 0,-9 11 0,0 3 0,85 58 0,-112-67 0,10 5 0,88 62 0,-113-75 0,-1 1 0,-1 1 0,-1 1 0,26 33 0,-9-8 0,45 44 0,-46-53 0,-1 2 0,35 52 0,26 49 0,33 54 0,-109-158 0,-1 0 0,-1 1 0,14 55 0,-25-76 0,115 412 0,-82-312 0,30 103 0,-50-145 0,-4 1 0,6 121 0,-17 147 0,-3-157 0,3-119 0,1-32 0,-2 0 0,-1 1 0,-1-1 0,-1 0 0,-2 0 0,-11 38 0,-84 273 0,73-243 0,19-62 0,-6 68 0,11-70 0,-2 1 0,-11 43 0,-23 84 0,34-141 0,-1-1 0,-1-1 0,-1 1 0,0-1 0,-2-1 0,-23 37 0,-89 103 0,58-79 0,-184 214 0,131-177 0,102-104 0,-1-1 0,0-1 0,0 0 0,-1-1 0,0-1 0,-1-1 0,0 0 0,0-2 0,-27 8 0,12-9 0,-65 4 0,30-5 0,-458 10-95,357-16-1175,147 2-5556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3:25:50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1 611 24575,'10'-1'0,"0"0"0,0-1 0,0 0 0,0-1 0,0 0 0,-1 0 0,13-7 0,21-6 0,574-137-586,14 51-185,-475 79 723,1348-198 48,-1169 157-1131,-303 57-4524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3:25:52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24575,'43'0'0,"0"2"0,59 10 0,-56-6 0,-1-2 0,67-3 0,-67-1 0,0 1 0,67 10 0,-79-7 0,0-1 0,58-2 0,-52-2 0,45 5 0,-82-4 0,1 0 0,-1 0 0,0 1 0,0-1 0,0 1 0,0-1 0,0 1 0,0 0 0,0-1 0,0 1 0,0 0 0,-1 0 0,1 1 0,0-1 0,0 0 0,-1 1 0,1-1 0,-1 0 0,1 1 0,0 2 0,-1-2 0,0-1 0,0 1 0,-1 0 0,1 0 0,-1 1 0,0-1 0,0 0 0,0 0 0,0 0 0,0 0 0,0 0 0,0 0 0,0 0 0,-1 0 0,1 0 0,-2 3 0,-4 7 0,1 0 0,-2 0 0,1-1 0,-16 20 0,19-28 0,-129 149 0,49-61 0,52-51-5,19-24-448,-1 0-1,-26 24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30:26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24575,'0'2'0,"1"0"0,-1-1 0,1 1 0,-1 0 0,1-1 0,0 1 0,-1-1 0,1 1 0,0-1 0,0 1 0,0-1 0,0 0 0,0 1 0,1-1 0,-1 0 0,2 1 0,24 17 0,-1-4 0,1-1 0,1-1 0,38 11 0,92 20 0,371 53 0,-415-80 0,1228 166 0,13-90 0,-818-93 0,-152-1 0,77 29-1101,-446-27 837,57 6-6562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30:28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0 24575,'14'1'0,"1"0"0,-1 1 0,0 1 0,1 0 0,-1 1 0,0 0 0,-1 1 0,1 1 0,-1 0 0,0 1 0,-1 0 0,22 17 0,8 3 0,0-2 0,2-1 0,68 25 0,-77-38 0,-27-9 0,-1 0 0,0 0 0,0 0 0,0 1 0,0 0 0,0 1 0,0-1 0,-1 2 0,10 7 0,-15-12 0,-1 1 0,1-1 0,-1 1 0,0-1 0,1 1 0,-1-1 0,0 1 0,0-1 0,1 1 0,-1 0 0,0-1 0,0 1 0,0-1 0,0 1 0,0 0 0,0-1 0,0 1 0,0-1 0,0 1 0,0 0 0,0-1 0,0 1 0,0 0 0,-1-1 0,1 1 0,0-1 0,0 1 0,-1-1 0,1 1 0,0-1 0,-1 1 0,1-1 0,-1 1 0,1-1 0,0 1 0,-1-1 0,1 1 0,-1-1 0,1 0 0,-1 1 0,1-1 0,-1 0 0,0 0 0,1 1 0,-1-1 0,0 0 0,-35 17 0,30-15 0,-224 83 0,147-53 0,35-12 0,-141 55-1365,167-67-5461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57:42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1 836 24575,'1876'0'0,"-890"-56"0,-7-76 0,-873 119 0,33-6 0,-120 15 0,0 0 0,0-2 0,-1-1 0,1 0 0,17-10 0,19-13 0,184-111 0,-125 69 0,220-102 0,-280 148 0,-2-2 0,80-58 0,-116 73-1365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57:43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24575,'3'-1'0,"-1"-1"0,1 1 0,-1-1 0,1 1 0,0 0 0,0 0 0,0 0 0,0 0 0,-1 1 0,1-1 0,6 1 0,4-2 0,86-13 0,2 4 0,166 4 0,-244 5 0,-16 1 0,0 1 0,-1-1 0,1 1 0,13 1 0,-19-1 0,0 1 0,0-1 0,0 0 0,0 0 0,0 1 0,0-1 0,0 1 0,0-1 0,0 1 0,0-1 0,0 1 0,-1-1 0,1 1 0,0 0 0,0-1 0,-1 1 0,1 0 0,0 0 0,-1 0 0,1 0 0,-1 0 0,1-1 0,-1 1 0,1 0 0,-1 0 0,0 0 0,1 0 0,-1 0 0,0 0 0,0 0 0,0 1 0,0-1 0,0 0 0,0 0 0,0 0 0,0 1 0,-22 122 0,14-91 0,1 1 0,-3 58 0,11 71-1365,0-142-5461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59:08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24575,'705'0'0,"-656"-4"-1365,-29-1-5461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59:13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12 24575,'0'-1'0,"0"1"0,0-1 0,0 1 0,0-1 0,0 1 0,0 0 0,0-1 0,1 1 0,-1-1 0,0 1 0,0-1 0,1 1 0,-1-1 0,0 1 0,1 0 0,-1-1 0,0 1 0,1 0 0,-1-1 0,0 1 0,1 0 0,-1-1 0,1 1 0,-1 0 0,1 0 0,-1-1 0,1 1 0,-1 0 0,0 0 0,1 0 0,-1 0 0,1 0 0,-1 0 0,1 0 0,-1 0 0,1 0 0,-1 0 0,1 0 0,-1 0 0,1 0 0,-1 0 0,1 0 0,-1 0 0,1 1 0,-1-1 0,1 0 0,-1 0 0,1 1 0,-1-1 0,0 0 0,1 1 0,26 14 0,5 14 0,-2 2 0,27 35 0,-54-63 0,1 1 0,-1 1 0,0-1 0,1 1 0,-1 0 0,-1 0 0,1 1 0,-1-1 0,0 0 0,0 1 0,1 8 0,-2-12 0,-1 0 0,0 0 0,0 1 0,0-1 0,0 0 0,-1 0 0,1 0 0,0 0 0,-1 1 0,1-1 0,-1 0 0,0 0 0,0 0 0,0 0 0,0 0 0,0 0 0,0 0 0,-1-1 0,1 1 0,-1 0 0,1-1 0,-1 1 0,1-1 0,-1 1 0,0-1 0,0 0 0,0 0 0,0 0 0,-3 2 0,-68 27 31,44-20-497,1 2 1,-34 19 0,42-18-6361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3:52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24575,'1'5'0,"0"-1"0,1 1 0,-1-1 0,1 1 0,0-1 0,0 0 0,0 0 0,6 8 0,5 10 0,14 40 0,-16-33 0,1 0 0,2-2 0,32 50 0,-43-73 0,1 0 0,0-1 0,0 1 0,0-1 0,0 0 0,0 0 0,1-1 0,-1 1 0,1-1 0,0 0 0,0 0 0,0 0 0,0-1 0,0 0 0,0 0 0,7 1 0,11-1 0,0 0 0,35-4 0,-14 1 0,1067-1 0,-609 4 0,-445-1 0,-1 3 0,1 1 0,-1 4 0,-1 1 0,0 4 0,0 1 0,-1 3 0,-1 2 0,65 34 0,-61-22 0,92 66 0,-147-95 0,0 0 0,0 0 0,0-1 0,0 1 0,0-1 0,0 1 0,1-1 0,-1 0 0,1 0 0,-1 0 0,1 0 0,-1 0 0,1-1 0,-1 1 0,1-1 0,0 0 0,-1 1 0,1-1 0,-1 0 0,1-1 0,0 1 0,-1 0 0,1-1 0,-1 1 0,1-1 0,0 0 0,-1 0 0,0 0 0,1 0 0,-1-1 0,0 1 0,1 0 0,-1-1 0,0 0 0,0 1 0,0-1 0,-1 0 0,4-4 0,9-8 0,-1 1 0,2 0 0,0 1 0,1 0 0,0 2 0,0 0 0,33-15 0,5 5 0,0 1 0,1 3 0,1 3 0,114-13 0,231 14 0,-370 12 0,206 12 0,12 0 0,-126-11 0,107-3 0,-198-1 0,0-1 0,0-1 0,-1-2 0,0-1 0,0-1 0,0-2 0,47-24 0,-55 19 0,0-1 0,-1-1 0,-1-1 0,-1-1 0,19-23 0,-27 31 0,15-24-1365,-17 19-5461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3:57.7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2 162 24575,'-2'91'0,"5"102"0,0-171 0,2 0 0,1 0 0,0-1 0,2 0 0,1 0 0,19 34 0,-1 1 0,44 80 0,-70-134 0,0 1 0,0-1 0,0 0 0,1 1 0,0-1 0,-1 0 0,1 0 0,0 0 0,0 0 0,0 0 0,0-1 0,0 1 0,0-1 0,0 1 0,1-1 0,-1 0 0,1 0 0,-1 0 0,1 0 0,-1 0 0,1 0 0,0-1 0,-1 1 0,1-1 0,0 0 0,2 0 0,-2-1 0,0 0 0,0 0 0,0 0 0,-1-1 0,1 1 0,0-1 0,-1 1 0,1-1 0,-1 0 0,0 0 0,0 0 0,0-1 0,0 1 0,0 0 0,0-1 0,0 0 0,-1 1 0,1-1 0,-1 0 0,0 1 0,0-1 0,0 0 0,1-3 0,21-79 0,-13 46 0,18-46 0,-23 71 0,-1 0 0,0 0 0,-1 0 0,-1-1 0,2-23 0,-6-77 0,0 43 0,3 11 0,-3-65 0,2 124 0,1 1 0,-2 0 0,1-1 0,0 1 0,0 0 0,0-1 0,-1 1 0,1 0 0,0-1 0,-1 1 0,0 0 0,1-1 0,-1 1 0,0 0 0,1 0 0,-1 0 0,0 0 0,-1-2 0,-4 7 0,1 14 0,3 12 0,2 1 0,1-1 0,1 1 0,2-1 0,13 51 0,-9-41 0,-1 1 0,3 52 0,-9-78 0,1-1 0,0 1 0,1-1 0,1 1 0,1-1 0,0 0 0,0-1 0,13 23 0,-4-13 0,0 0 0,1-1 0,35 37 0,-45-54 0,0 0 0,0-1 0,0 1 0,1-1 0,0 0 0,-1-1 0,2 1 0,-1-1 0,0 0 0,1-1 0,-1 1 0,13 2 0,-15-5 0,-1 0 0,0 0 0,1 1 0,-1-2 0,1 1 0,-1 0 0,1-1 0,-1 0 0,0 1 0,1-1 0,-1-1 0,0 1 0,0 0 0,0-1 0,0 0 0,0 1 0,0-1 0,0-1 0,0 1 0,-1 0 0,1 0 0,-1-1 0,0 0 0,0 1 0,0-1 0,0 0 0,2-4 0,0-3 0,0 0 0,0 0 0,-1 0 0,-1-1 0,0 0 0,0 1 0,-1-1 0,0 0 0,-1-17 0,5-43 0,4-2 0,-3 1 0,-6-131 0,-2 81 0,2 94-87,1 11-233,-1 0 1,-1 0-1,-3-21 1,-1 18-6507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4:19.4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369 168 24575,'-5'-3'0,"0"-1"0,-1 1 0,1 1 0,-1-1 0,0 1 0,0 0 0,0 0 0,0 0 0,0 1 0,-11-1 0,-18-6 0,-152-66 0,179 72 0,3 0 0,-1 1 0,0-1 0,1 0 0,0 0 0,-1-1 0,1 0 0,0 0 0,0 0 0,1 0 0,-7-6 0,10 8-1,1 1 0,0 0 0,0 0-1,0-1 1,0 1 0,0 0 0,0 0-1,-1-1 1,1 1 0,0 0 0,0 0 0,0-1-1,0 1 1,0 0 0,0-1 0,0 1 0,0 0-1,0 0 1,0-1 0,0 1 0,0 0-1,1 0 1,-1-1 0,0 1 0,0 0 0,0 0-1,0-1 1,0 1 0,0 0 0,1 0-1,-1 0 1,0-1 0,0 1 0,0 0 0,1 0-1,-1 0 1,0-1 0,15-5 111,16 0-1376,-31 6 1103,29-2-6663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4:25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49 24575,'0'-4'0,"0"-5"0,4-2 0,6 2 0,4 2 0,5 3 0,2 1 0,2 1 0,2 2 0,-1 0 0,1 1 0,-1-1 0,0 0 0,4 5 0,1 0 0,0 0 0,-1-1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4:27.1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0 561 24575,'21'-24'0,"-2"-1"0,-1-1 0,24-44 0,-28 44 0,2 0 0,1 0 0,1 2 0,25-27 0,17-10 0,74-70 0,-124 123-195,-1 1 0,2 1 0,-1 0 0,1 0 0,-1 1 0,18-6 0,33-10-6631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4:31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87 310 24575,'-4'-4'0,"-5"-10"0,-2-5 0,2-9 0,2-6 0,-1-3 0,0 2 0,1 3 0,3 2 0,-3 3 0,0 1 0,1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04:33.8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13 24575,'0'-4'0,"0"-5"0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12:52:31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41:52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0 207 24575,'77'4'0,"0"4"0,133 30 0,-197-35 0,417 95 0,-95-23 0,-217-49 0,1-5 0,1-5 0,128 0 0,653 42 0,-679-40 0,318 4 0,6-24 0,-174 0 0,916-12 0,578-77 0,-1667 81 0,152-11 0,-103-2 0,1038-110 0,-745 65 0,-336 51 0,-20 3 0,419-78 0,-546 82 0,167-21 0,32-7 0,-75 1-1365,-155 31-5461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41:5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24575,'137'-2'0,"144"5"0,-278-3 0,-1 0 0,1 1 0,-1 0 0,1-1 0,-1 1 0,1 0 0,-1 0 0,1 0 0,-1 1 0,0-1 0,0 0 0,1 1 0,-1 0 0,0-1 0,-1 1 0,1 0 0,0 0 0,0 0 0,-1 0 0,1 1 0,-1-1 0,0 0 0,0 0 0,0 1 0,0-1 0,0 1 0,0-1 0,0 1 0,0 4 0,1 9 0,0-1 0,-2 1 0,-1 31 0,0-26 0,1 4-273,-2 0 0,0-1 0,-2 1 0,-10 39 0,4-38-6553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41:59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1 24575,'-8'0'0,"0"0"0,1 1 0,-1 0 0,0 0 0,0 0 0,1 1 0,-1 1 0,1-1 0,0 1 0,0 0 0,0 1 0,0 0 0,0 0 0,1 0 0,0 1 0,-6 5 0,-1 2 0,1 0 0,0 0 0,1 1 0,0 0 0,1 1 0,1 1 0,0-1 0,1 1 0,1 1 0,0-1 0,1 1 0,1 1 0,0-1 0,1 1 0,1-1 0,1 1 0,0 0 0,1 27 0,6 65 0,-12 122 0,2-179 0,-2 1 0,-3-1 0,-2 0 0,-26 70 0,20-71 0,6-18 0,-18 37 0,26-63 0,0 0 0,1 1 0,0 0 0,0 0 0,0 0 0,1 0 0,-1 11 0,3-17 0,0 1 0,0-1 0,0 1 0,1-1 0,-1 1 0,1-1 0,0 0 0,-1 1 0,1-1 0,0 0 0,0 1 0,1-1 0,-1 0 0,0 0 0,1 0 0,-1 0 0,1 0 0,0-1 0,-1 1 0,1 0 0,0-1 0,0 1 0,0-1 0,0 0 0,1 1 0,-1-1 0,0 0 0,4 1 0,8 3 0,-1 1 0,-1 1 0,1 0 0,18 14 0,-27-18 0,-1 0 0,1 1 0,-1-1 0,0 1 0,0 0 0,0 0 0,0 0 0,-1 1 0,1-1 0,-1 0 0,0 1 0,0 0 0,-1-1 0,0 1 0,1 0 0,0 9 0,-1 221 0,-4-119 0,3 688 0,0-786 0,1-1 0,0 1 0,1-1 0,1 0 0,7 25 0,-7-34 0,0 0 0,1-1 0,0 1 0,0 0 0,0-1 0,1 0 0,0 0 0,0 0 0,1-1 0,0 0 0,0 0 0,0 0 0,9 5 0,-2-3 0,0-1 0,0 0 0,1-1 0,0 0 0,0-1 0,0-1 0,0 0 0,1-1 0,17 2 0,4 2 30,38 14-1,-50-13-313,1-1-1,-1-1 0,1-2 0,36 3 0,-41-6-6541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48:02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1472 24575,'9'-5'0,"0"0"0,0-1 0,14-14 0,9-6 0,420-273 19,19 35-255,217-80-922,23 59 1198,-139 97-203,-524 172-952,-15 3-4463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48:04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24575,'330'20'0,"-182"-7"0,445 25 0,-580-37 0,-7-1 0,-1 0 0,0 0 0,1 0 0,-1 1 0,1 0 0,-1 0 0,0 1 0,0 0 0,0-1 0,9 6 0,-13-6 0,-1 0 0,1 0 0,-1 0 0,1 0 0,-1 1 0,1-1 0,-1 0 0,1 0 0,-1 1 0,0-1 0,0 0 0,0 1 0,0-1 0,0 0 0,0 0 0,0 1 0,0-1 0,0 0 0,-1 1 0,1-1 0,0 0 0,-1 0 0,1 1 0,-1-1 0,0 0 0,1 0 0,-1 0 0,0 0 0,0 0 0,-1 2 0,-2 3 0,-41 77 0,-73 100 0,86-138 0,-46 46 0,48-54-1365,20-20-5461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09:17:20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4563 4941 24575,'-2464'0'0,"2272"-15"0,122 8 0,-183-20 0,204 21 0,1-1 0,-65-20 0,53 12 0,-2 2 0,-1 3 0,-1 2 0,-91 1 0,120 5 0,-56-9 0,12 0 0,62 8 0,-1-1 0,1 0 0,-25-10 0,-19-5 0,43 13 0,1-1 0,1 0 0,0-1 0,0-1 0,0 0 0,1-2 0,-17-14 0,14 12 0,-2-5 0,1 0 0,0-2 0,1 0 0,1-2 0,1 1 0,2-2 0,0 0 0,-16-35 0,0-11 0,-12-24 0,31 69 0,1-1 0,2 0 0,0 0 0,2 0 0,0-1 0,-2-50 0,2 31 0,-11-48 0,9 62 0,-6-19 0,2-1 0,2 0 0,-4-69 0,14 41 0,1 40 0,-2 0 0,-11-76 0,2 48 0,8 45 0,-10-44 0,1 19 0,2 0 0,2 0 0,3-1 0,2-96 0,3-427 0,1 531 0,2 1 0,2-1 0,17-60 0,-12 62 0,-3-1 0,-1 0 0,3-70 0,-11-622 0,-1 697 0,-8-50 0,-2-24 0,11 73 0,1-80 0,1 102 0,1 1 0,0 0 0,0 1 0,1-1 0,1 0 0,0 1 0,7-14 0,4-3 0,1 0 0,20-24 0,-26 39 0,1 1 0,0 0 0,1 1 0,1 0 0,23-16 0,2 4 0,1 2 0,0 1 0,63-21 0,130-23 0,-145 47 0,130-10 0,28-6 0,-156 18 0,144-6 0,705 22 0,-860-5 0,147-27 0,-136 16 0,91-4 0,35 14 0,100-5 0,74-14 0,231 13 0,-380 14 0,-194-4 0,-22-1 0,0 2 0,0 1 0,0 0 0,0 2 0,-1 1 0,47 13 0,-9 11 0,0 3 0,85 58 0,-112-67 0,10 5 0,88 62 0,-113-75 0,-1 1 0,-1 1 0,-1 1 0,26 33 0,-9-8 0,45 44 0,-46-53 0,-1 2 0,35 52 0,26 49 0,33 54 0,-109-158 0,-1 0 0,-1 1 0,14 55 0,-25-76 0,115 412 0,-82-312 0,30 103 0,-50-145 0,-4 1 0,6 121 0,-17 147 0,-3-157 0,3-119 0,1-32 0,-2 0 0,-1 1 0,-1-1 0,-1 0 0,-2 0 0,-11 38 0,-84 273 0,73-243 0,19-62 0,-6 68 0,11-70 0,-2 1 0,-11 43 0,-23 84 0,34-141 0,-1-1 0,-1-1 0,-1 1 0,0-1 0,-2-1 0,-23 37 0,-89 103 0,58-79 0,-184 214 0,131-177 0,102-104 0,-1-1 0,0-1 0,0 0 0,-1-1 0,0-1 0,-1-1 0,0 0 0,0-2 0,-27 8 0,12-9 0,-65 4 0,30-5 0,-458 10-95,357-16-1175,147 2-5556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35:20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1 497 24575,'18'-2'0,"0"-1"0,0-1 0,0-1 0,-1 0 0,0-1 0,0-1 0,18-10 0,-28 14 0,118-54 0,141-41 0,-85 47 0,274-38 0,197 20 0,234 33 0,3 35 0,-39 0 0,5-19 74,278-2-1513,-1064 22-5387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35:22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24575,'11'2'0,"0"0"0,-1 0 0,1 1 0,0 1 0,-1 0 0,0 0 0,0 1 0,0 0 0,13 10 0,10 4 0,-33-19 0,329 167 0,-314-161 0,0 2 0,0 0 0,-1 0 0,0 2 0,19 16 0,-30-24 0,-1 0 0,0 1 0,0-1 0,0 1 0,0-1 0,-1 1 0,1 0 0,-1 0 0,0-1 0,1 1 0,-1 0 0,0 0 0,-1 0 0,1 1 0,0 2 0,-1-2 0,-1-1 0,1 0 0,-1 0 0,0 0 0,0 0 0,0 0 0,0 0 0,0 0 0,-1 0 0,1 0 0,-1 0 0,0-1 0,0 1 0,0 0 0,0-1 0,0 0 0,0 0 0,-4 3 0,-28 24 0,-2-1 0,-1-2 0,-1-1 0,-1-2 0,-1-2 0,-84 32 0,-65 11-1365,167-57-5461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35:26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24575,'2'1'0,"0"-1"0,0 1 0,1 0 0,-1 1 0,0-1 0,0 0 0,0 1 0,0-1 0,-1 1 0,1-1 0,3 5 0,1-1 0,14 16 0,-1 0 0,-1 1 0,22 36 0,-18-27 0,28 34 0,-14-24 0,-17-18 0,0-2 0,2 0 0,41 32 0,138 67 0,-147-91 0,-1-2 0,1-3 0,75 25 0,117 20 0,-208-59 0,1 0 0,-1-1 0,55 21 0,-41-10-682,79 19-1,-105-33-6143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35:29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1 24575,'1'2'0,"0"0"0,0 0 0,1-1 0,-1 1 0,0 0 0,1 0 0,-1-1 0,1 1 0,-1 0 0,1-1 0,0 0 0,2 2 0,8 8 0,-5-3 0,7 8 0,-1 1 0,-1 0 0,18 32 0,-23-37 0,0-1 0,0 0 0,1-1 0,15 15 0,14 19 0,-26-28 0,-6-11 0,-1 1 0,0 0 0,0 0 0,0 0 0,-1 0 0,3 8 0,-6-12 0,1 0 0,-1 0 0,0 0 0,0 0 0,0 0 0,0 0 0,0 0 0,0 0 0,0 0 0,-1 0 0,1 0 0,-1 0 0,1 0 0,-1 0 0,0 0 0,0 0 0,0 0 0,0 0 0,0-1 0,0 1 0,0 0 0,-1-1 0,1 1 0,0-1 0,-3 2 0,-3 3 0,-1 0 0,1 0 0,-1-1 0,0-1 0,0 1 0,-1-1 0,0-1 0,-10 4 0,-79 15 0,42-10 0,12-2-116,16-5-134,-1 2 1,1 1-1,1 1 0,-53 25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35:34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722 1 24575,'-5'0'0,"1"1"0,0 0 0,0 0 0,0 0 0,-1 0 0,1 1 0,0-1 0,0 1 0,1 0 0,-6 4 0,-36 27 0,39-28 0,-52 48 0,-57 66 0,79-80 0,29-30 0,0-1 0,1 2 0,0-1 0,1 1 0,0-1 0,0 1 0,1 1 0,0-1 0,1 1 0,0-1 0,-2 19 0,1 12 0,1 73 0,3-80 0,-1 51 0,4 0 0,19 119 0,-1-72 0,7 199 0,-27 135 0,-4-218 0,3-247 0,1 28 0,-2-1 0,-6 36 0,5-54 0,0 0 0,-1 0 0,-1 0 0,0 0 0,0-1 0,0 1 0,-2-1 0,1-1 0,-10 13 0,9-13 0,-1 0 0,-1 0 0,1 0 0,-1-1 0,-1 0 0,1-1 0,-1 0 0,0 0 0,-1-1 0,1 0 0,-1-1 0,-13 4 0,4-3 0,0-1 0,-1-1 0,1-1 0,-1 0 0,-34-3 0,-32-2 0,96 5 0,-1 0 0,1 0 0,-1 1 0,0 0 0,0 0 0,0 1 0,-1 0 0,1 1 0,11 9 0,79 60 0,-88-65 0,-5-5 0,0 0 0,-1 1 0,1 0 0,-1 0 0,0 0 0,0 0 0,0 1 0,-1 0 0,0 0 0,0 0 0,-1 1 0,0-1 0,4 12 0,14 42 0,-6-19 0,-2 0 0,9 52 0,-12-7 0,-3 167 0,-5-50 0,9-74 0,2 53 0,-13-167 0,0 70 0,13 91 0,-2-30 0,-9-94 0,17 99 0,-9-90 0,4 72 0,-12-108 0,2-3 0,1 0 0,1 1 0,1-2 0,0 1 0,15 25 0,-11-21 0,0 1 0,-5-10 0,1-1 0,14 23 0,-18-35 0,0 1 0,0-1 0,0 0 0,1 0 0,0 0 0,0-1 0,0 1 0,0-1 0,0 0 0,1 0 0,-1 0 0,10 3 0,-4-2 0,6 3 0,1-1 0,1 0 0,-1-1 0,1-1 0,0 0 0,30 1 0,70-6-1365,-98 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3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0 200 24575,'2236'-134'-2306,"-1653"79"2030,1 45 1355,-558 11-7767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5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24575,'6'1'0,"0"0"0,-1 0 0,1 0 0,0 1 0,0 0 0,-1 0 0,10 6 0,9 2 0,92 39 0,186 106 0,-299-153 0,0-1 0,-1 1 0,1 0 0,-1-1 0,0 1 0,0 0 0,0 1 0,3 3 0,-4-5 0,0 0 0,-1-1 0,1 1 0,-1 0 0,0 0 0,1 0 0,-1 1 0,0-1 0,0 0 0,1 0 0,-1 0 0,0 0 0,0 0 0,0 0 0,0 0 0,-1 0 0,1 2 0,-2 1 0,-1 1 0,1-1 0,-1 0 0,0 0 0,0 0 0,0 0 0,0 0 0,-1-1 0,-5 5 0,-43 37 0,-1-4 0,-2-1 0,-1-3 0,-3-2 0,-84 36 0,105-51-1365,22-13-5461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5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1 274 24575,'72'-4'0,"1"-4"0,-1-3 0,73-20 0,-80 16 0,450-109 0,-300 52-1365,-181 63-5461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24575,'156'-2'0,"166"4"0,-302 0 0,-1 1 0,0 1 0,0 1 0,-1 0 0,1 1 0,-1 1 0,-1 1 0,26 14 0,-16-10 0,-24-11 0,0 0 0,0 0 0,0 0 0,0 1 0,0-1 0,0 1 0,0-1 0,0 1 0,0 0 0,-1 0 0,1 0 0,-1 1 0,1-1 0,-1 0 0,0 1 0,0 0 0,0-1 0,0 1 0,-1 0 0,1 0 0,-1 0 0,1 0 0,-1 1 0,1 3 0,-1 3 0,-1-1 0,0 1 0,0 0 0,-1 0 0,0 0 0,-1-1 0,0 1 0,-1-1 0,0 1 0,-6 12 0,-2 5 0,-2-1 0,-21 31 0,-106 193 0,137-244 0,-20 31-1365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4:10:27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0 397 24575,'336'-23'0,"-5"-29"0,-44 6 0,765-66 0,-78 17 0,-66 46-585,-780 45 20,2009-11-420,-1536 16 763,1715 0-2065,-2189-2 2440,117 2 306,-206 3-83,-1 1 0,51 13 1,14 2 2114,518 65-2079,-569-79-412,331 27 0,-335-32-682,58 8-1,-69-3-6143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4:10:30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24575,'1'2'0,"0"1"0,0-1 0,0 1 0,0-1 0,1 1 0,0-1 0,-1 0 0,1 0 0,0 1 0,0-1 0,0-1 0,4 4 0,1 1 0,12 10 0,1-1 0,0 0 0,30 14 0,18 13 0,6 5 0,-46-31 0,-1 1 0,37 32 0,-63-49 0,-1 1 0,0-1 0,1 0 0,-1 0 0,0 1 0,1-1 0,-1 0 0,1 1 0,-1-1 0,0 0 0,0 1 0,1-1 0,-1 1 0,0-1 0,0 0 0,1 1 0,-1-1 0,0 1 0,0-1 0,0 1 0,0-1 0,0 1 0,0-1 0,0 1 0,0-1 0,0 1 0,0-1 0,0 1 0,0-1 0,0 0 0,0 1 0,0-1 0,0 1 0,-1-1 0,1 1 0,0-1 0,0 1 0,0-1 0,-1 0 0,1 1 0,0-1 0,-1 0 0,1 1 0,0-1 0,-1 0 0,1 1 0,0-1 0,-1 0 0,1 1 0,-1-1 0,1 0 0,-1 0 0,1 0 0,-1 1 0,-31 8 0,26-8 0,-94 19-71,33-9-360,1 4-1,-86 31 1,135-39-6395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10:25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1182 24575,'8'-1'0,"0"1"0,0-1 0,0-1 0,-1 0 0,1 0 0,0 0 0,-1-1 0,11-5 0,56-37 0,-45 26 0,110-63 0,25-16 0,-44 7 0,-9 6 0,69-49 0,-59 38 0,-9 6 0,57-38 0,-112 83 0,58-45 0,-96 74 22,32-20 0,-37 29-223,-2-2-1,1 0 1,-1 0 0,0-1-1,-1-1 1,16-19 0,-13 9-6625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10:27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3779 24575,'-2'-326'0,"5"-353"0,1 607 0,23-119 0,31-66 0,10-60 0,-43 179 0,-7 48 0,6-107 0,-17 110 0,3 1 0,5-1 0,47-153 0,111-365 0,-144 499 0,11-4 0,-13 41 0,15-26-1365,-32 69-5461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10:29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 24575,'26'-2'0,"0"-1"0,1 0 0,-1-2 0,0-1 0,-1-1 0,0-2 0,0 0 0,-1-1 0,0-2 0,41-26 0,-62 36 0,0 0 0,1 0 0,-1 0 0,0 0 0,1 1 0,-1-1 0,1 1 0,0 0 0,-1 0 0,1 0 0,4 0 0,-7 2 0,-1-1 0,1 0 0,-1 0 0,1 0 0,0 0 0,-1 0 0,1 1 0,-1-1 0,1 0 0,-1 1 0,1-1 0,-1 0 0,1 1 0,-1-1 0,1 0 0,-1 1 0,1-1 0,-1 1 0,1-1 0,-1 1 0,0-1 0,1 1 0,-1-1 0,0 1 0,1 1 0,-1 0 0,1 1 0,-1-1 0,0 1 0,0-1 0,0 1 0,0-1 0,0 1 0,0-1 0,-2 6 0,-3 10 0,-1 1 0,-1 0 0,-1-1 0,-1-1 0,0 1 0,-22 29 0,17-26 0,0 1 0,2 0 0,-16 39 0,24-45 9,0 0 0,1 0 0,1 0 0,0 25 0,-1 6-1419,-2-6-5416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11:09.7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0 223 24575,'8'0'0,"-1"-1"0,1 0 0,-1 0 0,1-1 0,-1 0 0,0 0 0,0-1 0,0 0 0,0 0 0,0 0 0,-1-1 0,1 0 0,-1 0 0,0-1 0,0 0 0,7-8 0,144-131 0,-155 141 0,1 1 0,-1 0 0,1 0 0,-1 0 0,1 0 0,0 1 0,-1-1 0,1 1 0,0-1 0,0 1 0,1 0 0,3-1 0,-6 2 0,0 0 0,-1 1 0,1-1 0,0 0 0,-1 0 0,1 0 0,0 0 0,-1 1 0,1-1 0,0 0 0,-1 0 0,1 1 0,-1-1 0,1 1 0,0-1 0,-1 0 0,1 1 0,-1-1 0,1 1 0,-1-1 0,0 1 0,1 0 0,0 1 0,0 1 0,0-1 0,0 0 0,0 1 0,0-1 0,-1 0 0,1 1 0,-1-1 0,0 4 0,18 329 0,-9-293-1365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3:26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1580 24575,'6'0'0,"0"0"0,0-1 0,0 0 0,0 0 0,0 0 0,0-1 0,0 0 0,-1 0 0,1 0 0,-1-1 0,0 0 0,0 0 0,1 0 0,7-7 0,1-4 0,0-1 0,-1 0 0,14-21 0,-17 23 0,239-374 0,-196 299 0,501-822-1365,-514 843-5461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3:28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24575,'99'1'0,"114"-4"0,-200 2 0,0-1 0,1-1 0,-1-1 0,0 1 0,-1-2 0,21-10 0,65-44 0,-30 16 0,-65 41 0,1 0 0,0 0 0,-1 1 0,1-1 0,0 0 0,0 1 0,7-1 0,-10 2 0,0 0 0,0 0 0,0 0 0,0 0 0,0 0 0,0 1 0,0-1 0,0 0 0,0 1 0,0-1 0,0 1 0,0-1 0,0 1 0,0-1 0,0 1 0,-1 0 0,1-1 0,0 1 0,0 0 0,-1 0 0,1-1 0,0 1 0,-1 0 0,1 0 0,-1 0 0,1 0 0,-1 0 0,1 0 0,-1 0 0,0 0 0,0 0 0,1 0 0,-1 2 0,4 24 0,0 0 0,-2 0 0,-1 0 0,-5 47 0,1-24 0,1 7-1365,1-10-5461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4:1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24575,'15'37'0,"1"-2"0,2 0 0,42 61 0,-27-43 0,641 921 0,-277-413 0,-363-506 0,310 464 0,-316-482-273,2-2 0,2-1 0,1-2 0,70 54 0,-64-60-6553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4:21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1 340 24575,'119'1'0,"133"-3"0,-249 2 0,1-1 0,-1 1 0,0-1 0,1 1 0,-1-1 0,0 0 0,0-1 0,0 1 0,0 0 0,0-1 0,0 0 0,0 1 0,0-1 0,0 0 0,-1-1 0,1 1 0,2-3 0,-1 0 0,-1 0 0,0 0 0,0 0 0,-1-1 0,1 1 0,-1 0 0,0-1 0,0 0 0,1-7 0,0-11 0,-1-1 0,-1 1 0,-3-46 0,1 56 0,-3-53-1365,2 41-5461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43:37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1217 1 24575,'-1'2'0,"0"1"0,-1 0 0,0 0 0,1-1 0,-1 1 0,0 0 0,0-1 0,0 0 0,-1 0 0,1 1 0,-1-1 0,1-1 0,-1 1 0,1 0 0,-1-1 0,-3 2 0,-17 13 0,-29 27 0,-3-3 0,-107 61 0,25-18 0,-227 134 0,19-1-1365,305-189-5461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43:38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24575,'-2'18'0,"-1"1"0,0-1 0,-1 0 0,-1 0 0,-1 0 0,-9 19 0,-6 23 0,18-50 0,0 0 0,0 0 0,1 0 0,-1 18 0,3-26 0,0 1 0,0-1 0,0 1 0,1-1 0,-1 1 0,1-1 0,-1 1 0,1-1 0,0 1 0,0-1 0,0 1 0,0-1 0,0 0 0,1 0 0,-1 0 0,1 0 0,-1 0 0,1 0 0,0 0 0,0 0 0,0 0 0,0-1 0,0 1 0,4 1 0,2 1 0,1-1 0,-1 0 0,1 0 0,0-1 0,0 0 0,0-1 0,0 0 0,11 0 0,82-6 0,-41 1 0,111 1-1365,-140 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6:40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1674 24575,'0'-12'0,"-1"-125"0,30-242 0,69-54 0,-12 67 0,-38 54-1365,-41 278-5461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6:42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1 458 24575,'3'-1'0,"1"1"0,0-1 0,-1 0 0,1 0 0,0 0 0,-1 0 0,1-1 0,-1 1 0,0-1 0,0 0 0,1 0 0,-1 0 0,0 0 0,-1-1 0,1 1 0,0-1 0,-1 0 0,1 1 0,2-5 0,6-10 0,-1 1 0,14-30 0,-5 8 0,39-68 0,-34 57 0,49-69 0,-72 115 0,0 1 0,1 0 0,-1 0 0,1 0 0,0 0 0,-1 1 0,1-1 0,0 0 0,0 1 0,0-1 0,0 1 0,1 0 0,-1-1 0,0 1 0,1 0 0,1 0 0,-3 1 0,0 0 0,-1 0 0,1 0 0,0 0 0,-1 0 0,1 0 0,-1 0 0,1 1 0,0-1 0,-1 0 0,1 0 0,-1 1 0,1-1 0,-1 0 0,1 1 0,-1-1 0,1 1 0,-1-1 0,1 1 0,-1-1 0,0 1 0,1-1 0,-1 1 0,8 25 0,-5 20 0,-2 50 0,-2-52 0,8 73 0,0-52-16,-5-40-321,1 1-1,1-1 1,9 30 0,-7-36-6489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6:49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1002 24575,'2'-1'0,"0"1"0,0 0 0,0 0 0,0-1 0,0 1 0,0-1 0,0 0 0,0 1 0,0-1 0,-1 0 0,1 0 0,0 0 0,1-2 0,5-1 0,23-16 0,-2-1 0,0-2 0,28-27 0,77-89 0,-86 87 0,271-326 0,-269 309 0,-30 40 0,1 1 0,1 1 0,1 0 0,46-39 0,-35 36-1365,-4 3-5461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00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24575,'82'0'0,"210"3"0,-202 3 0,109 19 0,-15-3 0,-130-16 0,87-3 0,-84-4 0,73 9 0,-48 5 0,-29-4 0,0-2 0,56-1 0,50-7-1365,-118 1-5461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05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24575,'34'0'0,"1"-1"0,0-2 0,-1-1 0,64-18 0,-92 21 0,38-11 0,-1-2 0,0-2 0,59-31 0,-99 46 0,0 0 0,-1-1 0,1 1 0,-1-1 0,0 0 0,1 0 0,-1 0 0,0 0 0,0 0 0,0 0 0,-1 0 0,1-1 0,0 1 0,-1-1 0,1 1 0,-1-1 0,0 0 0,0 1 0,0-1 0,0 0 0,0-5 0,-1 4 0,-1 1 0,0-1 0,0 1 0,0-1 0,0 1 0,0 0 0,-1 0 0,1-1 0,-1 1 0,0 0 0,0 0 0,0 1 0,-1-1 0,1 0 0,0 1 0,-7-5 0,-16-13-227,-2 2-1,0 0 1,-1 2-1,0 1 1,-33-12-1,34 17-6598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07.3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24575,'1'8'0,"0"0"0,1-1 0,0 1 0,0-1 0,1 0 0,0 0 0,1 0 0,-1 0 0,1 0 0,1-1 0,-1 1 0,10 9 0,-2 0 0,215 276 0,-56-75 0,9 8 0,384 371 0,-546-579 0,436 384 0,195 135-1365,-598-492-5461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10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1 385 24575,'2'2'0,"1"0"0,0 0 0,-1 0 0,1 0 0,0-1 0,1 1 0,-1-1 0,0 0 0,0 0 0,0 0 0,5 0 0,42 4 0,-21-2 0,-3 1 0,0 2 0,-1 0 0,47 20 0,-64-23 0,1 0 0,0-1 0,0 0 0,0 0 0,1-1 0,-1 0 0,0-1 0,0 0 0,15-2 0,-22 2 0,1-1 0,-1 1 0,0-1 0,1 1 0,-1-1 0,0 0 0,0 0 0,0 0 0,0 0 0,0-1 0,0 1 0,0 0 0,0-1 0,0 1 0,-1-1 0,1 0 0,1-2 0,-2 2 0,0-1 0,0 1 0,0 0 0,-1-1 0,1 1 0,-1-1 0,0 1 0,0-1 0,0 1 0,0-1 0,0 1 0,0-1 0,0 1 0,-1-1 0,0 1 0,1 0 0,-1-1 0,0 1 0,0 0 0,-1-3 0,-57-110 0,39 79 0,2-2 0,-25-66 0,24 37-1365,10 37-5461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12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24575,'3'0'0,"9"0"0,6-4 0,10-1 0,19-3 0,8 0 0,-1 0 0,-10-1 0,-9 1 0,-7 2 0,-4 1 0,0-1 0,4 0 0,-3 1-8191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7:27:13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0 24575,'1'4'0,"-1"4"0,-4 9 0,-1 4 0,-6 10 0,-6 7 0,0 0 0,4-2 0,0-4 0,1-4 0,1 0 0,-3 4 0,2-1 0,-1-2 0,2-6-8191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02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2078 24575,'2'-1'0,"-1"0"0,1 0 0,-1 0 0,1-1 0,-1 1 0,1-1 0,-1 1 0,0-1 0,0 1 0,0-1 0,0 0 0,0 0 0,0 1 0,0-1 0,-1 0 0,1 0 0,-1 0 0,1 0 0,-1 0 0,0 0 0,1 0 0,-1 0 0,0 0 0,0 0 0,-1 0 0,1 0 0,0 0 0,-1 0 0,0-2 0,-2-9 0,-1 0 0,0 0 0,-8-14 0,10 22 0,-153-292 0,49 105 0,103 185 0,-5-10 0,0 1 0,-1 0 0,-1 0 0,-1 1 0,0 1 0,-23-24 0,27 30 0,0 0 0,0-1 0,1 1 0,0-1 0,0 0 0,1-1 0,0 1 0,1-1 0,-6-17 0,4 3 0,0 1 0,1-1 0,-2-30 0,6 43 0,-1 0 0,2 0 0,0 0 0,0 0 0,1 0 0,0 0 0,1 0 0,0 1 0,1-1 0,0 0 0,1 1 0,0 0 0,0 0 0,1 0 0,1 0 0,6-9 0,27-28 0,2 2 0,2 1 0,57-45 0,6-1 0,169-112 0,-198 153 0,123-58 0,-174 95 0,172-70 0,-151 65 0,0 3 0,69-12 0,485-46 0,-492 66 0,-1 5 0,0 5 0,168 27 0,-275-31 0,118 27 0,-106-23 0,0 0 0,-1 1 0,1 0 0,-1 1 0,0 1 0,20 14 0,-24-14 0,-1 1 0,0 0 0,0 0 0,0 1 0,-1 0 0,-1 0 0,10 19 0,-6-7 0,-1 1 0,9 37 0,-4 11 0,-2 0 0,1 80 0,-16 143 0,3-272 0,-2-1 0,-1 1 0,0-1 0,-2 0 0,-13 33 0,-52 88 0,34-71 0,12-26 0,-1-2 0,-2 0 0,-2-2 0,-2-2 0,-2 0 0,-1-3 0,-41 34 0,-41 22 0,-133 80 0,186-133 0,-103 45 0,140-73 0,0-1 0,-33 7 0,-19 5 0,-8 9 0,-144 44 0,189-64 0,0-2 0,-1-1 0,-72 1 0,-342-12 0,448 4-124,1 0 0,-1-1 0,0 0 0,0 0 0,1-1 0,-1 0-1,1 0 1,-1-1 0,1 0 0,-10-6 0,2 0-6702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08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2518 24575,'-8'0'0,"1"0"0,-1 0 0,0 0 0,1-1 0,-1-1 0,1 1 0,0-1 0,-1 0 0,1-1 0,0 1 0,0-1 0,1-1 0,-1 1 0,0-1 0,1-1 0,0 1 0,0-1 0,1 0 0,-1 0 0,-8-11 0,-107-157 0,105 148 0,2-1 0,1 0 0,-19-51 0,-17-92 0,15 46 0,25 89 0,2-1 0,-5-51 0,-7-35 0,13 92 0,0 1 0,2-1 0,1 0 0,2 0 0,1 0 0,1 0 0,1 0 0,9-41 0,-4 50 0,0 1 0,2 0 0,0 1 0,1 0 0,1 0 0,1 1 0,0 1 0,17-18 0,22-32 0,-12 19 0,1 2 0,3 2 0,64-52 0,-73 66 0,57-47 0,3 4 0,3 4 0,3 4 0,3 5 0,152-63 0,-251 120 0,372-146 0,-288 118 0,2 4 0,131-20 0,263 9 0,3 36 0,-273 3 0,-198-2 0,0 0 0,1 1 0,-1 1 0,0 1 0,-1 0 0,1 1 0,22 9 0,-29-9 0,1 2 0,-1-1 0,0 1 0,0 0 0,-1 1 0,0 0 0,0 0 0,-1 1 0,0 0 0,0 0 0,0 0 0,6 13 0,0 3 0,-1 0 0,-1 0 0,-1 1 0,-2 0 0,0 1 0,-1 0 0,-2 1 0,2 26 0,0 34 0,-6 97 0,-2-117 0,0-31 0,-1 0 0,-2 0 0,-16 69 0,13-80 0,-1 0 0,-2-1 0,-1 0 0,0 0 0,-2-1 0,-19 27 0,-56 75 0,-108 145 0,162-229 0,-115 131 0,97-120 0,-1-2 0,-3-3 0,-2-3 0,-108 64 0,-116 40 0,193-106 0,-116 37 0,57-23 0,-18 5 0,139-54 0,1 0 0,-1-2 0,0-1 0,-44 0 0,21-5 0,23 0 0,0 1 0,-1 1 0,1 1 0,-33 7 0,-5 5 0,-85 7 0,125-17 0,-48 14 0,50-11 0,0-1 0,-31 3 0,-164 15-1365,193-23-5461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13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2120 24575,'-1'0'0,"0"-1"0,0 0 0,0 1 0,0-1 0,0 0 0,0 0 0,0 0 0,0 0 0,0 0 0,0 0 0,1 0 0,-1 0 0,0 0 0,1 0 0,-1 0 0,1 0 0,-1-1 0,0-1 0,-3-6 0,-68-132 0,6-3 0,6-2 0,7-3 0,-35-159 0,80 261 0,1-1 0,3 0 0,1 0 0,6-68 0,-2 106 0,0-1 0,1 1 0,1 0 0,-1 0 0,2 0 0,-1 0 0,1 0 0,1 1 0,0-1 0,0 1 0,1 1 0,7-10 0,12-11 0,54-52 0,-68 71 0,78-67 0,4 4 0,132-80 0,-129 98 0,3 4 0,197-73 0,-228 101 0,0 3 0,2 3 0,108-11 0,214 9 0,-343 19 0,1 3 0,82 15 0,-126-16 0,1 1 0,-1-1 0,1 1 0,-1 0 0,0 1 0,0-1 0,-1 1 0,1 1 0,-1-1 0,0 1 0,0-1 0,0 2 0,-1-1 0,5 7 0,7 11 0,-1 1 0,12 26 0,-21-39 0,7 13 0,-1 1 0,-1 0 0,-1 1 0,-1 0 0,-1 0 0,-1 0 0,-2 1 0,0 1 0,0 45 0,-9 436 0,3-484 0,-1 0 0,-2 0 0,0 0 0,-2 0 0,0-1 0,-2 0 0,0 0 0,-17 30 0,-14 19 0,-58 80 0,82-131 0,-16 23 0,-62 71 0,73-95 0,0-1 0,-2-1 0,0-2 0,-1 0 0,-28 16 0,-45 24 0,-52 27 0,119-70 0,0-1 0,0-1 0,-43 10 0,16-11 0,-101 8 0,79-8 0,49-6 0,-46 1 0,34-6 0,0 1 0,0 1 0,0 3 0,0 1 0,-50 16 0,-22 22 123,40-15-1611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1:18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 2237 24575,'-1'0'0,"0"0"0,-1-1 0,1 1 0,0 0 0,0-1 0,0 1 0,-1-1 0,1 0 0,0 1 0,0-1 0,0 0 0,0 1 0,0-1 0,0 0 0,1 0 0,-1 0 0,0 0 0,0 0 0,0-1 0,-15-26 0,11 17 0,-9-17 0,1-2 0,1 0 0,-11-43 0,-13-98 0,23 87 0,-3-127 0,17-89 0,2 116 0,-4 163 0,1 0 0,1 0 0,1 0 0,1 0 0,1 0 0,0 1 0,2-1 0,0 1 0,16-32 0,3 9 0,3 1 0,56-67 0,79-65 0,-121 135 0,1 2 0,2 2 0,1 2 0,53-29 0,-20 20 0,156-58 0,-151 73 0,1 3 0,1 5 0,1 3 0,114-6 0,357 12 0,-447 12 0,-82-2 0,1 1 0,50 9 0,-69-8 0,-1 1 0,1 0 0,-1 1 0,0 0 0,0 1 0,-1 0 0,1 1 0,-1-1 0,0 2 0,14 12 0,-11-7 0,23 19 0,-2 2 0,-1 1 0,-1 2 0,32 49 0,-25-25 0,38 66 0,-70-113 0,-2 0 0,1 1 0,-1-1 0,-1 1 0,0-1 0,-1 1 0,0 15 0,-4 102 0,-1-61 0,3-60 0,-9 190 0,5-166 0,-2 1 0,-1-1 0,-20 59 0,-20 32 0,-117 219 0,136-295 0,-3-1 0,-1-1 0,-3-2 0,-1-1 0,-2-2 0,-3-2 0,-45 36 0,60-58 0,0-1 0,-1-1 0,-40 17 0,-91 28 0,61-25 0,24-10 0,-119 26 0,-80-2 0,233-43 0,0 0 0,-5 1 0,-83 4 0,-406-13 0,524 1 0,0 0 0,0-1 0,1 0 0,-1 0 0,0-1 0,0 0 0,-14-6 0,18 5 0,-1 0 0,1 0 0,0 0 0,0-1 0,0 0 0,0 0 0,1 0 0,0-1 0,0 1 0,0-1 0,-6-10 0,-2-2-1365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12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24575,'0'7'0,"1"-1"0,0 1 0,0 0 0,1 0 0,0-1 0,0 1 0,1-1 0,0 0 0,0 1 0,4 5 0,43 58 0,-40-58 0,78 89 0,138 123 0,-85-89 0,-99-94 0,1-1 0,1-2 0,3-2 0,0-3 0,98 52 0,472 155 0,-408-167 0,684 208 0,-822-265-1365,-7-2-5461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16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 24575,'0'8'0,"12"15"0,23 15 0,15 9 0,6 5 0,-2-2 0,-2-7 0,-10-5 0,-17-10 0,-32-10 0,-39-3 0,-27-5 0,-10 0 0,-2 2 0,12 0-8191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0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24575,'2'23'0,"2"0"0,0 0 0,2 0 0,0-1 0,1 0 0,19 38 0,-17-37 0,134 290 0,-126-284 9,0 0-1,2-1 1,25 28-1,71 70-164,-45-53-1087,-33-31-5583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2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1 305 24575,'36'10'0,"-8"-1"0,12-1 0,-18-2 0,0-1 0,1-1 0,-1-1 0,1-1 0,44-3 0,-64 1 0,0-1 0,-1 0 0,1 0 0,-1 0 0,1 0 0,-1 0 0,0-1 0,1 1 0,-1-1 0,0 1 0,0-1 0,0 0 0,0 0 0,-1 0 0,1 0 0,0 0 0,-1 0 0,1-1 0,-1 1 0,0 0 0,0-1 0,0 1 0,0-1 0,0 0 0,0 1 0,-1-1 0,1 0 0,-1-2 0,2-12 0,-1 0 0,0 0 0,-3-24 0,1 18 0,0-13-87,-1 8-339,2 0 0,3-32 0,2 34-6400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3:14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1394 2 24575,'-9'0'0,"-7"-1"0,0 1 0,0 0 0,0 2 0,-1-1 0,1 2 0,0 0 0,1 1 0,-1 1 0,-15 6 0,-140 89 0,74-40 0,-33 28 0,25-16 0,-51 38 0,118-73 0,33-31 0,-1 1 0,0-1 0,0-1 0,-1 1 0,0-1 0,-12 8 0,4-4 0,-1 2 0,2 0 0,-1 0 0,2 1 0,-1 1 0,-13 18 0,-14 12 0,-40 31-682,-116 83-1,173-140-6143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29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5845 0 24575,'-52'48'0,"-3"-2"0,-1-2 0,-1-4 0,-3-1 0,-91 42 0,-337 122 0,-610 173 0,736-257 0,-166 23 0,-1-39 0,287-58 0,165-30 0,-379 59 0,157-27 0,113-14 0,25-7 0,-131 19 0,158-41 0,94-4 0,-71 8 0,28 1-188,-156-3-1,177-6-799,35 0-5838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2:32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0 24575,'-1'6'0,"-2"0"0,1-1 0,0 1 0,-1-1 0,0 0 0,-1 0 0,1 0 0,-1 0 0,0 0 0,-7 6 0,4-4 0,-21 25 0,-1-2 0,-1-1 0,-64 47 0,89-73 0,1 0 0,0 0 0,-1 1 0,2-1 0,-1 1 0,0 0 0,1 0 0,0 0 0,-5 8 0,8-11 0,-1 0 0,1 0 0,-1 1 0,1-1 0,0 0 0,0 0 0,-1 0 0,1 0 0,0 0 0,0 0 0,0 1 0,0-1 0,0 0 0,0 0 0,1 0 0,-1 0 0,0 0 0,1 0 0,0 2 0,0-1 0,0-1 0,1 1 0,-1-1 0,0 0 0,1 1 0,-1-1 0,1 0 0,-1 0 0,1 0 0,0 0 0,0 0 0,-1 0 0,1-1 0,0 1 0,3 0 0,40 10 30,55 5-1,-68-12-314,0 1 0,-1 1 1,1 2-1,47 19 0,-62-19-6541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6:53:20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0 24575,'0'17'0,"1"2"0,-1 0 0,-1-1 0,0 1 0,-2 0 0,0-1 0,-1 1 0,-9 25 0,10-39 0,1 0 0,0 0 0,1 1 0,-1-1 0,1 0 0,0 0 0,1 1 0,-1 9 0,1-13 0,1 0 0,-1-1 0,1 1 0,-1 0 0,1 0 0,0-1 0,0 1 0,0-1 0,0 1 0,0-1 0,0 1 0,0-1 0,1 1 0,-1-1 0,0 0 0,1 0 0,-1 0 0,1 0 0,-1 0 0,1 0 0,0 0 0,-1 0 0,1-1 0,0 1 0,0 0 0,0-1 0,-1 0 0,1 1 0,0-1 0,2 0 0,30 4 0,0-2 0,0-1 0,50-5 0,10-1 0,45 6-1365,-119-1-5461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44.7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0,'530'0,"-504"0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47.4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1,'0'2,"1"0,-1 0,0 0,1 0,-1 0,1 0,0 0,0 0,0 0,0 0,0 0,0-1,0 1,0 0,1-1,-1 1,1-1,-1 1,1-1,0 0,-1 0,1 0,0 0,0 0,0 0,0 0,0 0,0-1,0 1,0-1,3 1,9 1,0 0,1-2,22 0,-21 0,514-2,-501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50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1,'15'0,"19"0,18 0,9 0,5 0,-3 0,-6 0,-7 0,-9 0,-8 0,0 0,5 0,4 0,-4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3:52.3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0,'500'0,"-475"0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4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0,'20'0,"15"0,13 0,14 0,6 0,2 0,-3 0,-8 0,-6 0,-9 0,-7 0,-6 0,-5 0,-6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6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0,'719'0,"-669"0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08.5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63,'4'0,"13"0,20-4,23-1,22 0,1 1,-10-3,-9 0,5 1,10 1,4-2,-9 1,-16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1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0,'0'1,"0"1,1-1,-1 0,1 0,-1 0,1 0,0 0,-1-1,1 1,0 0,-1 0,1 0,0 0,0-1,0 1,0 0,0-1,0 1,0-1,0 1,0-1,0 0,0 1,0-1,0 0,0 0,3 1,35 3,-35-4,43 2,-16-1,0 1,37 8,-28-4,0-1,0-3,68-3,-35-1,165 1,-199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3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1,'781'0,"-718"0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16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0,-1 0,1-1,-1 1,1 0,-1 0,1-1,0 1,-1 0,1-1,0 1,-1 0,1-1,0 1,0-1,0 1,0-1,-1 0,1 1,0-1,0 0,0 0,0 0,0 1,0-1,1 0,33 3,-28-3,410 7,-256-9,-91-2,-36-1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56.4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0,'742'0,"-711"0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4:57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0,'0'4,"7"0,21 5,41-1,45-1,21-2,-5-1,-22-2,-21-1,-25-1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0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0 485,'644'0,"-634"1,1-2,-1 1,0-1,1 0,-1-1,14-5,-20 5,0 0,0 0,0 0,0-1,0 1,-1-1,1 0,-1 0,0-1,0 1,0-1,0 1,0-1,-1 0,0 0,3-7,9-22,-1 0,-2 0,-1-1,5-41,-7 22,1-79,-9 110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3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45,'41'-12,"1"2,0 2,82-5,132 12,-121 3,108-2,-204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05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0,'466'16,"-245"-10,-186-6,14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10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0,'4'4,"0"0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17.6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30,'25'-1,"39"-7,12-2,153 7,48-3,-273 5,1 1,0-1,0 2,-1-1,1 0,0 1,-1 0,1 0,0 0,-1 1,1-1,6 5,-8-4,-1 0,1 0,-1 1,0-1,0 1,0-1,0 1,0 0,0-1,-1 1,1 0,-1 0,0 0,0 0,0 1,0-1,-1 0,1 0,-1 4,3 37,-8 85,0-23,4-91,0 0,-1 0,-1 0,0-1,-1 1,0-1,-2 0,-10 23,14-34,0-1,0 1,0-1,0 1,0-1,-1 0,1 0,-1 0,1 0,-1 0,0 0,0-1,0 0,0 1,0-1,0 0,0 0,-4 0,-6 1,-1-1,1 0,-17-2,8 1,-407-6,400 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21.6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1 534,'0'-459,"0"456,0-1,0 1,0 0,0-1,1 1,-1 0,1-1,0 1,0 0,0 0,0 0,0 0,1 0,0 0,3-6,-2 7,0 0,0 0,0 0,0 1,1-1,-1 1,0 0,1 0,-1 0,1 0,-1 0,1 1,-1 0,1-1,4 2,271 0,-90 2,-177-3,0 0,-1 0,0 0,0 2,18 2,-27-3,1 0,0 0,0 0,-1 0,1 1,0-1,-1 0,1 1,-1 0,0 0,0 0,0 0,0 0,0 0,0 0,0 1,-1-1,1 1,-1-1,1 1,-1 0,0-1,1 4,2 21,0 1,-2-1,-1 1,-1 0,-5 36,1 8,4-68,-1 23,0 1,-2 0,-9 39,11-64,0 0,-1-1,1 1,-1 0,1-1,-1 1,0-1,0 0,0 0,0 0,-1 0,1 0,0 0,-1 0,0-1,1 1,-1-1,0 0,0 0,1 0,-1 0,0 0,-3 0,-10 2,0-1,-1-1,-17 0,15-1,-230-3,144 1,80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26.0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0 467,'1'-290,"-1"281,0 1,1 0,0 0,1 0,3-13,-4 18,0 1,0 0,0 0,1 0,-1 0,1 0,-1 0,1 0,0 0,-1 0,1 1,0-1,0 1,0-1,0 1,1 0,-1 0,0 0,0 0,1 0,-1 1,4-2,18-1,1 1,0 2,49 3,-15 1,364 3,-406-9,-1 0,1-1,-1-1,1-1,-1 0,0-1,20-11,45-14,-76 30,26-7,-30 7,0 1,0 0,0-1,0 1,0 0,0 0,0 0,0 0,0 0,0 0,0 0,0 0,0 1,0-1,0 0,0 0,0 1,0-1,0 1,0-1,0 1,1 0,-4 4,1-1,-1 0,0 0,0 1,-1-1,1-1,-1 1,1 0,-1-1,-4 4,4-2,-13 14,3-4,0 1,2 0,0 1,0 0,2 0,0 1,-11 31,14-30,-1-1,-11 22,12-27,-1 1,2 0,-1 0,2 1,-4 18,8-30,-1 0,0 1,0-1,0 0,0 0,0 0,-1 0,1 0,-1 0,0 0,0 0,0-1,0 1,-1-1,-3 4,0-2,1 0,-1 0,0-1,0 0,0 0,-1-1,-9 3,-9 0,0-1,-1-1,-31 0,46-3,-209-2,72-1,120 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30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0 502,'0'-335,"0"331,1 1,-1-1,1 0,0 1,-1-1,2 1,-1-1,0 1,1-1,-1 1,1 0,0 0,0 0,1 0,-1 0,0 0,1 1,0-1,0 1,0-1,0 1,0 0,0 0,0 1,1-1,-1 1,4-2,11-3,1 1,-1 1,1 0,20-1,-28 4,53-4,88 5,2 0,-142-2,-1 0,0 0,1-2,-1 1,0-1,14-8,-17 8,1 0,-1 0,1 1,0 0,0 0,0 1,0 0,1 1,15 0,-23 1,0 0,-1 1,1 0,0-1,0 1,-1 0,1 0,0 0,-1 0,1 0,-1 0,1 0,-1 1,0-1,0 1,1-1,-1 1,0-1,0 1,0-1,-1 1,1 0,0 0,-1-1,1 1,-1 0,1 0,-1 0,0 3,2 9,-2-1,1 0,-3 17,1-12,0 139,-4 83,5-238,-1 1,1 0,-1 0,0-1,0 1,0-1,-1 1,1-1,-1 1,1-1,-1 0,0 1,0-1,0 0,0 0,0-1,0 1,0 0,-1-1,1 1,-1-1,1 0,-1 0,1 0,-1 0,0 0,0 0,-3-1,-11 4,-1-1,0-1,-23-1,29-1,-240-2,70-1,164 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49.4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22 382,'-11'-129,"0"4,12 122,-1 0,1-1,0 1,0-1,0 1,0 0,1 0,-1-1,1 1,0 0,0 0,0 1,0-1,1 0,-1 1,1-1,-1 1,1 0,0 0,0 0,0 0,0 0,0 1,0-1,6-1,10-4,1 1,-1 1,24-3,-40 7,79-12,1 3,95 2,-149 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1.1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0,'7'4,"7"1,11 0,8 2,3 0,-2 0,1-3,-1-1,-4-1,-3-1,-3-1,-1-1,-2 1,0 0,3 0,9-1,2 1,-5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3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0,'4'0,"26"0,15 0,8 0,-3 0,-5 0,-7 0,-6 0,-6 0,-3 0,-2 0,0 0,-2 0,1 0,1 0,-5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5.0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0,'11'0,"11"0,5 0,1 0,0 0,-1 0,-2 0,3 0,2 0,1 0,-1 0,-3 0,-6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5:56.9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0 223,'4'0,"0"-4,1-11,-1-8,-2-6,0-3,-1 2,-1-3,0 2,0 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1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0,'659'0,"-641"0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4.0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1,'739'0,"-735"0,5 0,0 0,1 0,-1 1,1 1,13 3,-20-4,-1-1,0 1,0 1,0-1,1 0,-1 0,0 1,0-1,-1 1,1 0,0 0,0-1,-1 1,1 0,-1 0,0 1,0-1,0 0,0 0,0 0,0 1,0-1,-1 1,1-1,-1 0,1 5,-1 12,-1 0,0 0,-2 0,-6 26,1 1,4-24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6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0 107,'11'0,"10"-3,13-6,8-4,11-3,0 0,-6 4,-6 3,-7 4,1-1,6 0,6 1,18 2,8 1,2 1,-12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18.5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0,'15'0,"22"0,12 0,2 0,-5 0,1 0,7 0,-2 0,-7 0,-3 0,-6 0,-5 0,3 0,3 0,2 0,-1 0,-4 0,-8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0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0,'0'4,"0"4,0 6,0 2,0 3,0 2,0 1,-3 4,-6 4,0 5,1-4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2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39,'137'1,"1"2,203-24,-267 4,-58 13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5.7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0,'0'1,"1"1,-1-1,1 0,-1 0,1 0,-1 1,1-1,0 0,0 0,-1 0,1 0,0 0,0 0,0-1,0 1,0 0,0 0,0-1,0 1,1-1,-1 1,0-1,0 1,3 0,31 8,19-2,65 0,48 7,-76-2,164 1,-230-13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7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0,'25'0,"20"0,4 0,6 0,12 0,4 0,-6 0,-10 0,-7 0,-9 0,-3 0,-5 0,-3 0,-7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28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33.4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1 307,'0'-6,"-1"-20,2-1,0 0,2 1,11-46,-13 65,1 1,1 0,-1 0,1-1,0 2,1-1,0 0,-1 1,2-1,-1 1,0 0,1 1,0-1,0 1,1 0,-1 0,1 0,0 1,0 0,0 0,0 1,1-1,-1 1,9-1,17-1,0 1,0 2,0 1,38 5,15 0,25-6,57 3,-164-2,-1 1,0-1,0 1,0 0,0-1,0 1,0 0,0 0,0 1,0-1,-1 0,1 1,0-1,-1 1,1-1,-1 1,1 0,-1-1,0 1,0 0,0 0,0 0,0 0,0 0,-1 0,1 0,-1 0,1 1,-1 3,2 8,-1 0,0 1,-2 21,0-19,0 106,-3 68,4-189,0 0,0 1,-1-1,1 1,-1-1,0 0,0 1,0-1,0 0,0 0,0 0,0 1,-1-1,1-1,-1 1,0 0,1 0,-1 0,0-1,0 1,0-1,0 0,0 0,-1 1,1-1,0-1,-1 1,1 0,0 0,-4 0,-7 1,-1-1,1 0,-1-1,-20-3,5 2,-426-4,444 6,1 0,0 0,-1 1,1 1,0 0,-17 7,6-1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44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0 784,'23'-364,"-8"180,-14 131,-2 37,1 1,1-1,0 0,5-18,-5 31,1 0,-1 0,1 0,0 1,0-1,0 1,0 0,0-1,0 1,1 0,-1 0,1 0,0 1,-1-1,1 1,0-1,0 1,0 0,0 0,4-1,12-3,0 1,21-2,-21 3,56-8,100-2,-170 13,-1 0,0 0,0 0,1 1,-1-1,0 1,0 0,0 0,0 1,0-1,0 1,0 0,7 5,-9-5,0 0,1 1,-1-1,0 1,-1 0,1 0,0 0,-1 0,0 0,0 0,0 0,0 0,0 1,0-1,-1 0,0 0,1 7,6 135,1 87,-6-153,0-39,-7 80,4-117,0-1,0 1,0-1,0 1,-1-1,1 0,-1 1,1-1,-1 0,0 0,0 0,0 0,0 0,0-1,0 1,0-1,-1 1,1-1,-1 0,1 0,-1 0,1 0,-1 0,0-1,1 1,-4-1,-11 3,-1 0,-31-1,43-2,-146-3,91 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45.8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0,'7'4,"6"4,1 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0.7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40 657,'-3'-5,"0"-1,0 1,1-1,0 1,0-1,0 0,0 0,1 0,0 0,1 0,-1-1,1 1,1-10,-2-9,-6-58,1 37,3 0,1-1,3 1,9-69,-9 108,1-6,1 1,0-1,0 1,1-1,7-12,-10 22,1 0,0 0,0 0,1 0,-1 0,1 1,-1-1,1 1,0-1,0 1,0 0,0 0,0 0,0 1,1-1,-1 1,1 0,-1 0,1 0,-1 0,1 0,5 1,188-7,-82 4,-66 0,-28 1,0 1,1 0,-1 2,0 1,27 5,-44-6,0 0,0 1,0 0,0 0,0 0,-1 0,1 0,-1 1,1 0,-1-1,0 1,0 1,0-1,-1 0,1 1,-1-1,0 1,0 0,0 0,0 0,-1 0,1 0,0 6,2 8,-1 0,-1 1,0-1,-2 19,0-27,-10 351,10-357,0 1,-1-1,1 0,-1 1,0-1,0 0,-1 0,1 0,-1 0,0 0,0 0,0 0,-1-1,1 1,-1-1,0 1,-3 2,-1-1,0 0,0-1,0 0,-1-1,1 1,-1-1,0-1,-10 3,-280 54,267-54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2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0,'0'4,"0"4,0 5,-11 8,-17 10,-16 8,-7 0,-2-6,8-5,12-8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6:55.6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44 647,'-2'-32,"-1"0,-11-48,-2-20,8-142,7 235,2 0,-1 0,1 0,0 0,0 0,1 0,0 1,0-1,1 1,0-1,0 1,7-11,-6 12,1 0,-1 1,1 0,0 0,0 0,0 0,0 1,1 0,-1 0,1 0,0 1,0 0,0 0,11-2,22-1,1 1,0 3,0 1,45 6,33-1,-108-5,-3 0,-1 0,0 0,1 1,-1-1,0 1,0 1,7 1,-11-2,0 0,0 1,-1-1,1 0,0 1,0-1,-1 1,1-1,-1 1,0 0,1 0,-1 0,0 0,0 0,0 0,0 0,-1 0,1 0,0 0,-1 0,1 1,-1-1,0 4,3 33,-4 55,-1-60,2 0,6 52,0-47,-1 0,-2 0,-4 76,0-113,1 0,-1 0,0 0,0 1,0-1,0 0,0 0,-1 0,1-1,0 1,-1 0,0 0,1-1,-1 1,0-1,0 1,0-1,0 0,0 0,0 0,0 0,0 0,0 0,-1-1,1 1,0-1,0 1,-4-1,-11 2,0 0,-33-2,29 0,-297-3,297 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2.0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0,'7'0,"7"0,7 0,4 0,1 0,0 0,7 4,11 0,6 1,2-1,-1-2,5 0,-3-1,-8-1,-10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4.3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0,'7'0,"10"0,6 0,2 0,0 0,15 0,14 0,2 0,-5 0,-8 0,3 0,-2 0,2 0,-3 0,-6 0,-8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18.0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1,'597'0,"-593"0,0 0,0 0,-1 0,1 1,0-1,0 1,-1 0,1 0,0 0,-1 1,1-1,-1 1,1 0,5 4,-7-3,1 0,-1-1,0 2,0-1,0 0,0 0,-1 1,1-1,-1 1,0-1,0 1,0-1,-1 1,1 0,-1 6,2 51,-8 92,6-150,-1 0,1-1,0 1,-1-1,1 1,-1 0,0-1,0 1,0-1,0 0,0 1,0-1,-1 0,1 0,-1 0,0 0,0 0,1 0,-1 0,0 0,0-1,-1 1,1-1,-3 2,-3 0,-1-1,1 0,-1 0,0 0,0-1,-9 0,-297 1,194-5,92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0.1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0,'0'7,"4"3,4-1,20 3,8-2,5-3,7-1,2-3,-4-1,-6-2,-7 0,-1 0,-2-1,-3 1,-3 0,-5-1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1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1,'172'-1,"169"3,-329-2,0 0,0 0,0 2,19 3,-29-5,0 1,0-1,0 1,0-1,0 1,0 0,0 0,0 0,0 0,-1 1,1-1,0 0,-1 1,1-1,-1 1,1 0,-1-1,0 1,0 0,0 0,0 0,0 0,0 0,0 0,1 4,-1 12,-1 0,0 0,-2 0,-5 33,-2 10,7-39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25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5 390,'-2'-90,"0"43,2 0,9-69,-9 112,1 0,0 0,1 0,-1 0,1 0,-1 0,1 0,0 1,1-1,-1 1,1 0,-1-1,1 1,0 0,0 0,1 1,-1-1,0 1,1 0,0-1,-1 2,1-1,0 0,0 1,0-1,6 0,9-2,1 2,0 0,0 0,26 3,-20-1,293 8,-316-8,-1 0,0 0,1 0,-1 1,0-1,0 1,1-1,-1 1,0 0,0-1,1 1,-1 0,0 0,0 1,0-1,-1 0,1 1,0-1,0 1,1 2,-1-1,0 0,0 0,-1 1,0-1,1 0,-1 1,-1-1,1 0,0 1,-1-1,0 1,0 4,-1 10,-1 1,-1 0,-1-1,-7 21,7-25,-2 11,-4 12,-19 48,27-81,-1 0,0 0,0 0,0 0,0-1,0 1,-1-1,1 0,-1 0,0 0,0-1,0 1,0-1,-1 0,1 0,-1 0,1-1,-1 0,-6 2,-12 1,-1-1,-37 1,47-3,-265 7,228-6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2.6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1,'526'0,"-496"0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6.2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1,'1'1,"0"0,0 0,0-1,0 1,0 0,0 0,0-1,0 1,1-1,-1 1,0-1,0 1,1-1,-1 0,0 0,0 1,1-1,1 0,0 0,56 7,1-3,90-6,-47 0,-25 2,-64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7.7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1,'0'3,"3"0,4 1,18-1,13-1,6-1,-1 0,-6-1,-5 0,-7 0,-3 0,-1 0,6 0,0 0,5 0,-1 0,-5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48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1,'8'0,"12"0,9 0,4 0,5 0,6 0,-3 0,-4 0,-1 0,-4 0,-3 0,-8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7:52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2,'99'-1,"107"3,-203-2,0 0,0 0,0 0,0 1,-1-1,1 1,0 0,0 0,-1 0,1 0,-1 1,1-1,-1 1,1-1,-1 1,0 0,0 0,0 0,0 0,0 0,0 0,1 3,0 2,0 1,-1-1,0 0,0 1,-1-1,1 13,1 3,2 19,-1 63,-4-87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2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1,'569'0,"-566"0,-1 0,1 0,0 0,0 0,0 1,-1-1,1 1,0-1,0 1,-1 0,1 0,-1 0,1 0,-1 1,1-1,3 4,-4-2,0-1,-1 1,1 0,-1-1,0 1,0 0,0 0,0 0,-1 0,1 0,-1 0,1 0,-1 0,0 0,-1 5,-1 97,-16 245,18-348,0 0,-1 0,1 0,0 0,-1 0,0 0,1 0,-1 0,0 0,0-1,0 1,0 0,0 0,-1-1,1 1,0-1,-1 1,1-1,-1 0,0 1,1-1,-1 0,0 0,0 0,1 0,-1-1,-3 2,-4 0,0-1,0 0,1-1,-1 1,-12-3,-1 2,-42-1,-161-6,215 7,1-2,-1 1,0-1,1 0,0-1,-1-1,1 1,0-1,1-1,-10-5,14 7,-1-1,1 1,-1-1,1 0,0-1,1 1,-1-1,1 0,0 0,0 0,0 0,0 0,1-1,0 1,1-1,-1 1,0-8,-1-12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4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0,'0'2,"0"0,1 0,-1 0,1 0,-1 0,1 0,0 0,0 0,0-1,0 1,0 0,0 0,1-1,-1 1,1-1,-1 0,1 1,-1-1,1 0,0 0,-1 0,1 0,0 0,0 0,0 0,0-1,3 1,6 3,1-2,-1 0,16 2,-26-4,99 15,-56-8,58 3,167-10,-256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6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31,'523'0,"-495"-2,1-1,54-13,-61 11,-1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8.2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0,'584'0,"-562"0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29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1,'9'0,"17"0,19 0,15 0,10 0,1 0,1 0,-1 0,1 0,-7 0,-16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1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10,'5'0,"12"0,13 0,5 0,5 0,-2 0,3 0,1 0,-3 0,1 0,-1 0,-4 0,-5 0,-2 0,-3 0,-6-3,-3 0,-4-1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2.9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0 182,'1'2,"-1"-1,1 1,-1-1,1 0,-1 1,1-1,0 0,0 1,0-1,0 0,0 0,0 0,0 0,0 0,0 0,0 0,1 0,-1 0,0 0,1-1,1 2,32 11,-4-4,1-2,0-1,53 2,99-7,-83-3,-98 2,0 0,0 0,-1 0,1 0,0-1,-1 1,1-1,0 1,-1-1,1 0,-1 0,1-1,-1 1,0 0,1-1,2-2,-2 1,-1 0,0 0,0-1,0 1,0 0,-1-1,1 1,-1-1,0 0,0 1,1-7,6-37,3-65,-10 84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36.1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39 327,'-1'-1,"-1"1,1-1,0 1,0-1,-1 0,1 0,0 1,0-1,0 0,0 0,0 0,0-1,0 1,0 0,0 0,1 0,-1-1,0 1,1 0,-1-1,1 1,-1 0,1-3,-9-33,5 14,2 0,1-1,1 1,0 0,8-41,-7 61,0-1,1 1,0 0,-1 0,1 0,0 0,0 0,1 0,-1 0,1 1,-1-1,1 1,0 0,0 0,0 0,0 0,0 0,0 1,0-1,1 1,4-2,10-1,0-1,36-2,-38 5,11-2,-1 1,1 1,0 1,-1 2,47 6,-71-6,0 0,0 0,0 0,0 0,0 0,0 1,0-1,0 0,0 1,-1 0,1-1,0 1,-1 0,0 0,1 0,-1 0,0 0,0 0,0 0,0 0,0 0,-1 0,1 1,-1-1,1 0,-1 4,1 7,0 1,-1 0,-3 19,1-11,-1 126,3-146,0 0,-1 0,1 0,0 0,-1 0,0 0,1-1,-1 1,0 0,0 0,0 0,0-1,-1 1,1-1,0 1,-1-1,1 1,-1-1,1 0,-1 0,0 0,1 0,-1 0,0 0,0 0,0 0,0-1,0 1,-2 0,-7 1,0-1,0 0,-1-1,-13-1,6 1,-26-1,4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0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0,'1'1,"0"0,-1 0,1 0,0-1,0 1,0 0,0-1,0 1,-1-1,1 1,0-1,0 1,0-1,1 0,-1 1,0-1,0 0,0 0,0 0,0 0,0 0,2 0,0 0,78 8,139-6,-111-4,-31 1,85 2,-160-2,-1 1,1 0,-1 1,1-1,0 0,-1 1,1 0,-1-1,1 1,-1 0,1 0,-1 0,0 1,4 1,-5-1,0-1,0 1,-1-1,1 1,0 0,-1 0,1-1,-1 1,0 0,1-1,-1 1,0 0,0 0,0 0,0-1,-1 1,1 0,0 0,-1-1,1 1,-2 2,-1 11,1 0,0 1,1 15,1-15,-1-1,-5 25,6-37,-1-1,0 0,0 0,-1 0,1 1,0-1,-1-1,1 1,-1 0,1 0,-1 0,0-1,0 1,0-1,0 0,0 1,0-1,0 0,-1 0,1 0,0 0,0-1,-1 1,1-1,-4 1,-9 1,0-1,0 0,-17-2,9 0,-61 6,-87 15,-31 2,100-20,86-3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4.2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74,'37'-3,"0"0,71-18,-22 4,91-8,-141 22,0 2,70 5,-105-4,-1 0,1 0,0 0,0 1,0-1,0 0,-1 0,1 1,0-1,0 0,0 1,-1-1,1 1,0-1,-1 1,1 0,0-1,-1 1,1-1,-1 1,1 0,-1 0,1-1,-1 1,0 0,1 0,-1 1,1 0,-1 1,0-1,0 1,0-1,0 1,0-1,0 1,-1-1,0 5,-4 7,0 0,-12 21,12-26,-9 18,-29 44,39-69,1 1,-1-1,1 0,-1 1,0-2,0 1,1 0,-1-1,-1 0,1 0,0 0,0 0,0-1,0 1,-1-1,-5-1,-1 2,-351 18,352-19,0 0,-1 1,-13 4,10-2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48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33 262,'-2'-54,"0"33,2 1,0-1,1 0,5-26,-5 44,0 1,0 0,0 0,0-1,0 1,1 0,-1 0,1 0,-1 0,1 1,0-1,0 0,0 1,0-1,0 1,0 0,0 0,1-1,-1 1,0 1,1-1,-1 0,0 1,1-1,-1 1,5-1,9 0,0 0,1 2,17 1,-3 0,40 0,0-4,0-3,86-16,-143 17,-2 1,0 1,-1 0,1 0,13 1,-23 1,0-1,-1 1,1 0,0 1,-1-1,1 0,-1 0,1 1,0-1,-1 1,1-1,-1 1,1 0,-1 0,0-1,1 1,-1 0,0 0,1 0,-1 1,0-1,0 0,0 0,0 1,0-1,0 0,0 1,-1-1,1 1,0-1,-1 1,1-1,-1 1,0 0,0-1,1 4,-6 81,0-14,4-68,1 0,-1-1,0 1,0 0,0 0,-1 0,0 0,1-1,-1 1,0-1,0 1,-1-1,1 0,-1 0,0 0,0 0,0-1,0 1,-3 2,-10 6,-1-1,-30 14,32-16,-5 1,0-1,-1-1,0-1,0-1,0 0,-38 2,-132-7,89-2,39 2,46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51.6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2 506,'-2'-126,"6"-141,-4 263,0 0,1 0,0-1,0 1,0 0,1 0,-1 0,1 0,0 0,0 1,1-1,-1 0,1 1,-1 0,6-5,-3 3,1 1,0 0,-1 0,1 1,1 0,-1 0,0 0,14-3,1 2,0 1,0 0,0 2,0 0,29 4,47 11,-69-8,0-2,43 1,-68-5,0 0,0 0,0 0,0 1,0-1,0 1,0-1,0 1,0 0,0 0,0 0,0 1,0-1,-1 1,4 2,-4-2,0 0,-1 0,1 1,-1-1,1 1,-1-1,0 1,0 0,0-1,0 1,0 0,-1 0,1 0,-1 0,0-1,0 7,-4 231,5-238,-1 0,0 0,0 0,0-1,0 1,-1 0,1 0,0 0,-1 0,1-1,-1 1,0 0,0-1,1 1,-1 0,0-1,0 1,-1-1,1 1,0-1,0 0,-3 3,-1-3,1 1,0 0,-1-1,1 0,0 0,-1 0,1-1,-8 1,-193 3,154-1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8:58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0,'2'0,"5"0,12 0,12 0,6 0,5 0,2 0,-7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13.9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1,'462'0,"-447"0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20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0,'547'0,"-545"0,0 0,0 0,0 1,0-1,0 0,0 1,0 0,0-1,0 1,0 0,0 0,-1 0,1 0,0 0,-1 0,1 1,-1-1,1 0,-1 1,1 0,-1-1,0 1,0 0,0-1,0 1,0 0,0 0,0 0,-1 0,1 0,-1 0,0 0,1 3,0 9,0 1,0-1,-2 0,-2 16,1 4,2 57,0-78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25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1 559,'0'-515,"-1"514,1-1,0 0,0 1,1-1,-1 0,0 1,0-1,1 0,-1 1,1-1,0 1,-1-1,1 1,0-1,0 1,0-1,0 1,0 0,0 0,0-1,0 1,1 0,-1 0,0 0,1 0,-1 1,1-1,-1 0,1 0,-1 1,1-1,-1 1,3-1,5 0,0 1,0-1,0 1,0 1,11 2,7-1,9 0,1 2,69 16,-88-16,-1-2,0 0,1-1,24-1,15 0,-56 0,0 0,1 1,-1-1,0 0,0 0,0 1,0-1,0 1,0-1,0 1,0-1,0 1,0-1,0 1,0 0,-1 0,1 0,0-1,0 1,-1 0,2 2,-1 0,1 0,-1 0,0 0,0 0,-1 0,1 0,0 6,-1 6,0-1,-4 24,4-33,-10 53,5-36,2 0,-2 36,6-6,-1 54,-1-105,1 1,0-1,-1 0,1 0,-1 1,0-1,1 0,-1 0,0 0,0 0,0 0,0 0,0 0,0 0,0 0,0-1,0 1,0 0,0-1,-1 1,1-1,0 1,0-1,-1 1,1-1,0 0,-1 0,1 1,0-1,-3 0,-52-2,37 1,7 2,0 0,0 1,0 1,1 0,-17 7,1-2,-37 13,55-19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39.1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32 356,'-2'-37,"-11"-65,6 68,3 0,-1-41,5 72,0 0,0 0,0 0,1 0,-1 0,1 0,-1 0,1 1,0-1,0 0,0 0,1 1,-1-1,1 0,-1 1,1 0,0-1,0 1,3-3,0 2,-1 1,0 0,0 0,1 0,-1 1,1 0,-1 0,1 0,-1 0,1 1,7-1,194 4,-54 1,-150-4,0-1,-1 1,1 0,0 0,-1 0,1 1,0-1,-1 0,1 0,0 1,-1 0,1-1,-1 1,1 0,-1-1,1 1,-1 0,1 0,-1 0,0 0,1 1,-1-1,0 0,0 0,0 1,1 2,0 1,-1-1,0 1,0 0,-1 0,0 0,1 0,-2 8,0-3,0 233,1-242,0 0,-1 1,1-1,0 0,-1 1,1-1,-1 0,1 0,-1 0,0 1,0-1,1 0,-1 0,0 0,0 0,0 0,0 0,0-1,0 1,0 0,-1 0,1-1,0 1,0-1,-1 1,1-1,0 1,0-1,-2 0,-47 7,37-6,-195 4,183-5,13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45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23 450,'0'0,"0"0,0 0,0 1,0-1,0 0,-1 0,1 0,0 0,0 0,0 0,0 0,0 0,0 0,0 0,-1 0,1 0,0 0,0 0,0 1,0-1,0 0,-1 0,1 0,0 0,0 0,0-1,0 1,0 0,0 0,-1 0,1 0,0 0,0 0,0 0,0 0,0 0,0 0,-1 0,1 0,0 0,0 0,0-1,0 1,0 0,0 0,0 0,0 0,0 0,0 0,0-1,-1 1,1 0,0 0,-3-13,2-22,1 31,-2-78,4-173,-1 252,-1 1,1-1,0 1,0-1,0 1,1 0,-1 0,0-1,1 1,-1 0,1 0,0 0,0 0,0 1,0-1,0 0,0 1,0 0,0-1,1 1,-1 0,0 0,1 0,-1 0,1 1,4-2,8-1,1 1,-1 0,18 0,-30 2,-3 0,18-2,0 1,-1 1,1 1,0 0,-1 1,1 1,-1 1,33 11,-46-13,0-1,0 1,-1 0,1-1,-1 1,1 1,-1-1,0 0,3 4,-5-4,1 0,-1 1,0-1,0 1,0 0,0-1,-1 1,1-1,-1 1,1 0,-1-1,0 1,-1 5,0 26,-2 0,-2 0,-1 0,-20 61,21-72,0-1,-1 40,5-45,-1 0,0 0,-1 0,-1 0,-10 28,13-43,0-1,0 0,1 0,-1 0,0 1,0-1,0 0,-1 0,1 0,0 0,0-1,0 1,-1 0,1 0,0-1,-1 1,1-1,-1 1,1-1,0 0,-1 1,1-1,-1 0,1 0,-1 0,-2-1,-46-9,22 3,-148-16,165 21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58.7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77 587,'-1'-8,"0"-1,-1 1,1-1,-1 1,-6-13,-1-7,-6-35,2 0,3-1,2-1,2-95,6 146,0 8,0 0,0 0,0 0,1 0,2-8,-3 13,0-1,1 1,-1 0,1 0,0 0,-1 0,1-1,0 1,0 0,-1 0,1 0,0 1,0-1,0 0,0 0,0 0,1 1,-1-1,0 0,0 1,0-1,1 1,-1 0,0-1,0 1,1 0,-1 0,0 0,3 0,242 2,-68 0,-138-3,45 2,-84 0,1-1,-1 0,0 1,0-1,0 1,0-1,0 1,0 0,0-1,-1 1,1 0,0 0,0-1,0 1,-1 0,1 0,0 0,-1 0,1 0,-1 0,1 0,-1 0,0 0,1 0,-1 1,0-1,0 0,0 2,3 38,-3-31,0 24,-2 151,0-158,-1-1,-2 0,0-1,-18 50,22-72,0-1,-1 1,0-1,1 1,-1-1,0 0,0 1,0-1,-1 0,1 0,0-1,-1 1,1 0,-1-1,0 1,0-1,1 0,-1 0,0 0,0-1,-4 2,-8 0,0-1,0 0,-18-1,5-1,-114 2,133-1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6:59:59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0,'371'0,"-362"0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03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12,'-2'112,"0"-34,13 133,-11-208,1 1,-1-1,1 0,0 0,0 0,0 0,1 0,-1 0,1 0,-1-1,1 1,0-1,0 1,0-1,0 1,1-1,-1 0,1 0,-1 0,1 0,0-1,0 1,0-1,-1 0,7 2,4 0,1 0,-1-1,1-1,25 0,-10-1,226 1,-252-1,0 0,-1-1,1 0,-1 1,1-1,0 0,-1 0,0 0,1-1,-1 1,0-1,1 1,-1-1,0 0,0 0,0 0,-1 0,1 0,0 0,-1 0,1 0,-1-1,0 1,0-1,0 1,0-1,0 1,0-4,3-10,-1 0,-1 0,1-27,-2 22,5-42,-2 28,-2 0,-3-58,0 89,0 0,0 0,-1 0,0 0,0 0,0 0,0 0,0 1,-1-1,1 1,-1 0,0 0,0 0,-1 0,1 0,-1 0,1 1,-1 0,0 0,0 0,1 0,-2 0,-5-1,-7-3,0 2,-1 0,1 0,-26-1,-69 5,58 1,45-1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09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69 494,'-6'-51,"-1"13,-2-239,9 272,0 0,0 0,0 0,1 0,0 0,0 0,0 1,0-1,1 0,0 0,3-6,-2 8,-1 0,1 0,0 1,0-1,0 1,0-1,0 1,0 0,1 0,-1 1,1-1,0 1,-1-1,1 1,5-1,40-8,0 2,1 3,0 1,0 3,70 7,-118-6,-1 0,1 1,-1-1,0 1,0-1,1 1,-1-1,0 1,0 0,0 0,0 0,1-1,-1 1,-1 0,1 0,0 1,0-1,0 0,0 0,-1 0,1 1,-1-1,1 0,-1 0,1 1,-1-1,0 0,1 1,-1-1,0 3,0 48,-1-43,-26 290,27-296,0 0,0 0,-1 0,1 0,-1 0,0 0,1 0,-2 0,1 0,0 0,0 0,-1-1,0 1,1 0,-3 2,1-3,0 0,0 0,-1-1,1 1,0-1,0 1,-1-1,1 0,-1 0,1-1,-1 1,1-1,-5 1,-55 2,-72-6,23 0,96 3,10 0,-1 1,1-2,-1 1,1-1,-9-1,13 1,0 0,0 1,1-1,-1 0,0 0,1 0,-1 0,1 0,-1-1,1 1,-1 0,1-1,0 1,0-1,-1 1,1-1,0 0,1 0,-1 1,0-1,0 0,0-2,-3-18,0 0,2-1,0 1,1-1,4-36,0-5,-3-9,0 49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17:00:13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1 464,'11'-303,"-12"173,2 128,-1 1,0 0,0-1,1 1,-1 0,1-1,-1 1,1 0,0 0,-1 0,1-1,0 1,0 0,0 0,-1 0,1 0,0 1,1-1,-1 0,0 0,0 0,0 1,0-1,1 1,-1-1,0 1,0-1,1 1,-1 0,0 0,3-1,5 0,1 1,0-1,14 3,-8-1,378 5,-392-6,-1 0,1 0,0 0,-1 1,1-1,0 1,-1-1,1 1,0-1,-1 1,1 0,-1 0,1 0,-1 0,0 0,1 0,-1 0,0 1,0-1,0 0,0 1,0-1,0 1,0-1,0 1,-1-1,1 1,0 0,-1-1,0 1,1 0,-1-1,0 1,0 2,2 9,-2 1,0-1,-3 23,1-6,1 234,1-263,0 1,-1 0,1-1,-1 1,1 0,-1-1,1 1,-1 0,0-1,0 1,0-1,0 0,0 1,0-1,0 0,0 1,-1-1,1 0,-1 0,1 0,0 0,-1 0,1-1,-1 1,0 0,1-1,-1 1,0-1,1 1,-1-1,0 0,-3 0,-9 2,0-1,-1-1,-15-2,8 1,-238-1,251 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16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733 1 24575,'0'4'0,"0"6"0,-4 9 0,-10 14 0,-15 18 0,-16 26 0,-7 12 0,-5 0 0,0-3 0,1-8 0,10-13 0,1-13 0,-6 1 0,-1 13 0,-14 7 0,1 0 0,11-4 0,15-13-8191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23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24575,'1'13'0,"0"0"0,2 0 0,-1 0 0,1 0 0,1-1 0,0 1 0,1-1 0,1 0 0,-1 0 0,2-1 0,0 0 0,0 0 0,12 14 0,13 11 0,1-1 0,45 35 0,-75-66 0,235 174 0,-155-121 0,96 87 0,-77-63-1365,-81-61-5461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34.7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242 0 24575,'-46'48'0,"-69"92"0,107-128 0,0 0 0,1 1 0,0 0 0,1 0 0,0 1 0,1 0 0,-5 21 0,6-13 0,1 0 0,1 0 0,1 1 0,3 28 0,-3-34-47,0 1-1,0 0 1,-7 25-1,4-20-1127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36.8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1:44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405 666 24575,'-12'0'0,"0"-1"0,-1 2 0,1-1 0,-18 5 0,27-5 0,0 1 0,0 0 0,0 0 0,0 0 0,1 0 0,-1 0 0,0 1 0,1-1 0,-1 1 0,1 0 0,0 0 0,-1 0 0,1 0 0,0 0 0,0 0 0,0 1 0,1-1 0,-1 0 0,-2 5 0,4-6 0,-1 0 0,1 0 0,0 0 0,-1 0 0,1 0 0,0 0 0,0 0 0,-1 0 0,1 0 0,0 0 0,0 0 0,0 0 0,0 1 0,0-1 0,1 0 0,-1 0 0,0 0 0,0 0 0,1 0 0,-1 0 0,1 0 0,-1 0 0,1 1 0,1 0 0,0 0 0,-1 0 0,1-1 0,0 1 0,0 0 0,0-1 0,0 1 0,0-1 0,0 0 0,3 1 0,7 3 0,0-1 0,1 0 0,15 2 0,-22-4 0,22 3 0,-1 0 0,1-2 0,28 1 0,-43-5 0,0 1 0,0-2 0,0 0 0,0 0 0,-1-1 0,1-1 0,-1 0 0,22-10 0,4-8 0,-1-1 0,-1-2 0,-1-1 0,-2-2 0,0-1 0,-2-2 0,-1-1 0,-2-1 0,-1-1 0,42-73 0,-61 92 0,1 1 0,0 0 0,1 0 0,18-18 0,-22 26 0,1 1 0,-1 0 0,1 0 0,0 0 0,0 1 0,0 0 0,1 1 0,-1 0 0,1 0 0,0 0 0,12-2 0,51-3 0,-56 10 0,-19 5 0,-30 12 0,23-14 0,-123 74 0,-140 107 0,-2 2 0,157-118 0,52-33 0,-100 75 0,141-88 0,1 0 0,1 2 0,1 1 0,2 0 0,1 2 0,0 0 0,-17 38 0,36-64 0,-1-1 0,1 0 0,0 0 0,0 0 0,0 1 0,0-1 0,1 1 0,-1-1 0,1 1 0,-1-1 0,1 1 0,0-1 0,0 1 0,0-1 0,0 1 0,1-1 0,-1 1 0,1 2 0,1-3 0,-1 1 0,1-1 0,-1 0 0,1 0 0,0 1 0,0-1 0,0-1 0,0 1 0,0 0 0,0 0 0,1-1 0,-1 1 0,1-1 0,-1 0 0,1 0 0,-1 0 0,4 1 0,14 5 0,0-2 0,0 0 0,1-2 0,31 2 0,89-3 0,-91-2 0,17 0 0,475-7 0,-515 3 0,0 0 0,0-2 0,-1-1 0,0-1 0,0-1 0,45-24 0,60-20 0,57-15 0,-75 25 0,-88 36 0,0 1 0,1 1 0,52-3 0,-2 0 0,-17 0 0,-1-3 0,1-2 0,-2-3 0,0-2 0,61-29 0,-86 27 0,-32 20 0,0 0 0,1 0 0,-1-1 0,0 1 0,1 0 0,-1 0 0,0 0 0,1-1 0,-1 1 0,0 0 0,1-1 0,-1 1 0,0 0 0,0-1 0,0 1 0,1 0 0,-1-1 0,0 1 0,0 0 0,0-1 0,0 1 0,1-1 0,-1 1 0,0 0 0,0-1 0,0 1 0,0-1 0,0 1 0,0 0 0,0-1 0,0 1 0,0-1 0,-1 1 0,1 0 0,0-1 0,0 1 0,0 0 0,0-1 0,0 1 0,-1-1 0,1 1 0,0 0 0,-1-1 0,-18-6 0,-18 3 0,0 2 0,-60 2 0,31 2 0,-160-3 0,-364 12 0,-113 74 0,604-69 0,78-13 0,2-1 0,1 1 0,0 0 0,0 2 0,-29 10 0,37-6 0,16-3 0,31 0 0,-35-6 0,67 6 0,-1-4 0,1-3 0,-1-2 0,0-4 0,130-30 0,-48-3 0,222-93 0,-308 105 0,-2-2 0,88-58 0,98-99 0,-247 187 0,2-3 0,0 1 0,0-1 0,0 0 0,0 0 0,0 0 0,3-5 0,-6 7 0,0 0 0,1 1 0,-1-1 0,0 0 0,0 0 0,0 1 0,1-1 0,-1 0 0,0 0 0,0 0 0,0 1 0,0-1 0,0 0 0,-1 0 0,1 0 0,0 1 0,0-1 0,0 0 0,-1 0 0,1 1 0,0-1 0,-1 0 0,1 0 0,-1 1 0,1-1 0,-1 1 0,1-1 0,-1 0 0,1 1 0,-1-1 0,1 1 0,-1-1 0,0 1 0,1-1 0,-1 1 0,0 0 0,0-1 0,1 1 0,-1 0 0,0 0 0,0-1 0,-11-3 0,1 0 0,0 1 0,-1 1 0,0 0 0,1 0 0,-14 0 0,6 1 0,-901-27 0,867 27 0,44-1 0,13-3 0,13-3 0,0 0 0,1 2 0,0 0 0,37-6 0,-8 1 0,407-85-888,583-50-1,496 80-1092,-582 91 1846,-919-23 143,34 1 31,0 3 0,125 27 1,-184-31 35,0 0 0,1 1 1,-1 0-1,13 8 0,-19-11-66,0 0 0,-1 1 0,1-1 0,0 1 0,0-1 0,-1 1 0,1 0-1,-1-1 1,1 1 0,0 0 0,-1-1 0,1 1 0,-1 0 0,1-1 0,-1 1 0,0 0 0,1 0 0,-1 0-1,0 0 1,0-1 0,1 1 0,-1 0 0,0 0 0,0 0 0,0 0 0,0 0 0,0 0 0,0-1-1,0 1 1,0 0 0,-1 0 0,1 0 0,0 0 0,0-1 0,-1 1 0,1 0 0,0 0 0,-1 0 0,1-1-1,-1 1 1,1 0 0,-1-1 0,0 1 0,1 0 0,-1-1 0,0 1 0,-10 7 190,1-1 0,-1 0 0,-1-1 0,1 0 1,-1-1-1,0 0 0,-23 5 0,15-3 10,-741 211 576,-10-39-407,656-154-371,97-21-7,-242 60 0,206-44 0,50-13 0,14-3 0,12-5 0,1 0 0,-1-1 0,0-1 0,33-10 0,-30 8 0,183-48 0,211-83 0,-322 97 0,-91 37 0,-1 0 0,0-1 0,0 0 0,0 0 0,7-6 0,-12 8 0,1 1 0,-1 0 0,0 0 0,0 0 0,1-1 0,-1 1 0,0 0 0,0 0 0,0-1 0,0 1 0,0 0 0,1-1 0,-1 1 0,0 0 0,0-1 0,0 1 0,0 0 0,0-1 0,0 1 0,0 0 0,0 0 0,0-1 0,0 1 0,0 0 0,0-1 0,0 1 0,0 0 0,0-1 0,-1 1 0,1 0 0,0-1 0,0 1 0,0 0 0,0 0 0,-1-1 0,1 1 0,-23-9 0,-22 3 0,1 2 0,-57 3 0,62 1 0,-1350 19 0,1043 0 0,312-13 0,34-6 0,0 0 0,0 0 0,0 0 0,0 0 0,0 0 0,0 0 0,0 0 0,0 0 0,0 0 0,0 0 0,0 1 0,0-1 0,1 0 0,-1 0 0,0 0 0,0 0 0,0 0 0,0 0 0,0 0 0,0 0 0,0 1 0,0-1 0,0 0 0,0 0 0,0 0 0,0 0 0,0 0 0,0 0 0,0 0 0,0 0 0,0 1 0,0-1 0,0 0 0,-1 0 0,1 0 0,0 0 0,0 0 0,0 0 0,0 0 0,0 0 0,0 0 0,0 1 0,0-1 0,0 0 0,60 2 0,286-38 0,1-29 0,162-23 0,-482 88 0,-27 0 0,0 0 0,0 0 0,1 0 0,-1 0 0,0 0 0,0 0 0,0 0 0,0 0 0,1 0 0,-1 0 0,0 0 0,0 0 0,0 0 0,0 0 0,0 0 0,0 0 0,1 1 0,-1-1 0,0 0 0,0 0 0,0 0 0,0 0 0,0 0 0,0 0 0,0 0 0,0 1 0,0-1 0,1 0 0,-1 0 0,0 0 0,0 0 0,0 0 0,0 1 0,0-1 0,0 0 0,0 0 0,0 0 0,0 0 0,0 0 0,0 1 0,0-1 0,0 0 0,0 0 0,0 0 0,0 0 0,-1 0 0,1 1 0,0-1 0,0 0 0,0 0 0,0 0 0,0 0 0,0 0 0,0 0 0,0 1 0,0-1 0,0 0 0,-1 0 0,1 0 0,0 0 0,0 0 0,-41 25 0,-471 191 41,-22-40-219,503-167 151,-757 210-1416,682-191 1443,78-16 0,27-12 0,1 0 0,0 0 0,0 0 0,0 0 0,0 0 0,0 0 0,-1 0 0,1 0 0,0 0 0,0 0 0,0 0 0,0 0 0,0 0 0,-1 0 0,1 0 0,0 0 0,0 1 0,0-1 0,0 0 0,0 0 0,0 0 0,0 0 0,0 0 0,-1 0 0,1 1 0,0-1 0,0 0 0,0 0 0,0 0 0,0 0 0,0 0 0,0 1 0,0-1 0,0 0 0,0 0 0,0 0 0,0 0 0,0 1 0,0-1 0,0 0 0,0 0 0,0 0 0,0 0 0,0 0 0,0 1 0,0-1 0,0 0 0,1 0 0,-1 0 0,0 0 0,0 0 0,0 0 0,0 1 0,0-1 0,0 0 0,0 0 0,1 0 0,-1 0 0,0 0 0,0 0 0,0 0 0,0 0 0,1 0 0,6 2 0,1-1 0,0 0 0,0 0 0,14-2 0,98-7 0,140-29 0,57-17-164,79-13-517,3116-391-4624,-3500 457 5428,10-1 515,-38 2 384,-114 13 863,-219 49 0,-26 5 319,-758 9-2204,618-52 0,487-21 0,0 1 0,0 1 0,0 1 0,1 1 0,0 2 0,0 1 0,1 1 0,-48 28 0,44-23 0,-18 9 0,2 2 0,1 2 0,-70 58 0,113-86 0,1 0 0,-1 0 0,1 1 0,0-1 0,-1 1 0,1-1 0,0 1 0,0-1 0,-1 1 0,1 0 0,1-1 0,-1 1 0,0 0 0,0 0 0,1 0 0,-1-1 0,1 1 0,-1 3 0,2-3 0,-1-1 0,1 0 0,0 0 0,0 0 0,0 0 0,0 0 0,1 0 0,-1 0 0,0-1 0,0 1 0,0 0 0,1-1 0,-1 1 0,0 0 0,1-1 0,-1 0 0,0 1 0,1-1 0,-1 0 0,1 0 0,-1 0 0,1 1 0,-1-2 0,0 1 0,3 0 0,934 18 0,-679-20 0,309 2 0,-517-4 0,1-2 0,-1-2 0,-1-2 0,76-25 0,-40 10 0,669-136 0,-719 154 0,-32 5 0,-9 1 0,-55 0 0,48 2 0,-192 3 0,-259 39 0,-525 176 0,933-206 0,47-13 0,12-5 0,17-9 0,-21 14 0,165-98 0,319-216 0,-438 279 0,1 3 0,2 2 0,2 1 0,0 4 0,2 1 0,98-30 0,-70 30 0,2 4 0,0 3 0,106-8 0,-165 21 0,14 0 0,-37 4 0,0 0 0,0 0 0,1 1 0,-1-1 0,0 1 0,0-1 0,1 1 0,-1-1 0,0 1 0,0 0 0,0-1 0,0 1 0,0 0 0,0 0 0,0 0 0,0 0 0,0 0 0,0 0 0,-1 0 0,1 0 0,0 0 0,-1 0 0,1 0 0,-1 1 0,2 1 0,4 22 0,-1 1 0,0 0 0,-2 0 0,-1 0 0,-2 35 0,0-11 0,1 172 0,1 40 0,-2-259 0,0-1 0,1 0 0,-1 1 0,1-1 0,-1 1 0,1-1 0,0 1 0,0-1 0,0 0 0,0 0 0,0 1 0,1-1 0,-1 0 0,1 0 0,-1 0 0,1 0 0,0-1 0,0 1 0,0 0 0,0-1 0,0 1 0,0-1 0,0 0 0,0 0 0,0 1 0,1-2 0,-1 1 0,4 1 0,-1-1 0,-1 0 0,1 0 0,0-1 0,-1 0 0,1 0 0,-1 0 0,1 0 0,0-1 0,-1 0 0,1 0 0,-1 0 0,0 0 0,1-1 0,-1 0 0,8-3 0,4-7 0,0-1 0,0 0 0,-2-1 0,1 0 0,20-28 0,-12 14 0,246-291 0,-259 308 0,1-5 0,2 1 0,0 1 0,0 0 0,2 1 0,-1 1 0,20-12 0,-32 22 0,0 1 0,1 0 0,-1-1 0,0 1 0,1 1 0,0-1 0,-1 0 0,1 0 0,-1 1 0,1 0 0,0-1 0,-1 1 0,1 0 0,0 0 0,-1 1 0,1-1 0,0 1 0,-1-1 0,1 1 0,0 0 0,-1 0 0,0 0 0,1 0 0,-1 0 0,1 0 0,-1 1 0,0-1 0,0 1 0,0 0 0,0 0 0,0-1 0,0 1 0,0 0 0,-1 1 0,1-1 0,-1 0 0,1 0 0,0 3 0,6 10 0,-1 0 0,-1 0 0,0 1 0,6 29 0,-1 16 0,-2 1 0,-3 0 0,-2 0 0,-7 82 0,1-121 0,1-47 0,-1-67 0,-29-459 0,30 535 0,5 25 0,6 30 0,7 57 0,-4 1 0,-5 0 0,-5 138 0,-5-207 0,-1 1 0,-1-1 0,-2 0 0,-1-1 0,-1 1 0,-1-1 0,-2-1 0,-1 0 0,-26 44 0,-2-9 0,-3-1 0,-85 92 0,68-88 0,-3-3 0,-85 66 0,-25-7 0,170-118 0,0-1 0,0 0 0,0 0 0,-1 0 0,1 0 0,0 0 0,-1-1 0,0 0 0,-5 2 0,8-3 0,1 0 0,-1 0 0,0 0 0,0 0 0,0 0 0,1 0 0,-1 0 0,0-1 0,0 1 0,1 0 0,-1 0 0,0-1 0,0 1 0,1 0 0,-1-1 0,0 1 0,1-1 0,-1 1 0,0-2 0,-1 0 0,1 0 0,0 1 0,0-1 0,0 0 0,0 0 0,0 0 0,0 0 0,1 0 0,-1-1 0,0-2 0,-6-55 0,2 1 0,5-98 0,1 79 0,0 9-341,4-1 0,3 1-1,30-125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1:46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34.7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242 0 24575,'-46'48'0,"-69"92"0,107-128 0,0 0 0,1 1 0,0 0 0,1 0 0,0 1 0,1 0 0,-5 21 0,6-13 0,1 0 0,1 0 0,1 1 0,3 28 0,-3-34-47,0 1-1,0 0 1,-7 25-1,4-20-1127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0:36.8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1:44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405 666 24575,'-12'0'0,"0"-1"0,-1 2 0,1-1 0,-18 5 0,27-5 0,0 1 0,0 0 0,0 0 0,0 0 0,1 0 0,-1 0 0,0 1 0,1-1 0,-1 1 0,1 0 0,0 0 0,-1 0 0,1 0 0,0 0 0,0 0 0,0 1 0,1-1 0,-1 0 0,-2 5 0,4-6 0,-1 0 0,1 0 0,0 0 0,-1 0 0,1 0 0,0 0 0,0 0 0,-1 0 0,1 0 0,0 0 0,0 0 0,0 0 0,0 1 0,0-1 0,1 0 0,-1 0 0,0 0 0,0 0 0,1 0 0,-1 0 0,1 0 0,-1 0 0,1 1 0,1 0 0,0 0 0,-1 0 0,1-1 0,0 1 0,0 0 0,0-1 0,0 1 0,0-1 0,0 0 0,3 1 0,7 3 0,0-1 0,1 0 0,15 2 0,-22-4 0,22 3 0,-1 0 0,1-2 0,28 1 0,-43-5 0,0 1 0,0-2 0,0 0 0,0 0 0,-1-1 0,1-1 0,-1 0 0,22-10 0,4-8 0,-1-1 0,-1-2 0,-1-1 0,-2-2 0,0-1 0,-2-2 0,-1-1 0,-2-1 0,-1-1 0,42-73 0,-61 92 0,1 1 0,0 0 0,1 0 0,18-18 0,-22 26 0,1 1 0,-1 0 0,1 0 0,0 0 0,0 1 0,0 0 0,1 1 0,-1 0 0,1 0 0,0 0 0,12-2 0,51-3 0,-56 10 0,-19 5 0,-30 12 0,23-14 0,-123 74 0,-140 107 0,-2 2 0,157-118 0,52-33 0,-100 75 0,141-88 0,1 0 0,1 2 0,1 1 0,2 0 0,1 2 0,0 0 0,-17 38 0,36-64 0,-1-1 0,1 0 0,0 0 0,0 0 0,0 1 0,0-1 0,1 1 0,-1-1 0,1 1 0,-1-1 0,1 1 0,0-1 0,0 1 0,0-1 0,0 1 0,1-1 0,-1 1 0,1 2 0,1-3 0,-1 1 0,1-1 0,-1 0 0,1 0 0,0 1 0,0-1 0,0-1 0,0 1 0,0 0 0,0 0 0,1-1 0,-1 1 0,1-1 0,-1 0 0,1 0 0,-1 0 0,4 1 0,14 5 0,0-2 0,0 0 0,1-2 0,31 2 0,89-3 0,-91-2 0,17 0 0,475-7 0,-515 3 0,0 0 0,0-2 0,-1-1 0,0-1 0,0-1 0,45-24 0,60-20 0,57-15 0,-75 25 0,-88 36 0,0 1 0,1 1 0,52-3 0,-2 0 0,-17 0 0,-1-3 0,1-2 0,-2-3 0,0-2 0,61-29 0,-86 27 0,-32 20 0,0 0 0,1 0 0,-1-1 0,0 1 0,1 0 0,-1 0 0,0 0 0,1-1 0,-1 1 0,0 0 0,1-1 0,-1 1 0,0 0 0,0-1 0,0 1 0,1 0 0,-1-1 0,0 1 0,0 0 0,0-1 0,0 1 0,1-1 0,-1 1 0,0 0 0,0-1 0,0 1 0,0-1 0,0 1 0,0 0 0,0-1 0,0 1 0,0-1 0,-1 1 0,1 0 0,0-1 0,0 1 0,0 0 0,0-1 0,0 1 0,-1-1 0,1 1 0,0 0 0,-1-1 0,-18-6 0,-18 3 0,0 2 0,-60 2 0,31 2 0,-160-3 0,-364 12 0,-113 74 0,604-69 0,78-13 0,2-1 0,1 1 0,0 0 0,0 2 0,-29 10 0,37-6 0,16-3 0,31 0 0,-35-6 0,67 6 0,-1-4 0,1-3 0,-1-2 0,0-4 0,130-30 0,-48-3 0,222-93 0,-308 105 0,-2-2 0,88-58 0,98-99 0,-247 187 0,2-3 0,0 1 0,0-1 0,0 0 0,0 0 0,0 0 0,3-5 0,-6 7 0,0 0 0,1 1 0,-1-1 0,0 0 0,0 0 0,0 1 0,1-1 0,-1 0 0,0 0 0,0 0 0,0 1 0,0-1 0,0 0 0,-1 0 0,1 0 0,0 1 0,0-1 0,0 0 0,-1 0 0,1 1 0,0-1 0,-1 0 0,1 0 0,-1 1 0,1-1 0,-1 1 0,1-1 0,-1 0 0,1 1 0,-1-1 0,1 1 0,-1-1 0,0 1 0,1-1 0,-1 1 0,0 0 0,0-1 0,1 1 0,-1 0 0,0 0 0,0-1 0,-11-3 0,1 0 0,0 1 0,-1 1 0,0 0 0,1 0 0,-14 0 0,6 1 0,-901-27 0,867 27 0,44-1 0,13-3 0,13-3 0,0 0 0,1 2 0,0 0 0,37-6 0,-8 1 0,407-85-888,583-50-1,496 80-1092,-582 91 1846,-919-23 143,34 1 31,0 3 0,125 27 1,-184-31 35,0 0 0,1 1 1,-1 0-1,13 8 0,-19-11-66,0 0 0,-1 1 0,1-1 0,0 1 0,0-1 0,-1 1 0,1 0-1,-1-1 1,1 1 0,0 0 0,-1-1 0,1 1 0,-1 0 0,1-1 0,-1 1 0,0 0 0,1 0 0,-1 0-1,0 0 1,0-1 0,1 1 0,-1 0 0,0 0 0,0 0 0,0 0 0,0 0 0,0 0 0,0-1-1,0 1 1,0 0 0,-1 0 0,1 0 0,0 0 0,0-1 0,-1 1 0,1 0 0,0 0 0,-1 0 0,1-1-1,-1 1 1,1 0 0,-1-1 0,0 1 0,1 0 0,-1-1 0,0 1 0,-10 7 190,1-1 0,-1 0 0,-1-1 0,1 0 1,-1-1-1,0 0 0,-23 5 0,15-3 10,-741 211 576,-10-39-407,656-154-371,97-21-7,-242 60 0,206-44 0,50-13 0,14-3 0,12-5 0,1 0 0,-1-1 0,0-1 0,33-10 0,-30 8 0,183-48 0,211-83 0,-322 97 0,-91 37 0,-1 0 0,0-1 0,0 0 0,0 0 0,7-6 0,-12 8 0,1 1 0,-1 0 0,0 0 0,0 0 0,1-1 0,-1 1 0,0 0 0,0 0 0,0-1 0,0 1 0,0 0 0,1-1 0,-1 1 0,0 0 0,0-1 0,0 1 0,0 0 0,0-1 0,0 1 0,0 0 0,0 0 0,0-1 0,0 1 0,0 0 0,0-1 0,0 1 0,0 0 0,0-1 0,-1 1 0,1 0 0,0-1 0,0 1 0,0 0 0,0 0 0,-1-1 0,1 1 0,-23-9 0,-22 3 0,1 2 0,-57 3 0,62 1 0,-1350 19 0,1043 0 0,312-13 0,34-6 0,0 0 0,0 0 0,0 0 0,0 0 0,0 0 0,0 0 0,0 0 0,0 0 0,0 0 0,0 0 0,0 1 0,0-1 0,1 0 0,-1 0 0,0 0 0,0 0 0,0 0 0,0 0 0,0 0 0,0 0 0,0 1 0,0-1 0,0 0 0,0 0 0,0 0 0,0 0 0,0 0 0,0 0 0,0 0 0,0 0 0,0 1 0,0-1 0,0 0 0,-1 0 0,1 0 0,0 0 0,0 0 0,0 0 0,0 0 0,0 0 0,0 0 0,0 1 0,0-1 0,0 0 0,60 2 0,286-38 0,1-29 0,162-23 0,-482 88 0,-27 0 0,0 0 0,0 0 0,1 0 0,-1 0 0,0 0 0,0 0 0,0 0 0,0 0 0,1 0 0,-1 0 0,0 0 0,0 0 0,0 0 0,0 0 0,0 0 0,0 0 0,1 1 0,-1-1 0,0 0 0,0 0 0,0 0 0,0 0 0,0 0 0,0 0 0,0 0 0,0 1 0,0-1 0,1 0 0,-1 0 0,0 0 0,0 0 0,0 0 0,0 1 0,0-1 0,0 0 0,0 0 0,0 0 0,0 0 0,0 0 0,0 1 0,0-1 0,0 0 0,0 0 0,0 0 0,0 0 0,-1 0 0,1 1 0,0-1 0,0 0 0,0 0 0,0 0 0,0 0 0,0 0 0,0 0 0,0 1 0,0-1 0,0 0 0,-1 0 0,1 0 0,0 0 0,0 0 0,-41 25 0,-471 191 41,-22-40-219,503-167 151,-757 210-1416,682-191 1443,78-16 0,27-12 0,1 0 0,0 0 0,0 0 0,0 0 0,0 0 0,0 0 0,-1 0 0,1 0 0,0 0 0,0 0 0,0 0 0,0 0 0,0 0 0,-1 0 0,1 0 0,0 0 0,0 1 0,0-1 0,0 0 0,0 0 0,0 0 0,0 0 0,0 0 0,-1 0 0,1 1 0,0-1 0,0 0 0,0 0 0,0 0 0,0 0 0,0 0 0,0 1 0,0-1 0,0 0 0,0 0 0,0 0 0,0 0 0,0 1 0,0-1 0,0 0 0,0 0 0,0 0 0,0 0 0,0 0 0,0 1 0,0-1 0,0 0 0,1 0 0,-1 0 0,0 0 0,0 0 0,0 0 0,0 1 0,0-1 0,0 0 0,0 0 0,1 0 0,-1 0 0,0 0 0,0 0 0,0 0 0,0 0 0,1 0 0,6 2 0,1-1 0,0 0 0,0 0 0,14-2 0,98-7 0,140-29 0,57-17-164,79-13-517,3116-391-4624,-3500 457 5428,10-1 515,-38 2 384,-114 13 863,-219 49 0,-26 5 319,-758 9-2204,618-52 0,487-21 0,0 1 0,0 1 0,0 1 0,1 1 0,0 2 0,0 1 0,1 1 0,-48 28 0,44-23 0,-18 9 0,2 2 0,1 2 0,-70 58 0,113-86 0,1 0 0,-1 0 0,1 1 0,0-1 0,-1 1 0,1-1 0,0 1 0,0-1 0,-1 1 0,1 0 0,1-1 0,-1 1 0,0 0 0,0 0 0,1 0 0,-1-1 0,1 1 0,-1 3 0,2-3 0,-1-1 0,1 0 0,0 0 0,0 0 0,0 0 0,0 0 0,1 0 0,-1 0 0,0-1 0,0 1 0,0 0 0,1-1 0,-1 1 0,0 0 0,1-1 0,-1 0 0,0 1 0,1-1 0,-1 0 0,1 0 0,-1 0 0,1 1 0,-1-2 0,0 1 0,3 0 0,934 18 0,-679-20 0,309 2 0,-517-4 0,1-2 0,-1-2 0,-1-2 0,76-25 0,-40 10 0,669-136 0,-719 154 0,-32 5 0,-9 1 0,-55 0 0,48 2 0,-192 3 0,-259 39 0,-525 176 0,933-206 0,47-13 0,12-5 0,17-9 0,-21 14 0,165-98 0,319-216 0,-438 279 0,1 3 0,2 2 0,2 1 0,0 4 0,2 1 0,98-30 0,-70 30 0,2 4 0,0 3 0,106-8 0,-165 21 0,14 0 0,-37 4 0,0 0 0,0 0 0,1 1 0,-1-1 0,0 1 0,0-1 0,1 1 0,-1-1 0,0 1 0,0 0 0,0-1 0,0 1 0,0 0 0,0 0 0,0 0 0,0 0 0,0 0 0,0 0 0,-1 0 0,1 0 0,0 0 0,-1 0 0,1 0 0,-1 1 0,2 1 0,4 22 0,-1 1 0,0 0 0,-2 0 0,-1 0 0,-2 35 0,0-11 0,1 172 0,1 40 0,-2-259 0,0-1 0,1 0 0,-1 1 0,1-1 0,-1 1 0,1-1 0,0 1 0,0-1 0,0 0 0,0 0 0,0 1 0,1-1 0,-1 0 0,1 0 0,-1 0 0,1 0 0,0-1 0,0 1 0,0 0 0,0-1 0,0 1 0,0-1 0,0 0 0,0 0 0,0 1 0,1-2 0,-1 1 0,4 1 0,-1-1 0,-1 0 0,1 0 0,0-1 0,-1 0 0,1 0 0,-1 0 0,1 0 0,0-1 0,-1 0 0,1 0 0,-1 0 0,0 0 0,1-1 0,-1 0 0,8-3 0,4-7 0,0-1 0,0 0 0,-2-1 0,1 0 0,20-28 0,-12 14 0,246-291 0,-259 308 0,1-5 0,2 1 0,0 1 0,0 0 0,2 1 0,-1 1 0,20-12 0,-32 22 0,0 1 0,1 0 0,-1-1 0,0 1 0,1 1 0,0-1 0,-1 0 0,1 0 0,-1 1 0,1 0 0,0-1 0,-1 1 0,1 0 0,0 0 0,-1 1 0,1-1 0,0 1 0,-1-1 0,1 1 0,0 0 0,-1 0 0,0 0 0,1 0 0,-1 0 0,1 0 0,-1 1 0,0-1 0,0 1 0,0 0 0,0 0 0,0-1 0,0 1 0,0 0 0,-1 1 0,1-1 0,-1 0 0,1 0 0,0 3 0,6 10 0,-1 0 0,-1 0 0,0 1 0,6 29 0,-1 16 0,-2 1 0,-3 0 0,-2 0 0,-7 82 0,1-121 0,1-47 0,-1-67 0,-29-459 0,30 535 0,5 25 0,6 30 0,7 57 0,-4 1 0,-5 0 0,-5 138 0,-5-207 0,-1 1 0,-1-1 0,-2 0 0,-1-1 0,-1 1 0,-1-1 0,-2-1 0,-1 0 0,-26 44 0,-2-9 0,-3-1 0,-85 92 0,68-88 0,-3-3 0,-85 66 0,-25-7 0,170-118 0,0-1 0,0 0 0,0 0 0,-1 0 0,1 0 0,0 0 0,-1-1 0,0 0 0,-5 2 0,8-3 0,1 0 0,-1 0 0,0 0 0,0 0 0,0 0 0,1 0 0,-1 0 0,0-1 0,0 1 0,1 0 0,-1 0 0,0-1 0,0 1 0,1 0 0,-1-1 0,0 1 0,1-1 0,-1 1 0,0-2 0,-1 0 0,1 0 0,0 1 0,0-1 0,0 0 0,0 0 0,0 0 0,0 0 0,1 0 0,-1-1 0,0-2 0,-6-55 0,2 1 0,5-98 0,1 79 0,0 9-341,4-1 0,3 1-1,30-125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1:46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40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 24575,'1'2'0,"-1"0"0,1 0 0,-1 0 0,1 0 0,0 0 0,0 0 0,0 0 0,0 0 0,0 0 0,0 0 0,0 0 0,1-1 0,-1 1 0,0 0 0,1-1 0,0 1 0,-1-1 0,1 0 0,3 2 0,42 22 0,-36-20 0,33 17 0,-30-13 0,1-2 0,0 0 0,1 0 0,-1-1 0,1-1 0,0-1 0,32 5 0,191-8 0,-105-4 0,411 3 0,-533 0 0,0 0 0,-1 1 0,1 0 0,18 5 0,-27-6 0,0 1 0,0 0 0,0 0 0,-1 1 0,1-1 0,-1 0 0,1 1 0,-1-1 0,1 1 0,-1 0 0,0 0 0,0 0 0,0 0 0,0 0 0,0 1 0,-1-1 0,1 1 0,-1-1 0,1 1 0,-1-1 0,0 1 0,0 0 0,0-1 0,1 5 0,0 23 0,-2-26 0,0 0 0,0 1 0,0-1 0,0 0 0,1 0 0,0 0 0,0 0 0,0 0 0,0 0 0,1 0 0,3 7 0,-5-11 0,1 1 0,0-1 0,0 1 0,0-1 0,-1 1 0,1-1 0,0 1 0,0-1 0,0 0 0,0 1 0,0-1 0,0 0 0,0 0 0,0 0 0,0 0 0,0 0 0,0 0 0,0 0 0,-1 0 0,1 0 0,0 0 0,0 0 0,0-1 0,0 1 0,0 0 0,0-1 0,0 1 0,0-1 0,-1 1 0,1-1 0,0 1 0,0-1 0,1-1 0,27-24 0,-27 24 0,10-10 0,-4 3 0,0 0 0,1 0 0,1 1 0,-1 0 0,1 0 0,0 1 0,1 0 0,0 1 0,0 0 0,22-7 0,-2 6 0,0 2 0,1 1 0,0 2 0,0 1 0,40 3 0,-6 0 0,-27-2 0,76 2 0,1-5 0,139-22 0,-197 17 0,-29 5 0,-1-1 0,30-9 0,-51 11 0,0 0 0,-1 0 0,1-1 0,-1 0 0,1-1 0,-1 1 0,0-1 0,0 0 0,-1 0 0,1-1 0,-1 0 0,0 0 0,6-8 0,-7 6-114,0-1 1,-1 1-1,0-1 0,0 0 0,0 0 1,-1 0-1,0-1 0,-1 1 0,0 0 1,0-1-1,-1-12 0,0-4-6712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46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0 135 24575,'0'5'0,"1"1"0,0-1 0,0 1 0,0-1 0,1 1 0,0-1 0,0 0 0,0 0 0,1 0 0,0 0 0,-1 0 0,2 0 0,-1-1 0,1 1 0,-1-1 0,1 0 0,0 0 0,9 6 0,6 3 0,0 0 0,1-1 0,24 11 0,-32-17 0,16 8 0,1 0 0,1-2 0,-1-1 0,2-1 0,-1-2 0,1-1 0,44 4 0,254-8 0,-176-5 0,-115 1 0,0-2 0,65-14 0,72-28 0,-105 24 0,132-20 0,11 26 0,230 14 0,-192 4 0,-182-5 0,-37 0 0,1 2 0,53 6 0,-74-3 0,-1 0 0,0 1 0,-1 0 0,1 1 0,-1 1 0,0-1 0,0 1 0,-1 1 0,0 0 0,15 14 0,-13-11 0,1 0 0,0-1 0,1 0 0,0-1 0,18 8 0,-27-15 0,0 0 0,0 0 0,0-1 0,0 1 0,0-1 0,0 0 0,0 0 0,1-1 0,-1 1 0,0-1 0,0 0 0,0 0 0,0 0 0,0-1 0,-1 1 0,1-1 0,0 0 0,0 0 0,3-3 0,11-7 0,-1-1 0,22-21 0,-34 29 0,28-26 0,-27 23 0,0 1 0,1 1 0,0-1 0,0 1 0,1 0 0,-1 1 0,1 0 0,1 0 0,-1 1 0,1-1 0,-1 2 0,1 0 0,14-4 0,29 1 0,-1 2 0,102 6 0,-67 0 0,798 0 0,-874-2 0,0-1 0,0 0 0,0 0 0,0-1 0,-1-1 0,1 0 0,0 0 0,-1-1 0,0 0 0,0 0 0,10-7 0,-12 6 0,-1 1 0,0-1 0,0 0 0,0-1 0,-1 0 0,1 1 0,-1-2 0,-1 1 0,1-1 0,-1 1 0,0-1 0,-1 0 0,0-1 0,5-13 0,-3-5-1365,-2 2-5461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50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24575,'0'-4'0,"4"-3"0,12 1 0,17 1 0,8 2 0,12 1 0,0 1 0,-2 0 0,-2 1 0,-3 0 0,-10 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5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24575,'4'0'0,"8"0"0,5 0 0,5 0 0,9 0 0,8 0 0,2 0 0,0 0 0,-3 0 0,-8 0-8191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54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24575,'5'0'0,"16"0"0,23 0 0,44 0 0,15 0 0,-10 0-8191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56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24575,'5'0'0,"11"0"0,7 0 0,6 0 0,1 0 0,2 0 0,-1 0 0,-1 0 0,0 0 0,-1 0 0,0 0 0,-5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29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7:31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58:45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24575,'0'3'0,"0"3"0,0 5 0,0 5 0,0 3 0,-3 2 0,-4 5 0,-3-2 0,0-4-8191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20:08:57.3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0 180 24575,'1'205'0,"-1"-202"0,0 1 0,0 0 0,1 0 0,0-1 0,0 1 0,0 0 0,3 6 0,-4-9 0,1 0 0,-1-1 0,1 1 0,-1 0 0,1 0 0,0-1 0,-1 1 0,1-1 0,0 1 0,0 0 0,0-1 0,-1 1 0,1-1 0,0 0 0,0 1 0,0-1 0,0 0 0,0 0 0,0 1 0,0-1 0,0 0 0,-1 0 0,1 0 0,0 0 0,0 0 0,0 0 0,0 0 0,0-1 0,0 1 0,0 0 0,0 0 0,0-1 0,0 1 0,-1 0 0,1-1 0,0 1 0,1-2 0,14-6 0,-1-2 0,0 1 0,-1-2 0,0 0 0,24-25 0,57-76 0,-75 86 0,3-4 0,-17 21 0,0 0 0,1 0 0,0 0 0,1 1 0,0 1 0,0-1 0,0 1 0,1 0 0,12-6 0,73-46 0,-59 35 0,-34 24 0,-1-1 0,1 1 0,0-1 0,-1 1 0,1 0 0,0-1 0,0 1 0,-1 0 0,1-1 0,0 1 0,0 0 0,-1 0 0,1-1 0,0 1 0,0 0 0,-1 0 0,1 0 0,0 0 0,0 0 0,0 0 0,-1 0 0,1 1 0,0-1 0,0 0 0,0 0 0,-1 1 0,1-1 0,0 0 0,-1 1 0,2 0 0,-1 0 0,0 0 0,0 1 0,0 0 0,0-1 0,0 1 0,0-1 0,0 1 0,-1 0 0,1 0 0,-1-1 0,1 1 0,-1 3 0,1 6 0,0-1 0,-1 1 0,-2 20 0,-3-10 0,0 0 0,-1-1 0,-1 1 0,-1-1 0,0-1 0,-2 0 0,-17 27 0,-97 122 0,100-138 0,-79 99 0,88-104 0,15-25 0,0 0 0,0 0 0,0 0 0,0 0 0,0 0 0,0 1 0,0-1 0,0 0 0,0 0 0,0 0 0,0 0 0,0 1 0,0-1 0,0 0 0,0 0 0,0 0 0,0 0 0,0 0 0,0 1 0,0-1 0,1 0 0,-1 0 0,0 0 0,0 0 0,0 0 0,0 0 0,0 0 0,0 0 0,1 1 0,-1-1 0,0 0 0,0 0 0,0 0 0,0 0 0,0 0 0,1 0 0,-1 0 0,0 0 0,0 0 0,0 0 0,0 0 0,1 0 0,-1 0 0,0 0 0,0 0 0,0 0 0,0 0 0,0 0 0,1 0 0,-1 0 0,0-1 0,0 1 0,0 0 0,0 0 0,0 0 0,1 0 0,-1 0 0,0 0 0,0 0 0,0 0 0,0-1 0,0 1 0,44-28 0,-35 22 0,221-172 0,3-3 0,-219 171 0,0 0 0,0 1 0,1 1 0,0 0 0,26-8 0,-40 15 0,0 0 0,1 1 0,-1 0 0,1-1 0,-1 1 0,0 0 0,1 0 0,-1-1 0,1 1 0,-1 0 0,1 1 0,-1-1 0,1 0 0,-1 0 0,0 1 0,1-1 0,-1 0 0,0 1 0,1 0 0,-1-1 0,0 1 0,1 0 0,0 0 0,-1 1 0,0-1 0,0 0 0,-1 1 0,1-1 0,0 1 0,-1-1 0,1 1 0,-1-1 0,0 1 0,0-1 0,1 1 0,-1 0 0,0-1 0,0 1 0,0-1 0,0 1 0,-1 2 0,-1 6 0,-1 0 0,0 0 0,0 0 0,-1 0 0,-6 10 0,-12 20 0,-2-1 0,-2-1 0,-36 42 0,-102 96 0,44-50 0,108-108 0,35-28 0,593-338 0,-411 229 0,93-48 0,-281 158 0,0 1 0,0 1 0,1 0 0,0 1 0,0 1 0,1 1 0,-1 1 0,1 0 0,0 1 0,27 1 0,-43 2 0,0-1 0,1 1 0,-1 0 0,0 0 0,0 0 0,0 0 0,0 1 0,0-1 0,0 1 0,-1-1 0,1 1 0,0 0 0,-1 0 0,1 1 0,-1-1 0,0 0 0,0 1 0,0-1 0,0 1 0,0 0 0,-1 0 0,1 0 0,-1 0 0,1 0 0,-1 0 0,0 0 0,0 0 0,-1 0 0,1 0 0,-1 1 0,0-1 0,1 6 0,-1 5 0,0 0 0,-1 1 0,-1-1 0,0 0 0,-1 0 0,-8 26 0,-3-4 0,-2-2 0,0 0 0,-42 60 0,-82 89 0,96-132 0,-52 46 0,73-77 0,0-1 0,-1-1 0,0-1 0,-43 21 0,66-37 0,-1 0 0,1 0 0,0-1 0,-1 1 0,1 0 0,0-1 0,-1 0 0,1 1 0,-1-1 0,1 0 0,-1 1 0,1-1 0,-1 0 0,-1 0 0,3-1 0,0 0 0,0 0 0,0 0 0,0 0 0,0 0 0,0 1 0,0-1 0,0 0 0,1 0 0,-1 0 0,0 0 0,0 1 0,1-1 0,-1 0 0,1 0 0,-1 1 0,1-1 0,-1 0 0,1 1 0,-1-1 0,1 0 0,-1 1 0,1-1 0,1 0 0,40-45 0,3 1 0,1 3 0,59-42 0,-31 24 0,221-197 0,-125 105 0,-169 152 0,23-23 0,1 1 0,1 2 0,1 0 0,1 2 0,52-26 0,-78 43 0,0 0 0,0 0 0,0 0 0,0 0 0,1 1 0,-1-1 0,0 1 0,0-1 0,1 1 0,-1 0 0,1 0 0,-1 0 0,0 0 0,1 0 0,-1 0 0,0 1 0,1-1 0,-1 1 0,0-1 0,0 1 0,4 2 0,-4-1 0,0 0 0,0 1 0,0-1 0,-1 1 0,1-1 0,0 1 0,-1 0 0,0-1 0,0 1 0,0 0 0,0 0 0,0 0 0,0 0 0,-1 0 0,1 4 0,4 43 0,-2 0 0,-6 88 0,0-116-136,0 0-1,-1 0 1,-1 0-1,-1-1 1,-1 1-1,-1-2 1,-1 1-1,-1-1 0,-14 23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20:09:52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1653 24575,'17'-304'0,"-15"276"0,6-29 0,3 0 0,2 0 0,3 1 0,2 1 0,2 1 0,31-59 0,-37 86 0,1 1 0,1 1 0,1 0 0,1 1 0,1 0 0,1 2 0,2 0 0,42-33 0,-32 31 0,2 2 0,0 1 0,1 2 0,1 1 0,1 2 0,46-13 0,6 4 0,154-21 0,105 10 0,415-1 0,7 29 0,-209 3 0,91-22 0,-329 10 0,1564-31-535,7 45-1891,-1076-10 4006,-363-1-113,-50 3-1553,696-1 86,-697 15 0,542-18 0,-821 11 0,765-42 0,-301 10 0,-450 30 0,158-11 0,191-6 0,-72 11 0,233-3 0,2450 16 0,-2635-2 0,1532 26 0,-1632-2 0,368 72 0,-286-19 0,628 125 0,-1050-196 0,188 50 0,-207-54 0,-1 0 0,0 1 0,1-1 0,-1 1 0,0 0 0,0 1 0,0-1 0,0 1 0,-1-1 0,1 1 0,5 6 0,-7-6 0,-1 0 0,1 0 0,-1-1 0,0 1 0,0 0 0,0 0 0,0 1 0,0-1 0,-1 0 0,1 0 0,-1 0 0,0 0 0,0 1 0,0-1 0,0 0 0,-2 6 0,-1 8 0,-1 0 0,-1 0 0,-1-1 0,0 1 0,-1-1 0,-17 29 0,-68 83 0,27-40 0,45-58 0,-3-1 0,0-1 0,-2-1 0,0-1 0,-2-1 0,-1-2 0,-1 0 0,-1-2 0,-1-1 0,0-2 0,-45 19 0,-26 3 0,-215 53 0,42-16 0,175-46 0,-56 18 0,62-17 0,-1-4 0,-163 25 0,-314 26 0,-640 82 0,1193-159 0,-992 88 0,-4-40 0,83-8 0,323 0 0,-392 40 0,139 19 0,-8-28 0,73-60 0,212-8 0,-82 23 0,-265 5 0,81 4 0,-148 21 0,740-47 0,-579 8 0,228-9 0,-1757 6 0,1535-18 0,-423 2 0,693 25 0,91-1 0,-741-21 0,628-5 0,492 3 0,25 1 0,-108-10 0,169 7 0,0 0 0,0 0 0,0-1 0,0 0 0,0 0 0,0 0 0,0-1 0,1 1 0,-1-1 0,-8-7 0,12 8 0,-1-1 0,0 0 0,1 1 0,0-1 0,-1 0 0,1-1 0,0 1 0,1 0 0,-1 0 0,0-1 0,1 1 0,0-1 0,0 0 0,0 1 0,0-1 0,1 0 0,-1 1 0,1-7 0,-9-108 0,0-5 0,11 58 0,0 39 0,-2 1 0,0 0 0,-2 0 0,-1 0 0,-9-41 0,2 28-227,1-1-1,2 0 1,2 0-1,1-1 1,3-57-1,1 76-6598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8:10:56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0 176 24575,'1'149'0,"23"-373"0,-10 124 0,-13 99 0,1 9 0,3 24 0,4 42 0,-1 215 0,-4-341 0,2 1 0,2 0 0,3 0 0,27-81 0,-38 132 0,0 0 0,0 0 0,0-1 0,0 1 0,0 0 0,0 0 0,0 0 0,0 0 0,0-1 0,0 1 0,0 0 0,0 0 0,0 0 0,0 0 0,0 0 0,0-1 0,0 1 0,0 0 0,0 0 0,0 0 0,1 0 0,-1 0 0,0 0 0,0-1 0,0 1 0,0 0 0,0 0 0,0 0 0,0 0 0,1 0 0,-1 0 0,0 0 0,0 0 0,0 0 0,0 0 0,0 0 0,1 0 0,-1 0 0,0 0 0,0-1 0,0 1 0,0 0 0,1 0 0,-1 1 0,0-1 0,0 0 0,0 0 0,0 0 0,0 0 0,1 0 0,-1 0 0,0 0 0,0 0 0,0 0 0,0 0 0,0 0 0,0 0 0,1 0 0,-1 0 0,0 1 0,0-1 0,0 0 0,0 0 0,0 0 0,0 0 0,7 17 0,3 24 0,0 38 0,2 152 0,-19-471-1365,7 221-5461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32.6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32 24575,'428'-18'0,"-59"5"-679,-329 13-7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34.6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 24575,'75'-1'0,"-26"0"0,0 1 0,-1 2 0,56 11 0,-58-7 0,1-1 0,0-3 0,66-4 0,-16-1 0,-84 3-1365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35.8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42.3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24575,'20'1'0,"1"1"0,-1 0 0,0 1 0,0 2 0,0 0 0,32 13 0,-45-16 0,0 2 0,-1-1 0,1 1 0,-1 0 0,0 0 0,5 6 0,15 9 0,-9-10 0,-1 0 0,2-1 0,29 9 0,6 3 0,-35-14 0,0 0 0,28 5 0,-8-3 0,28 5 0,-50-11 0,0 1 0,0 0 0,0 1 0,0 1 0,21 10 0,-26-11 0,1-1 0,-1-1 0,0 0 0,1 0 0,-1-1 0,1-1 0,-1 0 0,1 0 0,13-3 0,19 0 0,337 3 0,-366 1 0,1 1 0,28 6 0,-28-4 0,-1-1 0,31 1 0,47-5-1365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45.2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46.6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50.6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24575,'9'1'0,"1"0"0,-1 1 0,0 1 0,1-1 0,-1 1 0,0 1 0,11 6 0,37 12 0,18-2 0,5-3 0,-42-5 0,47 7 0,-28-6 0,-22-7 0,1-2 0,0-2 0,-1-1 0,40-3 0,6-1 0,864 3 0,-734 11 0,159-11-1365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53.4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24575,'11'4'0,"0"-1"0,-1-1 0,1 1 0,0-2 0,1 1 0,15-2 0,2 2 0,342 4 0,-212-8 0,171 2-1365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56.1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39:59.1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57.1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24575,'3'1'0,"-1"0"0,1 0 0,-1 0 0,1 0 0,-1 1 0,0-1 0,0 1 0,4 3 0,5 4 0,77 40 0,155 64 0,-229-107 0,-6-2 0,1 0 0,-1-1 0,1 0 0,0-1 0,17 3 0,360 8 0,-53-4 0,310 1 0,-407-12 0,-194 1 0,-1-2 0,44-9 0,-84 12 0,-1 0 0,1-1 0,0 1 0,0 0 0,0 0 0,0 0 0,0-1 0,0 1 0,0 0 0,0 0 0,0 0 0,-1 1 0,1-1 0,0 0 0,0 0 0,0 0 0,0 1 0,0-1 0,0 0 0,-1 1 0,1-1 0,1 1 0,-2 0 0,0 0 0,0-1 0,0 1 0,0 0 0,0-1 0,0 1 0,0 0 0,-1-1 0,1 1 0,0 0 0,0-1 0,-1 1 0,1 0 0,0-1 0,-1 1 0,1 0 0,0-1 0,-1 1 0,1-1 0,-1 1 0,0 0 0,-37 33 0,37-32 0,-24 19 0,-1-1 0,0-2 0,-2 0 0,0-2 0,0-1 0,-2-1 0,-40 13 0,16-10 0,2 3 0,0 2 0,-64 37 0,107-55 0,0 1 0,0-2 0,0 1 0,0-1 0,-1-1 0,0 1 0,1-2 0,-1 1 0,0-1 0,0-1 0,0 0 0,-11-1 0,-10-3 0,0-2 0,-44-14 0,43 12 0,13 4 0,-1 1 0,1 0 0,-38 2 0,-14-2 0,5-4 0,-184-11 0,183 20 211,28 0-736,0-2-1,-49-5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1:00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24575,'2'2'0,"0"0"0,0 0 0,0-1 0,1 1 0,-1-1 0,0 1 0,1-1 0,-1 0 0,1 0 0,-1 0 0,1 0 0,-1 0 0,5 0 0,-1 1 0,15 5 0,-1 0 0,2-2 0,-1 0 0,1-2 0,-1 0 0,1-1 0,24-2 0,52 2 0,73-4 0,-112-9 0,-44 7 0,-1 2 0,29-3 0,595 5 0,-444 11 0,-8 0 0,-80-11-1365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8:10:56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0 176 24575,'1'149'0,"23"-373"0,-10 124 0,-13 99 0,1 9 0,3 24 0,4 42 0,-1 215 0,-4-341 0,2 1 0,2 0 0,3 0 0,27-81 0,-38 132 0,0 0 0,0 0 0,0-1 0,0 1 0,0 0 0,0 0 0,0 0 0,0 0 0,0-1 0,0 1 0,0 0 0,0 0 0,0 0 0,0 0 0,0 0 0,0-1 0,0 1 0,0 0 0,0 0 0,0 0 0,1 0 0,-1 0 0,0 0 0,0-1 0,0 1 0,0 0 0,0 0 0,0 0 0,0 0 0,1 0 0,-1 0 0,0 0 0,0 0 0,0 0 0,0 0 0,0 0 0,1 0 0,-1 0 0,0 0 0,0-1 0,0 1 0,0 0 0,1 0 0,-1 1 0,0-1 0,0 0 0,0 0 0,0 0 0,0 0 0,1 0 0,-1 0 0,0 0 0,0 0 0,0 0 0,0 0 0,0 0 0,0 0 0,1 0 0,-1 0 0,0 1 0,0-1 0,0 0 0,0 0 0,0 0 0,0 0 0,7 17 0,3 24 0,0 38 0,2 152 0,-19-471-1365,7 221-5461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12.0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24575,'4'2'0,"-1"-1"0,0 1 0,0 0 0,0 0 0,0 1 0,-1-1 0,1 1 0,0-1 0,-1 1 0,0 0 0,0 0 0,4 6 0,0-1 0,14 17 0,1 0 0,27 24 0,-39-41 0,0 0 0,1-1 0,0 0 0,1-1 0,-1 0 0,1-1 0,1 0 0,22 7 0,14 1 0,0-2 0,0-2 0,60 3 0,-25-9 0,160 8 0,-163-3 0,59 3 0,-22-10 0,242-3 0,-255-8 0,-60 4 0,47 1 0,-23 2 0,85-14 0,-34 2 0,-64 10 0,162-21 0,-192 18 0,-22 2 0,-16 3 0,-233 0 0,129 5 0,33 0 0,-90 15 0,125-13 0,-86-4 0,3 0 0,-150 24 0,-130-16 0,248-10 0,80 2 0,-95 14 0,117-9-190,-85-3 1,109-2-797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17.1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24575,'14'1'0,"-1"1"0,0 0 0,0 1 0,0 0 0,17 7 0,-14-4 0,0-1 0,29 5 0,12-6 0,80-5 0,-43-2 0,431 3-1365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23.1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24575,'2'1'0,"-1"0"0,0 1 0,1-1 0,0 0 0,-1 0 0,1-1 0,-1 1 0,1 0 0,0 0 0,0-1 0,-1 1 0,1-1 0,0 0 0,3 1 0,-1 0 0,76 23 0,-58-15 0,1-2 0,1-1 0,-1 0 0,1-2 0,27 2 0,-5-3 0,48 9 0,-38-4 0,100 5 0,-84-9 0,-56-2 0,5 0 0,-1-1 0,1 0 0,0-2 0,34-4 0,-54 4 0,0 1 0,-1 0 0,1 0 0,0 0 0,0 0 0,0-1 0,0 1 0,0 0 0,0-1 0,0 1 0,0-1 0,-1 1 0,1-1 0,0 1 0,0-1 0,-1 0 0,1 1 0,0-1 0,-1 0 0,1 0 0,-1 1 0,1-1 0,-1 0 0,1 0 0,-1 0 0,1-1 0,-1 1 0,0 0 0,-1 0 0,1 0 0,0 0 0,-1 0 0,1 0 0,-1 0 0,1 1 0,-1-1 0,1 0 0,-1 0 0,0 1 0,0-1 0,1 0 0,-1 1 0,0-1 0,0 1 0,1-1 0,-1 1 0,0-1 0,0 1 0,0 0 0,0-1 0,0 1 0,-2-1 0,-3-1 0,3 2 0,0-1 0,1 0 0,-1 0 0,0 0 0,1 0 0,-1-1 0,1 1 0,0-1 0,-3-1 0,5 3 0,-1-1 0,1 1 0,0 0 0,0-1 0,0 1 0,0 0 0,-1-1 0,1 1 0,0-1 0,0 1 0,0 0 0,0-1 0,0 1 0,0-1 0,0 1 0,0 0 0,0-1 0,0 1 0,0-1 0,0 1 0,0 0 0,0-1 0,1 1 0,-1 0 0,0-1 0,0 0 0,15-14 0,-10 12 0,0 0 0,0 0 0,1 0 0,-1 1 0,1-1 0,-1 1 0,1 1 0,0-1 0,0 1 0,0 0 0,0 0 0,0 1 0,0 0 0,7 0 0,9 3 0,-1 0 0,37 11 0,-40-9 0,1-1 0,-1 0 0,30 2 0,483-7-1365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30.2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24575,'6'1'0,"-1"0"0,1 0 0,0 1 0,-1 0 0,1 0 0,-1 0 0,8 4 0,6 3 0,68 29 0,27 9 0,-92-42 0,0-1 0,0 0 0,41-1 0,-59-3 0,88 2 0,73 5 0,-45-3 0,8 2 0,-67-1 0,102-5 0,-64-3 0,142 2 0,247 3 0,-262 8-1365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33.0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24575,'2'2'0,"1"-1"0,-1 0 0,0 0 0,1 0 0,0 0 0,-1-1 0,1 1 0,0-1 0,-1 1 0,1-1 0,0 0 0,3-1 0,-4 2 0,409 3 0,-226-6 0,-110 2 0,287 9 0,-313-7-1365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34.9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19:40:37.6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24575,'0'2'0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3:15.6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1 169 24575,'4563'0'0,"-3934"-39"0,-326 14 0,387-9 0,-178 11 0,-324 12 0,807-26 0,-977 38 0,-14 3 0,-21 9 0,12-10 0,-69 41 0,-121 81 0,182-117 0,0 1 0,0-2 0,-1 1 0,0-2 0,-1 0 0,1-1 0,-1 0 0,0-1 0,-17 2 0,-11-1 0,-81-2 0,21-2 0,88 1 0,-1-1 0,1 2 0,0 0 0,-1 1 0,-23 10 0,27-8 171,12 0 0,19 0-1878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3:21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1423 1 24575,'-7'3'0,"-1"-1"0,1 0 0,0-1 0,-1 1 0,1-1 0,-1-1 0,-11 1 0,-8 0 0,-269 19 0,57-6 0,-317 7 0,322-21-1365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3:35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24575,'3'0'0,"2"0"0,4 0 0,7 0 0,10 0 0,13 0 0,12 0 0,7 0 0,0 0 0,-4 0 0,-9 0 0,-10 0 0,-9 0 0,-6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3:45.9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 24575,'186'10'0,"-4"1"0,-83-8 0,-59 0 0,-32-3 0,-11 1 0,-388 6 0,252-7-1365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3:49.4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 16 24575,'239'7'0,"-167"-4"0,39 1 0,184-15 0,-269 7 0,28-3 0,95 0 0,-455 21 0,27 1 0,263-14 0,-1 0 0,-30 8 0,29-6 0,1 0 0,-26 1 0,-116-5 0,-73 2 0,217 0-1365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01.34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24575,'93'1'0,"107"15"0,-154-12 0,67-2 0,-76-3 0,0 2 0,0 1 0,52 10 0,-30-2 0,71 4 0,-15-3 0,23 0 0,195-7 0,-171-6 0,-31 4 0,136-4 0,-262 2-136,0-1-1,0 1 1,1-1-1,-1 0 1,0 0-1,0 0 1,0-1-1,0 1 0,9-6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04.8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24575,'161'7'0,"89"-7"-1365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11.11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171 1 24575,'-2'1'0,"-1"0"0,1 0 0,0 0 0,-1 0 0,1 0 0,-1 0 0,1 0 0,-1-1 0,1 0 0,-1 1 0,-3-1 0,0 1 0,-119 10 0,119-10-1365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28.1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24575,'471'0'-1365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29.77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35.16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35.69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36.45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24575,'0'2'0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4:38.65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5:46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3373 0 24575,'-54'3'0,"0"2"0,1 2 0,-1 3 0,1 2 0,-70 25 0,86-26 0,20-6 0,1-1 0,1 2 0,-1 0 0,-18 11 0,-175 104 0,-259 168 0,348-190 0,41-31 0,7-5 0,-109 125 0,48-45 0,-434 383 0,316-301 0,87-79 0,-121 114 0,260-235 10,2 1 0,1 2-1,2 0 1,0 2 0,-20 40 0,-59 161-372,58-129-700,13-35-5764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6:02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2257 24575,'1'-16'0,"0"0"0,1-1 0,1 1 0,1 0 0,0 1 0,1-1 0,1 1 0,14-29 0,8-4 0,43-56 0,-33 48 0,-5 9 0,-9 15 0,36-70 0,188-353 0,-187 353 0,-25 41 0,2 1 0,61-73 0,199-173 0,25 15 0,-125 115 0,-125 112-1365,-18 15-5461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6:05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0 199 24575,'0'-1'0,"1"0"0,-1 0 0,0 0 0,1-1 0,-1 1 0,1 0 0,-1 0 0,1 0 0,0 0 0,-1 0 0,1 1 0,0-1 0,0 0 0,0 0 0,-1 0 0,1 1 0,0-1 0,0 0 0,0 1 0,0-1 0,0 1 0,0-1 0,1 1 0,-1-1 0,0 1 0,2-1 0,35-5 0,-35 5 0,7 0 0,0 0 0,1 0 0,0 0 0,0-1 0,-1-1 0,0 0 0,1 0 0,-1-1 0,16-9 0,31-24 0,-27 17 0,1 1 0,44-21 0,-66 36 0,0 1 0,0 0 0,0 0 0,0 1 0,0 0 0,0 0 0,1 1 0,-1 0 0,1 1 0,-1 0 0,1 1 0,-1-1 0,19 6 0,-25-5 0,0 0 0,1 1 0,-1-1 0,0 1 0,0 0 0,0 0 0,0 0 0,-1 1 0,1-1 0,0 1 0,-1-1 0,0 1 0,1 0 0,-1 0 0,0 0 0,-1 0 0,1 0 0,0 0 0,-1 1 0,0-1 0,0 0 0,0 1 0,1 4 0,1 9 0,-1 0 0,-1 1 0,-1 27 0,0-23 0,-7 613-1365,7-550-5461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8:21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24575,'161'10'0,"-43"0"0,699 59 0,-783-63 0,0 2 0,-1 1 0,0 2 0,58 26 0,-52-20 17,2-2-1,0-2 1,59 11-1,128 9-457,-141-23-549,-22-1-5836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8:23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24575,'0'6'0,"1"0"0,0 0 0,0-1 0,0 1 0,1 0 0,0-1 0,0 1 0,0-1 0,4 6 0,32 48 0,-12-21 0,-19-28 0,1 5 0,0-1 0,2 0 0,0-1 0,0 0 0,14 12 0,-23-24 0,0-1 0,0 1 0,0-1 0,-1 1 0,1 0 0,0-1 0,0 1 0,0 0 0,-1 0 0,1-1 0,0 1 0,-1 0 0,1 0 0,-1 0 0,1 0 0,-1 0 0,1 0 0,-1 0 0,0 0 0,0 0 0,1 0 0,-1 0 0,0 0 0,0 0 0,0 0 0,0 0 0,0 0 0,0 0 0,-1 2 0,0-1 0,-1 0 0,0 1 0,-1-1 0,1 0 0,0-1 0,-1 1 0,1 0 0,-1-1 0,-5 3 0,-29 16-341,-1-1 0,-1-3-1,-67 20 1,56-24-6485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48:3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24575,'3'93'0,"5"-1"0,33 160 0,37 96 0,-75-333 0,-2-7 0,1 1 0,0-1 0,0 1 0,4 8 0,-5-16 0,-1 0 0,1 1 0,-1-1 0,1 0 0,0 0 0,-1 0 0,1 0 0,0 0 0,0 0 0,0 0 0,0 0 0,0 0 0,0 0 0,0-1 0,0 1 0,0 0 0,0-1 0,0 1 0,0 0 0,1-1 0,-1 0 0,0 1 0,0-1 0,1 0 0,-1 1 0,0-1 0,0 0 0,1 0 0,-1 0 0,0 0 0,1 0 0,-1-1 0,2 1 0,13-6 0,-1-1 0,0-1 0,-1 0 0,1-1 0,-2 0 0,17-15 0,27-17 0,117-62 0,-155 94-189,1 0-1,-1 2 0,29-8 1,-37 12-418,35-10-6219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55:18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24575,'0'1'0,"0"0"0,0 0 0,0 0 0,1 0 0,-1 0 0,0 0 0,1 0 0,-1 0 0,1 0 0,-1-1 0,1 1 0,0 0 0,-1 0 0,1 0 0,0-1 0,0 1 0,1 1 0,4 4 0,74 76 0,160 126 0,-195-172 0,373 293 0,-374-299 0,1-1 0,63 29 0,104 35 0,-164-73 0,772 253 0,-625-216 0,926 211-115,-514-152-196,258 41 47,-503-115 526,136 22 166,-13 22-428,138-20-299,1-45-96,-335-16 395,326 10 0,-370-3-84,533 15 862,1214-28-778,-419 1-2584,-559 0 5090,-634-24-2421,-6-30-98,-170 23 19,-108 12-6,165-55 0,-103 26 0,-142 43 0,363-118 0,-145 25 0,37-18 0,-175 70 0,200-103 0,-220 100 0,105-89 0,-158 119 0,1-4 0,0 0 0,-2-2 0,33-48 0,-21 27 0,66-77 0,-46 60 0,-3-2 0,42-74 0,-79 113 17,-2-1 0,0-1 1,-2 0-1,-2 0 0,0-1 0,4-39 0,-3-6-760,-2-98 1,-7 129-6084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55:24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0 459 24575,'93'-102'0,"-18"18"0,-33 39 0,2 2 0,1 2 0,3 2 0,76-47 0,-120 83 0,0 0 0,1 1 0,0 0 0,-1 0 0,1 0 0,0 0 0,9-1 0,-13 3 0,1 0 0,-1 0 0,0 0 0,0 1 0,1-1 0,-1 0 0,0 1 0,0-1 0,0 0 0,1 1 0,-1 0 0,0-1 0,0 1 0,0 0 0,0-1 0,0 1 0,0 0 0,0 0 0,0 0 0,-1 0 0,1 0 0,0 0 0,0 0 0,-1 0 0,1 0 0,-1 0 0,1 0 0,-1 1 0,1-1 0,-1 0 0,0 0 0,1 0 0,-1 2 0,44 134 0,-23-77 0,-17-51 0,0 0 0,1-1 0,0 1 0,1-1 0,0 0 0,0-1 0,0 0 0,1 0 0,0 0 0,1-1 0,0 0 0,13 9 0,-6-5 0,-1 1 0,17 18 0,43 38-1365,-59-52-5461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4:54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 2939 24575,'-4'-2'0,"1"-1"0,0 1 0,0-1 0,0 0 0,1 1 0,-1-1 0,1-1 0,-1 1 0,1 0 0,0 0 0,-2-6 0,-126-228 0,111 201 0,2 0 0,-15-47 0,5 12 0,-111-302 0,113 299 0,9 29 0,2 0 0,2-1 0,-8-58 0,15 74 0,-12-43 0,8 42 0,-4-39 0,4-48 0,7-141 0,4 148 0,-2 80 0,2 0 0,1 0 0,1 0 0,2 1 0,1 0 0,13-36 0,-13 48 0,1 0 0,1 0 0,1 0 0,1 1 0,0 1 0,1-1 0,0 2 0,2 0 0,0 1 0,26-22 0,2 6 0,2 2 0,1 2 0,1 2 0,1 2 0,1 2 0,55-15 0,313-65 0,-310 78 0,490-90 0,5 26 0,1047-13 0,283 103 0,-946 45 0,-671-13 0,-63-6 0,-10-8 0,238 25 0,-414-39 0,-1 3 0,-1 2 0,0 3 0,64 26 0,-95-26 0,0 0 0,57 41 0,12 7 0,-45-31 0,-2 2 0,-1 2 0,-3 3 0,50 49 0,-31-19 0,-3 3 0,56 83 0,-108-138 0,-1 2 0,-1-1 0,-1 2 0,-1-1 0,0 2 0,-2-1 0,7 28 0,-6-12 0,-3 1 0,5 74 0,-13 80 0,0-69 0,2-71 0,1-4 0,-9 84 0,5-116 0,0 0 0,-1 0 0,0 0 0,-1-1 0,-1 0 0,-1 0 0,0 0 0,-1-1 0,-11 16 0,1-7 0,-1 0 0,0-2 0,-1 0 0,-2-1 0,0-1 0,-1-2 0,-1 0 0,0-1 0,-44 21 0,17-13 0,-282 124 0,265-122 0,-2-3 0,-142 27 0,-410 32 0,-120-45 0,-8-38 0,290-2 0,-555 26 0,-434 14 0,519 5 0,325-9 0,368-30 0,-100 7 0,282-2 0,0 3 0,0 2 0,1 2 0,-62 27 0,71-26 0,21-8-455,0-2 0,-45 8 0,38-11-6371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5:02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1 597 24575,'21'0'0,"0"1"0,0-1 0,0-1 0,0-1 0,-1 0 0,1-2 0,-1 0 0,22-8 0,104-53 0,-3-5 0,176-117 0,-226 127-78,177-106-1209,-226 142-5539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5:04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 24575,'125'0'0,"15"2"0,240-27 0,-272-3 0,-108 28 0,0-1 0,1 1 0,-1 0 0,1 0 0,-1 0 0,1 0 0,-1 0 0,0 0 0,1 0 0,-1 0 0,1 0 0,-1 0 0,1 0 0,-1 0 0,1 0 0,-1 0 0,1 0 0,-1 0 0,0 0 0,1 0 0,-1 1 0,1-1 0,-1 0 0,0 0 0,1 1 0,-1-1 0,0 0 0,1 0 0,-1 1 0,0-1 0,1 1 0,-1-1 0,0 0 0,0 1 0,1-1 0,-1 0 0,0 1 0,0-1 0,0 1 0,0-1 0,1 1 0,-1-1 0,0 0 0,0 1 0,0-1 0,0 1 0,0-1 0,0 1 0,0-1 0,0 1 0,-8 30 0,4-15 0,-16 127 0,14-89 0,-2-1 0,-16 59 0,-17 12-1365,24-75-5461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6:3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24575,'0'2'0,"0"0"0,1-1 0,-1 1 0,0-1 0,1 1 0,0-1 0,-1 1 0,1-1 0,0 1 0,0-1 0,-1 1 0,1-1 0,0 0 0,0 1 0,1-1 0,-1 0 0,0 0 0,0 0 0,1 0 0,-1 0 0,0 0 0,1 0 0,-1-1 0,1 1 0,-1 0 0,4 0 0,5 2 0,0 0 0,0-1 0,13 2 0,-14-3 0,7 2 0,27 2 0,1 3 0,-1 1 0,0 2 0,61 26 0,281 116 0,-354-142 0,-1-2 0,53 10 0,-42-10 0,0 1 0,0 3 0,-1 1 0,55 28 0,24 9 0,-77-38-1365,-1-3-5461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6:40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 24575,'0'11'0,"2"0"0,0 0 0,0 0 0,5 13 0,2 13 0,16 40 0,-20-64 0,0-1 0,-1 1 0,0 0 0,-1 0 0,0 0 0,-1 0 0,-1 0 0,0 26 0,-1-37 0,0 1 0,-1-1 0,0 0 0,1 0 0,-1 1 0,0-1 0,0 0 0,-1 0 0,1 0 0,0 0 0,-1 0 0,1 0 0,-1 0 0,1 0 0,-1-1 0,0 1 0,0-1 0,0 1 0,0-1 0,0 0 0,0 1 0,0-1 0,0 0 0,-1 0 0,1-1 0,0 1 0,-1 0 0,-2-1 0,-8 2 0,1 0 0,-1-2 0,1 0 0,-17-1 0,12 0 0,-102-4-1365,87 4-5461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9:43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1 415 24575,'5'-5'0,"1"0"0,1 1 0,-1 0 0,1 1 0,-1-1 0,1 1 0,0 0 0,9-2 0,3-2 0,483-165 0,-390 143 0,-59 16 0,92-35 0,65-36-1365,-142 58-5461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29:46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24575,'54'1'0,"66"12"0,-43-3 0,-63-9 0,43 5 0,-1 1 0,101 28 0,-150-33 0,1 1 0,-1 0 0,0 0 0,0 1 0,0 0 0,0 1 0,0-1 0,-1 1 0,8 8 0,-12-11 0,0 0 0,-1 0 0,1-1 0,-1 1 0,0 1 0,1-1 0,-1 0 0,0 0 0,0 0 0,-1 0 0,1 1 0,0-1 0,-1 0 0,1 1 0,-1-1 0,0 1 0,0-1 0,0 0 0,0 1 0,0-1 0,-1 1 0,1-1 0,0 0 0,-1 1 0,0-1 0,0 0 0,0 0 0,0 1 0,0-1 0,0 0 0,0 0 0,-1 0 0,-2 3 0,-4 5 0,0-1 0,-1 0 0,0-1 0,0 0 0,-1 0 0,0-1 0,-15 9 0,6-4 0,0 1 0,0 0 0,-28 28 0,44-36-74,-1-1-1,1 1 1,0-1-1,0 1 1,1 0-1,-1 0 0,-1 7 1,1-6-695,-4 11-6057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32:50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2126 24575,'124'-141'0,"-67"72"0,513-615 0,9-10 0,-241 284 0,-273 321-1365,-42 51-5461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32:52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0 504 24575,'1'0'0,"-1"0"0,0 1 0,0-1 0,1 0 0,-1 0 0,0 1 0,1-1 0,-1 0 0,1 0 0,-1 0 0,0 1 0,1-1 0,-1 0 0,1 0 0,-1 0 0,1 0 0,-1 0 0,0 0 0,1 0 0,-1 0 0,1 0 0,-1 0 0,1 0 0,-1 0 0,0 0 0,1 0 0,-1 0 0,1 0 0,-1-1 0,1 1 0,-1 0 0,0 0 0,1 0 0,-1-1 0,0 1 0,1 0 0,-1-1 0,0 1 0,1 0 0,-1-1 0,27-14 0,-23 13 0,292-154 0,-17 12 0,38-11 0,-291 143 0,-19 9 0,0-1 0,1 2 0,-1-1 0,1 1 0,0 0 0,8-1 0,-15 3 0,0 0 0,0 0 0,0 0 0,0 0 0,0 0 0,0 1 0,0-1 0,0 0 0,-1 0 0,1 1 0,0-1 0,0 0 0,0 1 0,0-1 0,0 1 0,-1-1 0,1 1 0,0 0 0,0-1 0,-1 1 0,2 1 0,-1 0 0,0-1 0,-1 1 0,1 0 0,-1 0 0,1-1 0,-1 1 0,0 0 0,0 0 0,0 0 0,0 0 0,0 0 0,0-1 0,0 1 0,-1 0 0,0 3 0,-8 26 0,-1-1 0,-23 49 0,5-15 0,11-26 33,-30 48-1,32-61-318,1 0 0,1 1 0,2 0 0,-15 45 0,19-35-6540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03:14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24575,'1'0'0,"1"0"0,0 1 0,0-1 0,-1 1 0,1 0 0,0-1 0,0 1 0,-1 0 0,1 0 0,-1 0 0,1 0 0,-1 0 0,1 0 0,-1 1 0,0-1 0,2 2 0,20 28 0,-14-18 0,22 26 0,3 0 0,0-3 0,3 0 0,79 58 0,-84-74 0,0-2 0,0-1 0,45 16 0,-29-13 0,438 152 0,-203-79 0,548 173 0,-606-209 0,410 50 0,38-31 0,178-44 0,-686-32 0,155 1-148,688 9-713,2033 9 861,-2056-21 0,-170 3 0,829-3 0,-567-36 630,-820 25-419,380-42-28,-17-33-198,119-78 15,-321 60 0,135-39 0,-533 138 0,1-1 0,-1-1 0,0-1 0,24-17 0,69-56 0,-49 27-341,-3-3 0,-2-2-1,61-82 1,-80 92-6485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03:17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24575,'12'-1'0,"0"0"0,0-1 0,-1 0 0,1-1 0,13-5 0,12-4 0,17-1 0,10-2 0,69-27 0,-95 24 0,-28 12 0,1 0 0,-1 1 0,1 1 0,0 0 0,20-5 0,-28 9 0,-1 0 0,0 0 0,1 0 0,-1 0 0,0 0 0,1 0 0,-1 1 0,1-1 0,-1 1 0,0-1 0,0 1 0,1 0 0,-1 0 0,0 0 0,0 0 0,0 0 0,0 1 0,0-1 0,0 1 0,0-1 0,-1 1 0,1 0 0,-1 0 0,1-1 0,-1 1 0,1 0 0,-1 0 0,0 0 0,0 1 0,0-1 0,0 0 0,0 0 0,0 4 0,4 6 0,1 0 0,0 0 0,1 0 0,10 13 0,9 17 0,-20-29 0,-1 1 0,-1-1 0,0 1 0,0 0 0,-2 0 0,0 0 0,0 0 0,-1 1 0,-2 18 0,2-9 0,0 0 0,5 27 0,0-25-1365,-1-3-5461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43:28.2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1 627 24575,'55'-16'0,"0"-2"0,0-2 0,-2-3 0,60-35 0,-103 53 0,0-1 0,-1 0 0,1-1 0,-1 0 0,-1-1 0,1 0 0,-1 0 0,-1 0 0,1-1 0,-1 0 0,-1-1 0,0 0 0,0 0 0,-1 0 0,0 0 0,6-21 0,-8 21 0,11-35 0,12-57 0,-17 67 0,5-28 0,-13 60 0,-1 0 0,0 0 0,0 0 0,0 0 0,0 0 0,0 0 0,-1 0 0,1 1 0,-1-1 0,1 0 0,-1 0 0,0 0 0,-1 1 0,1-1 0,0 1 0,-1-1 0,-1-2 0,0 2 0,0 1 0,0 0 0,-1 0 0,1 0 0,0 0 0,-1 1 0,1-1 0,-1 1 0,1 0 0,-1 0 0,0 0 0,1 1 0,-1-1 0,-6 1 0,1-1 0,0 1 0,0 1 0,0 0 0,-17 3 0,23-3 0,1-1 0,-1 1 0,0-1 0,1 1 0,-1 0 0,1 0 0,-1 0 0,1 1 0,0-1 0,-1 1 0,1-1 0,0 1 0,0 0 0,0 0 0,0 0 0,0 0 0,0 0 0,1 0 0,-1 0 0,1 0 0,-1 1 0,1-1 0,0 1 0,0-1 0,0 1 0,0-1 0,1 1 0,-1 0 0,1-1 0,-1 1 0,1 0 0,0 0 0,0-1 0,0 1 0,1 0 0,-1 0 0,0-1 0,1 1 0,0-1 0,0 1 0,1 2 0,4 12 0,2 0 0,0-1 0,0 0 0,21 28 0,-29-44 0,54 70 0,2-1 0,4-4 0,2-2 0,86 68 0,-129-116 0,-3-3 0,-1 1 0,20 21 0,-32-30 0,0-1 0,0 1 0,-1-1 0,1 1 0,-1 0 0,0 0 0,0 0 0,0 1 0,-1-1 0,1 0 0,-1 1 0,0-1 0,0 1 0,0-1 0,-1 10 0,-1-9 0,0 1 0,0-1 0,-1 1 0,1-1 0,-1 1 0,-1-1 0,1 0 0,-1 0 0,0 0 0,0-1 0,-4 6 0,-46 47 0,51-55 0,-23 22 0,-2 0 0,0-1 0,-2-2 0,0-1 0,-54 28 0,78-46 0,0 0 0,0-1 0,0 1 0,0-1 0,-1 0 0,1 0 0,0 0 0,-1-1 0,-8 0 0,13 0 0,0 0 0,-1 0 0,1 0 0,0-1 0,-1 1 0,1-1 0,0 1 0,0-1 0,-1 1 0,1-1 0,0 0 0,0 1 0,0-1 0,0 0 0,0 0 0,0 0 0,0 0 0,0 0 0,0 0 0,0 0 0,1 0 0,-1 0 0,0 0 0,1-1 0,-1 1 0,1 0 0,-1 0 0,1-1 0,0 1 0,-1 0 0,1-1 0,0 1 0,0 0 0,0-1 0,0 1 0,0 0 0,0-1 0,1 1 0,-1 0 0,0-1 0,1-1 0,1-3 0,0 0 0,0 0 0,0 0 0,1 0 0,0 0 0,0 0 0,0 1 0,7-8 0,39-43 0,-31 38 0,83-82 0,5 4 0,159-110 0,-226 178 143,-10 5-646,1 2 1,48-24-1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43:54.3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854 448 24575,'3'-1'0,"0"0"0,-1 0 0,1 0 0,-1 0 0,0 0 0,1-1 0,-1 1 0,0-1 0,0 1 0,1-1 0,-1 0 0,2-2 0,6-5 0,53-37 0,2 3 0,1 4 0,2 2 0,116-45 0,-127 60 0,126-43 0,-137 51 0,0 2 0,52-6 0,8 1 0,-59 8 0,0 3 0,64-2 0,-109 8 0,0 0 0,0 0 0,0 0 0,0 0 0,0 0 0,0 0 0,0 1 0,0-1 0,0 1 0,0-1 0,0 1 0,0 0 0,-1 0 0,1 0 0,0 0 0,0 0 0,-1 0 0,1 0 0,-1 1 0,1-1 0,-1 0 0,1 1 0,-1-1 0,0 1 0,1 2 0,-1-2 0,-1 0 0,0 0 0,1 0 0,-1 1 0,-1-1 0,1 0 0,0 0 0,0 0 0,-1 1 0,1-1 0,-1 0 0,0 0 0,0 0 0,1 0 0,-1 0 0,-1 0 0,1 0 0,0 0 0,0-1 0,-1 1 0,1 0 0,-1-1 0,-2 3 0,-5 5 0,-1-1 0,0 1 0,0-2 0,0 0 0,-1 0 0,-19 8 0,-75 25 0,87-34 0,-105 33 0,-209 35 0,-127-14 0,376-50 0,5-1 0,-131-1 0,197-10 0,17-3 0,14-2 0,1 1 0,1 1 0,26-4 0,4-1 0,143-34 0,333-58 0,-484 101 0,-43 1 0,1 0 0,-1 0 0,1 0 0,-1 0 0,0 0 0,1 0 0,-1 0 0,1 0 0,-1 0 0,0 0 0,1 1 0,-1-1 0,1 0 0,-1 0 0,0 0 0,1 0 0,-1 1 0,0-1 0,1 0 0,-1 0 0,0 1 0,0-1 0,1 0 0,-1 1 0,0-1 0,0 0 0,1 1 0,-1-1 0,0 0 0,0 1 0,0-1 0,0 1 0,1-1 0,-1 0 0,0 1 0,0-1 0,0 1 0,0-1 0,0 0 0,0 1 0,0-1 0,0 1 0,0-1 0,0 0 0,-1 1 0,1-1 0,0 1 0,0-1 0,0 0 0,0 1 0,0-1 0,-1 0 0,1 1 0,0-1 0,0 0 0,-1 1 0,1-1 0,0 0 0,-1 0 0,1 1 0,0-1 0,-1 0 0,-25 23 0,-50 27 0,-132 63 0,149-83 0,-781 353 0,811-370 0,-242 111 0,268-122 0,1-1 0,-1 1 0,0-1 0,1 1 0,-1 0 0,1 0 0,-1 0 0,-2 4 0,5-5 0,0-1 0,0 0 0,0 1 0,0-1 0,0 0 0,0 1 0,1-1 0,-1 0 0,0 0 0,0 1 0,0-1 0,1 0 0,-1 0 0,0 1 0,0-1 0,1 0 0,-1 0 0,0 0 0,0 1 0,1-1 0,-1 0 0,0 0 0,1 0 0,-1 0 0,0 0 0,1 0 0,-1 0 0,0 1 0,1-1 0,-1 0 0,0 0 0,1 0 0,-1-1 0,0 1 0,1 0 0,-1 0 0,0 0 0,1 0 0,-1 0 0,0 0 0,0 0 0,1-1 0,70-11 0,791-250-1454,-497 142 881,177-46-505,9 32 1003,-477 123 853,-72 10-714,1 1-1,-1 0 1,1 0 0,0 1 0,-1-1-1,1 0 1,-1 1 0,1-1 0,-1 1 0,5 2-1,-7-3-40,1 1 0,-1 0 0,1-1 0,-1 1-1,1-1 1,-1 1 0,1 0 0,-1-1 0,0 1 0,0 0-1,1-1 1,-1 1 0,0 0 0,0-1 0,0 1-1,1 0 1,-1 0 0,0-1 0,0 1 0,0 0 0,-1 0-1,1-1 1,0 1 0,0 0 0,0 0 0,0-1 0,-1 1-1,1 0 1,0-1 0,-1 1 0,1 0 0,0-1-1,-1 1 1,1-1 0,-1 1 0,1 0 0,-1-1 0,1 1-1,-2 0 1,-12 15 81,-1-1 0,-1 0-1,0-1 1,0-1 0,-30 18 0,22-14-25,-118 76-25,-207 100-1,-173 42-238,-565 170-3239,1025-387 2566,69-25 494,34-15 107,121-56 157,90-30-64,211-76-128,769-197 0,-1209 375 349,7-2 208,0 1 0,0 2 0,57-3 0,-86 7-211,1 1 0,0 0 1,-1 0-1,1 0 1,0 0-1,-1 0 0,1 1 1,0-1-1,-1 0 1,1 1-1,0-1 1,-1 1-1,1 0 0,-1-1 1,1 1-1,-1 0 1,0 0-1,1 0 0,-1 0 1,0 0-1,3 3 1,-4-3-13,0 0 1,1 1 0,-1-1 0,0 0-1,0 1 1,0-1 0,0 0-1,0 1 1,0-1 0,0 0 0,-1 1-1,1-1 1,0 0 0,-1 1-1,1-1 1,-1 0 0,0 0 0,1 1-1,-1-1 1,-1 1 0,-6 10 269,-1-1 0,0-1-1,-19 18 1,27-26-271,-94 78 356,-3-4 0,-126 73 1,18-12-174,200-133-224,1 0 0,0 0 0,0 0 0,-9 10 0,14-14 0,0 0 0,0 0 0,0 0 0,0 0 0,-1 1 0,1-1 0,0 0 0,0 0 0,0 0 0,0 0 0,0 1 0,0-1 0,0 0 0,0 0 0,1 0 0,-1 0 0,0 1 0,0-1 0,0 0 0,0 0 0,0 0 0,0 0 0,0 1 0,0-1 0,0 0 0,0 0 0,0 0 0,1 0 0,-1 0 0,0 0 0,0 0 0,0 1 0,0-1 0,0 0 0,1 0 0,-1 0 0,0 0 0,0 0 0,0 0 0,0 0 0,0 0 0,1 0 0,-1 0 0,0 0 0,0 0 0,0 0 0,0 0 0,1 0 0,-1 0 0,0 0 0,0 0 0,0 0 0,0 0 0,1 0 0,-1 0 0,0 0 0,0 0 0,0 0 0,0 0 0,1-1 0,31-6 0,456-181 0,-75 24 0,-330 138 0,-82 25 0,1 1 0,-1-1 0,0 1 0,1-1 0,-1 1 0,1-1 0,-1 1 0,1 0 0,-1 0 0,1 0 0,-1 0 0,1 0 0,-1 0 0,1 0 0,-1 1 0,1-1 0,-1 0 0,0 1 0,1-1 0,-1 1 0,2 0 0,-3 1 0,-1-1 0,1 1 0,-1 0 0,1-1 0,-1 1 0,0-1 0,0 1 0,0-1 0,0 1 0,0-1 0,0 0 0,0 1 0,0-1 0,0 0 0,0 0 0,-1 0 0,1 0 0,-2 1 0,-51 42 0,-2-3 0,-1-2 0,-2-3 0,-71 32 0,129-67 0,0 0 0,0 0 0,-1-1 0,1 1 0,0 0 0,0-1 0,-1 1 0,1-1 0,-1 1 0,1-1 0,0 0 0,-1 1 0,1-1 0,-1 0 0,-2 0 0,21-22 0,349-304 0,-348 311 0,1 1 0,1 1 0,1 1 0,-1 1 0,2 1 0,-1 1 0,1 1 0,1 0 0,40-7 0,-60 15 0,0-1 0,0 1 0,0 0 0,0-1 0,0 1 0,-1 1 0,1-1 0,0 0 0,0 1 0,0-1 0,0 1 0,0 0 0,-1 0 0,1 0 0,0 0 0,-1 1 0,5 2 0,-6-3 0,0 1 0,0 0 0,0-1 0,0 1 0,0 0 0,0-1 0,0 1 0,-1 0 0,1 0 0,-1-1 0,1 1 0,-1 0 0,0 0 0,0 0 0,0 0 0,0 0 0,0 0 0,0-1 0,0 1 0,-1 0 0,1 0 0,-1 0 0,1 0 0,-1-1 0,0 1 0,0 0 0,1-1 0,-3 3 0,-2 5 0,0-1 0,0 1 0,-1-1 0,0-1 0,-1 1 0,0-1 0,0 0 0,0-1 0,-15 11 0,-8 2 0,-45 21 0,59-32 0,-77 36 0,-123 39 0,-103 14 0,165-52 0,150-43 0,6-2 0,17-3 0,52-14 0,128-33 0,83-10-164,693-73-1020,12 85 246,-939 47 938,-21-1 0,0 2 0,0 1 0,0 1 0,35 7 0,-60-9 0,-1 0 0,0 1 0,0-1 0,0 0 0,0 0 0,1 1 0,-1-1 0,0 0 0,0 1 0,0 0 0,0-1 0,0 1 0,0-1 0,0 1 0,0 0 0,-1 0 0,1-1 0,0 1 0,0 0 0,0 1 0,-1-1 0,0 0 0,-1 0 0,1 0 0,0-1 0,-1 1 0,1 0 0,-1-1 0,0 1 0,1 0 0,-1-1 0,1 1 0,-1 0 0,0-1 0,1 1 0,-1-1 0,0 1 0,0-1 0,0 0 0,1 1 0,-1-1 0,0 0 0,0 0 0,-1 1 0,-35 12 207,0-1 0,-73 12 0,60-14 155,-558 76 941,545-84-1303,50-6 0,14 3 0,-1 1 0,0-1 0,0 0 0,1 0 0,-1 1 0,0-1 0,1 0 0,-1 1 0,1-1 0,-1 1 0,1-1 0,-1 1 0,1-1 0,-1 1 0,1-1 0,0 1 0,-1-1 0,1 1 0,0-1 0,-1 1 0,2-1 0,113-55 0,105-35-273,306-86-1,-338 129 92,2 8 0,221-18 0,-105 37 182,398 23 0,-688 0 0,-17-1 0,-26 0 0,17 0 0,-1201 54-46,-12-38 246,1138-18-57,-70 1 255,-245-32 0,-86-74-398,559 93 0,-6 5 0,501-51 0,878 38-984,-1266 22 950,607 24 34,-618-17 0,865 71 263,104 4 299,-920-74-379,359 2-173,-495-18-10,129-28 0,-107 16 0,378-60 0,-427 68 0,-47 6 0,-14 1 0,-21 0 0,-529-34 0,396 28 0,-213 14 0,337 0 0,29-1 0,23 0 0,475 8 0,-325-11 0,-70-1 0,25 1 0,126 15 0,-238-14 0,48 8 0,-53-8 0,0 0 0,-1 0 0,1 1 0,0-1 0,-1 1 0,1 0 0,-1 0 0,0 0 0,1 0 0,4 4 0,-8-5 0,1 0 0,0 0 0,-1 0 0,1 0 0,-1 0 0,1 0 0,-1-1 0,0 1 0,1 0 0,-1 0 0,0 0 0,0 1 0,0-1 0,0 0 0,1 0 0,-1 0 0,-1 0 0,1 0 0,0 0 0,0 0 0,0 0 0,0 0 0,-1 0 0,1 0 0,-1 0 0,1 0 0,0 0 0,-1 0 0,0-1 0,1 1 0,-1 0 0,1 0 0,-1 0 0,-1 1 0,-32 26 0,31-26 0,-38 24 0,-1-2 0,-2-2 0,0-2 0,-74 23 0,89-32 0,-374 112 0,212-68 0,146-39 0,40-11 0,27-7 0,328-73 0,-143 27 0,-143 34 0,-16 1 0,1 3 0,-1 3 0,2 1 0,72 1 0,-114 5 0,1 1 0,-1 0 0,0 1 0,0 0 0,0 0 0,15 6 0,-22-8 0,0 1 0,1 0 0,-1-1 0,0 1 0,0 0 0,0 0 0,0-1 0,0 1 0,0 0 0,0 0 0,0 0 0,0 1 0,0-1 0,0 0 0,0 0 0,-1 0 0,1 1 0,-1-1 0,1 0 0,-1 0 0,1 1 0,-1-1 0,0 1 0,1-1 0,-1 0 0,0 1 0,0-1 0,0 0 0,0 1 0,0-1 0,-1 1 0,1-1 0,0 0 0,-1 1 0,1-1 0,-1 0 0,1 1 0,-1-1 0,1 0 0,-1 0 0,0 1 0,0-1 0,0 0 0,1 0 0,-3 2 0,-2 2 0,0 1 0,-1 0 0,1-1 0,-1 0 0,0 0 0,0-1 0,-13 7 0,-55 23 0,68-32 0,-87 32 0,-145 34 0,-98-1 0,279-56 0,55-8 0,10-2 0,18-1 0,14-3 0,-7 1 0,-1-1 0,52-11 0,-121 9 0,-482 15 0,-98-3 0,557-10 0,1-3 0,-1-2 0,2-3 0,-1-2 0,2-3 0,0-3 0,-93-43 0,120 49 0,21 9 0,0 0 0,1 0 0,-14-9 0,21 13 0,1-1 0,-1 1 0,0-1 0,0 0 0,0 1 0,1-1 0,-1 0 0,0 1 0,1-1 0,-1 0 0,1 0 0,-1 0 0,1 1 0,-1-1 0,1 0 0,-1 0 0,1 0 0,0 0 0,0 0 0,-1 0 0,1 0 0,0 0 0,0 0 0,0 0 0,0 0 0,0 0 0,0-1 0,2-1 0,-1 0 0,0 1 0,1-1 0,0 0 0,-1 1 0,1-1 0,0 1 0,0 0 0,1-1 0,2-1 0,26-21 0,0 2 0,2 2 0,0 1 0,48-21 0,68-27-188,2 6 0,3 7-1,2 6 1,256-44 0,-370 85 177,-22 3 6,1 1 1,0 2-1,-1 0 0,1 0 0,29 3 0,-49-1 5,-1 0 0,0 0 0,1 0 0,-1 0 0,0 0 0,1 1 0,-1-1 0,0 0 0,1 0 0,-1 0 0,0 0 0,1 0 0,-1 0 0,0 0 0,1 1 0,-1-1 0,0 0 0,0 0 0,1 1 0,-1-1 0,0 0 0,0 0 0,1 1 0,-1-1 0,0 0 0,0 0 0,0 1 0,0-1 0,1 0 0,-1 1 0,-9 9 0,-16 3 0,0-1 0,0-1 0,-2-1 0,-29 8 0,3-1 0,-190 57-40,-3-10 1,-2-11 0,-492 39 0,-53-83 979,506-12-742,-268-11-198,206 3 0,333 11 0,-2-1 0,1 1 0,0 0 0,-32 6 0,38 0 0,16 3 0,26 4 0,11-3 0,0-2 0,1-2 0,0-2 0,51-2 0,-32 0 0,1581 78-1275,-1590-77 1274,1146 42-182,-1169-46 142,-71 1 246,-740-1-93,-215-2-280,860 0 168,1-7 0,-239-47 0,323 47 150,-1 2 1,-72-2-1,-101 12 576,95 1-552,41-3-174,44 0 0,119 0 0,2133 0-1222,-4345 0 950,2111 0 272,8 1 0,0-1 0,-36-6 0,55 6-1,-1 0 0,0 0 1,1 0-1,-1 0 0,1 0 1,-1 0-1,1 0 1,-1 0-1,0-1 0,1 1 1,-1 0-1,1 0 0,-1-1 1,1 1-1,-1 0 1,1-1-1,-1 1 0,1-1 1,0 1-1,-1 0 0,1-1 1,0 1-1,-1-1 1,1 1-1,0-1 0,-1 1 1,1-1-1,0 0 0,-1 0 1,2 0-2,-1 0 1,0 0 0,0 0-1,1 0 1,-1 0 0,1 0-1,-1 0 1,1 0 0,-1 0-1,1 0 1,0 1-1,-1-1 1,1 0 0,0 0-1,0 0 1,38-28 154,-36 27-102,142-85 615,270-121-1,-346 178-665,14-7 0,91-25 0,-166 59 0,0 1 0,0 0 0,1 0 0,-1 1 0,0 0 0,18 1 0,-24 0 0,1 0 0,0 1 0,-1 0 0,1 0 0,-1 0 0,1 0 0,-1 0 0,1 0 0,-1 1 0,0-1 0,0 1 0,1 0 0,-1-1 0,0 1 0,-1 0 0,1 0 0,0 0 0,0 0 0,-1 1 0,0-1 0,1 0 0,-1 1 0,2 3 0,7 21-341,-1 0 0,-1 0-1,5 34 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9:43:56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510 502 24575,'-9'0'0,"0"0"0,0 0 0,0-1 0,0 0 0,0 0 0,1-1 0,-1-1 0,0 1 0,1-1 0,0-1 0,0 1 0,0-1 0,0-1 0,0 1 0,1-2 0,0 1 0,0-1 0,-6-6 0,-7-8 0,2-1 0,0-1 0,1 0 0,1-2 0,2 1 0,0-2 0,-11-27 0,24 51 0,1 0 0,-1 0 0,1 0 0,-1 0 0,1 0 0,0-1 0,-1 1 0,1 0 0,0 0 0,0 0 0,0 0 0,0 0 0,0 0 0,0-1 0,0 1 0,0 0 0,0 0 0,0 0 0,0 0 0,1-1 0,1 1 0,-1 0 0,1 0 0,-1 0 0,1 0 0,0 0 0,-1 1 0,1-1 0,0 0 0,-1 1 0,1 0 0,3-1 0,5-1 0,52-17 0,0-2 0,70-35 0,-61 24 0,79-23 0,-100 44 0,-48 10 0,1 1 0,-1 0 0,0 0 0,0 0 0,1 0 0,-1 0 0,0 0 0,0 1 0,0-1 0,1 1 0,-1-1 0,0 1 0,0 0 0,0 0 0,0 0 0,0 0 0,2 2 0,-3-2 0,0 0 0,-1 0 0,1 0 0,-1 0 0,1 0 0,-1 0 0,1 0 0,-1 0 0,0 0 0,0 0 0,1 0 0,-1 0 0,0 1 0,0-1 0,0 0 0,0 0 0,0 0 0,-1 0 0,1 0 0,0 0 0,0 0 0,-1 0 0,1 0 0,-1 1 0,1-1 0,-1 1 0,-18 29 0,17-28 0,-21 26 0,-1-1 0,-1-1 0,-50 42 0,-98 62 0,112-90 0,-2-3 0,-2-3 0,-127 50 0,108-56-1365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3:44.0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61 0 24575,'0'0'0,"-1"1"0,0-1 0,1 0 0,-1 1 0,1-1 0,-1 1 0,1-1 0,-1 1 0,0-1 0,1 1 0,0-1 0,-1 1 0,1 0 0,-1-1 0,1 1 0,0 0 0,-1-1 0,1 1 0,0 0 0,0-1 0,-1 1 0,1 0 0,0-1 0,0 1 0,0 0 0,0 0 0,-3 27 0,2-20 0,-36 217 0,33-203-151,1-1-1,2 0 0,0 1 0,1-1 1,1 1-1,1-1 0,0 0 1,10 34-1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3:47.3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 0 24575,'-1'4'0,"0"0"0,0 0 0,0 0 0,0 0 0,-1 0 0,1-1 0,-5 8 0,-6 15 0,4 19 0,1 0 0,3 1 0,1 0 0,6 75 0,-1-21 0,-3-41-84,0-25-236,1 0 0,1 0-1,9 45 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3:49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85 590 24575,'-1'-1'0,"-1"0"0,1-1 0,0 0 0,-1 1 0,1-1 0,0 0 0,0 1 0,0-1 0,0 0 0,0 0 0,0 0 0,1 0 0,-1 0 0,1 0 0,-1 0 0,1-3 0,-2-1 0,-4-13 0,1-1 0,0 0 0,2 0 0,0-1 0,0-38 0,2 40 0,0-1 0,-10-37 0,-1-15 0,-1-114 0,11 167-1365,1 0-5461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3:54.1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0 24575,'1'109'0,"-3"121"0,-18-94-1365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4:17.4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207 507 24575,'-1'-19'0,"0"0"0,-2-1 0,0 1 0,-1 0 0,-1 1 0,-14-34 0,14 37 0,1 0 0,0-1 0,1 1 0,1-1 0,0-16 0,3-84 0,1 45 0,-2 66 0,-1-28 0,-2 26 0,-5 21 0,4 3 0,0-1 0,1 1 0,0 0 0,2 0 0,0 24 0,-5 42 0,1-61 0,-1-1 0,0-1 0,-2 1 0,0-1 0,-18 29 0,-14 36 0,34-64-13,2 0 0,0 0 0,1 1 0,1 0 0,1-1 0,1 1 0,3 26 0,-1 13-1248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4:21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 1 24575,'-1'4'0,"0"0"0,0 0 0,0 0 0,0 1 0,-1-1 0,0 0 0,0-1 0,0 1 0,0 0 0,-3 3 0,-14 29 0,16-16 6,0 1-1,2-1 0,0 1 1,4 39-1,-1 0-1397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4:34.4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 24575,'-1'10'0,"0"0"0,-1 0 0,0 0 0,0-1 0,-1 1 0,-8 16 0,7-17 0,1 1 0,-1 0 0,1-1 0,1 1 0,0 0 0,-1 17 0,2 45 0,3 151 0,-1-218 0,0-1 0,0 1 0,1-1 0,-1 1 0,1-1 0,0 0 0,0 1 0,1-1 0,-1 0 0,1 0 0,0-1 0,0 1 0,1-1 0,-1 1 0,0-1 0,7 4 0,-9-6 0,-1-1 0,0 0 0,0 0 0,0 0 0,1 1 0,-1-1 0,0 0 0,0 0 0,1 0 0,-1 0 0,0 0 0,1 1 0,-1-1 0,0 0 0,0 0 0,1 0 0,-1 0 0,0 0 0,1 0 0,-1 0 0,0 0 0,0 0 0,1 0 0,-1 0 0,0 0 0,1 0 0,-1 0 0,0-1 0,1 1 0,-1 0 0,0 0 0,0 0 0,1 0 0,-1 0 0,0-1 0,0 1 0,1 0 0,-1 0 0,0 0 0,0-1 0,6-16 0,-4-24 0,-2 38 0,0-22 0,-1 0 0,-1 0 0,-2 0 0,-10-44 0,8 46 34,2 1-1,1-1 0,-1-26 0,3 23-782,-9-44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4:44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70 24575,'-1'15'0,"-1"1"0,-1-1 0,-7 27 0,5-24 0,1-1 0,-3 27 0,-2 117 0,4-80 0,9 103 0,-4-181 0,1 0 0,-1 0 0,1 0 0,0 1 0,0-1 0,0 0 0,1 0 0,-1-1 0,1 1 0,-1 0 0,1 0 0,0-1 0,0 1 0,5 4 0,-7-7 0,1 1 0,0-1 0,-1 1 0,1-1 0,0 1 0,-1-1 0,1 0 0,0 1 0,0-1 0,-1 0 0,1 1 0,0-1 0,0 0 0,-1 0 0,1 0 0,0 0 0,0 0 0,0 0 0,-1 0 0,1 0 0,0 0 0,0 0 0,1-1 0,-1 0 0,0 0 0,0 0 0,1 0 0,-1 0 0,0 0 0,0 0 0,0 0 0,0 0 0,-1-1 0,1 1 0,0 0 0,0-1 0,-1 1 0,1-1 0,-1 1 0,1 0 0,-1-3 0,3-7 0,-1-1 0,0 1 0,-1-1 0,0 1 0,-1-1 0,0 1 0,-3-13 0,-18-81 0,14 76 0,1-1 0,-3-39 0,-1-120 0,9 24 0,1 646-1365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4:48.5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0 128 24575,'0'389'0,"0"-381"0,1 0 0,0-1 0,0 1 0,1 0 0,0 0 0,0-1 0,6 13 0,-3-66 0,-5-474-1365,0 495-5461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23:05:01.4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 0 24575,'-11'241'0,"9"-208"65,-7 46 0,-1 21-1560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06:04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24575,'77'1'0,"0"3"0,0 3 0,0 4 0,83 22 0,791 149 0,9-84 0,-542-67 0,194 17 0,-345-21 0,403 38 0,-501-50 0,551 29 0,875-43 0,-702-4 0,673 3 0,-1222-14 0,-30 0 0,-57 14 0,366-17 0,24 4 0,-411 15 0,2951-2 0,-1730-69 0,-1323 56 0,-1-6 0,251-71 0,-368 85 20,0-1 0,0 0 0,-1-1 0,1-1 0,15-12 0,-24 16-126,-1-1 0,0-1 0,0 1 0,-1-1 0,1 0 0,-1 0-1,0 0 1,-1-1 0,0 1 0,0-1 0,0 0 0,-1 0 0,3-9 0,0-9-6720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8:06:21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0 174 24575,'47'-24'0,"-39"19"0,0 1 0,0-1 0,16-5 0,136-30 0,-108 29 0,-3 2 0,-35 7 0,1-1 0,-1 0 0,0 0 0,0-2 0,15-6 0,-17 4 0,1 1 0,0 1 0,0 0 0,1 0 0,-1 1 0,25-3 0,-36 7 0,-1 1 0,0-1 0,0 0 0,1 1 0,-1-1 0,0 1 0,0-1 0,0 1 0,0 0 0,0-1 0,0 1 0,0 0 0,0 0 0,0 0 0,0 0 0,0 0 0,0 0 0,0 0 0,-1 0 0,1 0 0,0 0 0,-1 0 0,1 0 0,-1 0 0,1 1 0,-1-1 0,0 0 0,0 0 0,1 1 0,-1-1 0,0 0 0,0 0 0,0 3 0,-1 54 0,0-42 0,-3 485-1365,4-468-5461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20:22:1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1 828 24575,'375'-14'0,"-15"1"0,-297 10 0,0-4 0,69-15 0,47-6 0,120 11 0,111-12 0,711-101 0,-731 105 0,343-24 0,64 15 0,5 32 0,254-5 0,792-6-960,-783 14 210,-7-25 985,373-108-394,-125-3-1318,-435 51 1337,-709 69 1117,159-22-553,-267 28-6765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20:22:16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24575,'1116'0'0,"-1094"0"0,2 0 0,-1 0 0,40 6 0,-62-5 0,1-1 0,0 0 0,-1 1 0,1-1 0,0 1 0,-1-1 0,1 1 0,-1 0 0,1-1 0,-1 1 0,0 0 0,1 0 0,-1 0 0,0 0 0,1 0 0,-1 1 0,2 1 0,-3-2 0,0 0 0,0 0 0,1 0 0,-1 0 0,0 0 0,0 0 0,0 0 0,0 0 0,0 0 0,0 0 0,0 0 0,0 0 0,0 0 0,-1 0 0,1 0 0,0 0 0,-1 0 0,1 0 0,-1 0 0,0 1 0,-4 5 0,0 0 0,-1-1 0,0 1 0,0-2 0,-8 8 0,10-10 0,-235 185 0,28-24 0,-50 38 0,234-176-1365,8-5-5461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26:43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1 691 24575,'61'-1'0,"105"-18"0,59-27 0,-109 22 0,255-44 0,624-34 0,-544 71 0,53-3 0,609 28 0,-633 9 0,3095-3 0,-2585-46 0,0-57 0,-383 12 0,-65 8 0,-442 72 37,53-8-1439,-102 10-5424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1:26:46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24575,'321'23'0,"-149"-6"0,25 6 0,-195-23 0,1 0 0,-1 1 0,0-1 0,1 1 0,-1-1 0,0 1 0,0 0 0,1 0 0,-1 0 0,0 0 0,4 3 0,-6-4 0,0 1 0,1-1 0,-1 1 0,0-1 0,0 1 0,1-1 0,-1 0 0,0 1 0,0-1 0,0 1 0,0-1 0,0 1 0,0-1 0,0 1 0,0-1 0,0 1 0,0-1 0,0 1 0,0-1 0,0 1 0,0-1 0,0 1 0,-1 0 0,-12 17 0,-11 6 0,-1-1 0,-2-1 0,-38 24 0,-93 47 0,59-40 47,-47 28-1459,121-66-5414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7T14:31:50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1150 24575,'16'-9'0,"-2"0"0,1-1 0,-1 0 0,23-23 0,-1 0 0,542-424 0,-447 350 0,-38 29 0,-48 42 0,41-32 0,-68 54 0,0-2 0,-1 0 0,27-33 0,-10 11 0,-15 15 59,27-42 0,-8 10-1542,-20 32-5343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7T14:31:52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0 184 24575,'34'-3'0,"-1"-1"0,0-1 0,0-2 0,0-2 0,58-23 0,-48 17 0,0 1 0,62-11 0,-75 19 0,44-15 0,9-2 0,-57 15 0,-20 6 0,1-1 0,-1 2 0,0-1 0,1 1 0,8-1 0,-14 2 0,0 0 0,1 0 0,-1 0 0,1 0 0,-1 0 0,0 1 0,1-1 0,-1 0 0,0 1 0,0-1 0,1 1 0,-1 0 0,0-1 0,0 1 0,0 0 0,0 0 0,1 0 0,-1-1 0,-1 1 0,1 0 0,0 0 0,0 1 0,0-1 0,0 0 0,-1 0 0,1 0 0,0 1 0,-1-1 0,1 0 0,-1 2 0,7 25 0,-2 1 0,-1 1 0,-2-1 0,-1 0 0,-3 45 0,1-23 0,1-22-118,-7 118-1129,2-108-5579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3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0 200 24575,'2236'-134'-2306,"-1653"79"2030,1 45 1355,-558 11-7767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5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24575,'6'1'0,"0"0"0,-1 0 0,1 0 0,0 1 0,0 0 0,-1 0 0,10 6 0,9 2 0,92 39 0,186 106 0,-299-153 0,0-1 0,-1 1 0,1 0 0,-1-1 0,0 1 0,0 0 0,0 1 0,3 3 0,-4-5 0,0 0 0,-1-1 0,1 1 0,-1 0 0,0 0 0,1 0 0,-1 1 0,0-1 0,0 0 0,1 0 0,-1 0 0,0 0 0,0 0 0,0 0 0,0 0 0,-1 0 0,1 2 0,-2 1 0,-1 1 0,1-1 0,-1 0 0,0 0 0,0 0 0,0 0 0,0 0 0,-1-1 0,-5 5 0,-43 37 0,-1-4 0,-2-1 0,-1-3 0,-3-2 0,-84 36 0,105-51-1365,22-13-5461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5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1 274 24575,'72'-4'0,"1"-4"0,-1-3 0,73-20 0,-80 16 0,450-109 0,-300 52-1365,-181 63-5461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24575,'156'-2'0,"166"4"0,-302 0 0,-1 1 0,0 1 0,0 1 0,-1 0 0,1 1 0,-1 1 0,-1 1 0,26 14 0,-16-10 0,-24-11 0,0 0 0,0 0 0,0 0 0,0 1 0,0-1 0,0 1 0,0-1 0,0 1 0,0 0 0,-1 0 0,1 0 0,-1 1 0,1-1 0,-1 0 0,0 1 0,0 0 0,0-1 0,0 1 0,-1 0 0,1 0 0,-1 0 0,1 0 0,-1 1 0,1 3 0,-1 3 0,-1-1 0,0 1 0,0 0 0,-1 0 0,0 0 0,-1-1 0,0 1 0,-1-1 0,0 1 0,-6 12 0,-2 5 0,-2-1 0,-21 31 0,-106 193 0,137-244 0,-20 31-1365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7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24575,'19'0'0,"45"0"0,55 0 0,69 0 0,65 0 0,61 0-2093,36 0 2093,15 0-1692,-16 0 1692,-33 0 0,-47 0-1395,-31 0 1395,-31 0-365,-23 0 365,-28 0 0,-26 0 1258,-35 0-5162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24575,'33'0'0,"0"1"0,-1 2 0,1 1 0,0 2 0,-1 1 0,0 2 0,55 22 0,21 12 0,155 41 0,116 1 0,-361-81 0,-12-4 0,-1 1 0,1 0 0,0 0 0,-1 0 0,1 1 0,-1 0 0,1 0 0,-1 0 0,9 6 0,-14-7 0,0-1 0,0 1 0,0 0 0,0-1 0,0 1 0,0-1 0,0 1 0,0 0 0,0-1 0,0 1 0,0-1 0,-1 1 0,1-1 0,0 1 0,0-1 0,-1 1 0,1-1 0,0 1 0,-1-1 0,1 1 0,-1-1 0,1 1 0,0-1 0,-1 0 0,1 1 0,-1-1 0,1 0 0,-1 1 0,1-1 0,-1 0 0,0 1 0,1-1 0,-1 0 0,1 0 0,-1 0 0,-26 13 0,27-13 0,-87 30 0,-103 23 0,90-27 0,56-12 0,-49 23 0,9-3 0,47-19 52,-46 27-1,52-24-540,-1-3-1,-42 16 1,46-23-6337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24575,'2880'0'-1365,"-2760"0"-5461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24575,'1'1'0,"-1"1"0,1-1 0,-1 0 0,1 0 0,0 1 0,0-1 0,-1 0 0,1 0 0,0 0 0,0 0 0,0 0 0,0 0 0,2 1 0,26 18 0,0-2 0,2-2 0,0 0 0,0-3 0,45 14 0,-41-14 0,268 87 0,102 40 0,-396-136 0,49 23 0,-54-24 0,0-1 0,0 1 0,0 0 0,-1 0 0,1 0 0,0 0 0,-1 0 0,0 1 0,5 6 0,-8-9 0,1 0 0,-1 0 0,1 0 0,-1 0 0,0 0 0,0 0 0,1 0 0,-1 1 0,0-1 0,0 0 0,0 0 0,0 0 0,0 0 0,0 0 0,0 0 0,0 0 0,-1 0 0,1 1 0,0-1 0,-1 0 0,1 0 0,0 0 0,-1 0 0,0 0 0,1-1 0,-1 1 0,1 0 0,-1 0 0,-1 1 0,-26 19 0,-15 1 0,-1-2 0,0-2 0,-56 16 0,-44 16 0,-191 68-1365,287-103-5461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3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0 200 24575,'2236'-134'-2306,"-1653"79"2030,1 45 1355,-558 11-7767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5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24575,'6'1'0,"0"0"0,-1 0 0,1 0 0,0 1 0,0 0 0,-1 0 0,10 6 0,9 2 0,92 39 0,186 106 0,-299-153 0,0-1 0,-1 1 0,1 0 0,-1-1 0,0 1 0,0 0 0,0 1 0,3 3 0,-4-5 0,0 0 0,-1-1 0,1 1 0,-1 0 0,0 0 0,1 0 0,-1 1 0,0-1 0,0 0 0,1 0 0,-1 0 0,0 0 0,0 0 0,0 0 0,0 0 0,-1 0 0,1 2 0,-2 1 0,-1 1 0,1-1 0,-1 0 0,0 0 0,0 0 0,0 0 0,0 0 0,-1-1 0,-5 5 0,-43 37 0,-1-4 0,-2-1 0,-1-3 0,-3-2 0,-84 36 0,105-51-1365,22-13-5461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5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1 274 24575,'72'-4'0,"1"-4"0,-1-3 0,73-20 0,-80 16 0,450-109 0,-300 52-1365,-181 63-5461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24575,'156'-2'0,"166"4"0,-302 0 0,-1 1 0,0 1 0,0 1 0,-1 0 0,1 1 0,-1 1 0,-1 1 0,26 14 0,-16-10 0,-24-11 0,0 0 0,0 0 0,0 0 0,0 1 0,0-1 0,0 1 0,0-1 0,0 1 0,0 0 0,-1 0 0,1 0 0,-1 1 0,1-1 0,-1 0 0,0 1 0,0 0 0,0-1 0,0 1 0,-1 0 0,1 0 0,-1 0 0,1 0 0,-1 1 0,1 3 0,-1 3 0,-1-1 0,0 1 0,0 0 0,-1 0 0,0 0 0,-1-1 0,0 1 0,-1-1 0,0 1 0,-6 12 0,-2 5 0,-2-1 0,-21 31 0,-106 193 0,137-244 0,-20 31-1365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7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24575,'19'0'0,"45"0"0,55 0 0,69 0 0,65 0 0,61 0-2093,36 0 2093,15 0-1692,-16 0 1692,-33 0 0,-47 0-1395,-31 0 1395,-31 0-365,-23 0 365,-28 0 0,-26 0 1258,-35 0-5162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24575,'33'0'0,"0"1"0,-1 2 0,1 1 0,0 2 0,-1 1 0,0 2 0,55 22 0,21 12 0,155 41 0,116 1 0,-361-81 0,-12-4 0,-1 1 0,1 0 0,0 0 0,-1 0 0,1 1 0,-1 0 0,1 0 0,-1 0 0,9 6 0,-14-7 0,0-1 0,0 1 0,0 0 0,0-1 0,0 1 0,0-1 0,0 1 0,0 0 0,0-1 0,0 1 0,0-1 0,-1 1 0,1-1 0,0 1 0,0-1 0,-1 1 0,1-1 0,0 1 0,-1-1 0,1 1 0,-1-1 0,1 1 0,0-1 0,-1 0 0,1 1 0,-1-1 0,1 0 0,-1 1 0,1-1 0,-1 0 0,0 1 0,1-1 0,-1 0 0,1 0 0,-1 0 0,-26 13 0,27-13 0,-87 30 0,-103 23 0,90-27 0,56-12 0,-49 23 0,9-3 0,47-19 52,-46 27-1,52-24-540,-1-3-1,-42 16 1,46-23-6337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24575,'2880'0'-1365,"-2760"0"-5461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24575,'1'1'0,"-1"1"0,1-1 0,-1 0 0,1 0 0,0 1 0,0-1 0,-1 0 0,1 0 0,0 0 0,0 0 0,0 0 0,0 0 0,2 1 0,26 18 0,0-2 0,2-2 0,0 0 0,0-3 0,45 14 0,-41-14 0,268 87 0,102 40 0,-396-136 0,49 23 0,-54-24 0,0-1 0,0 1 0,0 0 0,-1 0 0,1 0 0,0 0 0,-1 0 0,0 1 0,5 6 0,-8-9 0,1 0 0,-1 0 0,1 0 0,-1 0 0,0 0 0,0 0 0,1 0 0,-1 1 0,0-1 0,0 0 0,0 0 0,0 0 0,0 0 0,0 0 0,0 0 0,0 0 0,-1 0 0,1 1 0,0-1 0,-1 0 0,1 0 0,0 0 0,-1 0 0,0 0 0,1-1 0,-1 1 0,1 0 0,-1 0 0,-1 1 0,-26 19 0,-15 1 0,-1-2 0,0-2 0,-56 16 0,-44 16 0,-191 68-1365,287-103-5461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6:14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24575,'367'-1'47,"1295"28"-1055,-1319 1 1313,197 4 310,4951-35-3308,-3512 4 2131,-558-46-499,-558 9 743,-690 32 183,-53 1-3246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6:30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297 407 24575,'-1'-3'0,"-1"-1"0,1 1 0,-1 0 0,0 0 0,0 0 0,0 0 0,0 0 0,0 0 0,-1 0 0,1 1 0,-1-1 0,0 1 0,0 0 0,0 0 0,-5-4 0,-2-1 0,-127-91 0,46 34 0,89 64 0,1-1 0,0 0 0,0 0 0,0 0 0,0 0 0,-1 0 0,1 0 0,1 0 0,-1 0 0,0-1 0,0 1 0,0 0 0,1 0 0,-1-1 0,0 1 0,1-1 0,0 1 0,-1 0 0,1-1 0,0 1 0,-1-1 0,1 1 0,0-1 0,0 1 0,0-1 0,1 1 0,-1-1 0,0 1 0,0 0 0,1-1 0,-1 1 0,1-1 0,-1 1 0,1 0 0,0-1 0,-1 1 0,1 0 0,0 0 0,0-1 0,0 1 0,0 0 0,0 0 0,0 0 0,0 0 0,2-1 0,8-7 0,0 0 0,0 1 0,25-13 0,-22 12 0,92-46-348,-85 45-669,0 0-5809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7:40.5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67 201 24575,'0'1'0,"0"0"0,1 1 0,-1-1 0,1 0 0,-1 1 0,1-1 0,-1 0 0,1 1 0,0-1 0,0 0 0,0 0 0,0 0 0,0 0 0,0 0 0,0 0 0,0 0 0,2 1 0,22 14 0,0-6 0,0 0 0,1-2 0,0-1 0,54 8 0,-49-9 0,57 5 0,0-4 0,126-5 0,-138-3 0,-31-2 0,0-2 0,0-3 0,-1-1 0,47-16 0,-72 20 0,2-2 0,-1-1 0,0 0 0,-1-2 0,0 0 0,-1-1 0,0-1 0,0 0 0,-2-2 0,1 0 0,-2-1 0,15-17 0,-29 31 0,0 0 0,0 0 0,0 0 0,0 0 0,0 0 0,0 0 0,1 0 0,-1 0 0,0 1 0,0-1 0,1 0 0,-1 1 0,1-1 0,-1 1 0,0-1 0,3 1 0,-3 0 0,0 0 0,-1 0 0,1 1 0,-1-1 0,1 0 0,-1 1 0,1-1 0,-1 1 0,1-1 0,-1 0 0,1 1 0,-1-1 0,0 1 0,1-1 0,-1 1 0,1 0 0,-1-1 0,0 1 0,0-1 0,1 1 0,-1-1 0,0 1 0,0 0 0,0-1 0,0 1 0,0 0 0,0-1 0,0 1 0,0 0 0,0-1 0,0 1 0,0-1 0,0 1 0,0 0 0,0-1 0,-1 1 0,1-1 0,-1 2 0,1 0 0,-1 0 0,1-1 0,-1 1 0,0 0 0,0 0 0,0-1 0,0 1 0,0 0 0,0-1 0,0 1 0,-1-1 0,1 0 0,-1 1 0,1-1 0,-1 0 0,1 0 0,-1 0 0,1 0 0,-1 0 0,0 0 0,0 0 0,0-1 0,1 1 0,-4 0 0,-4 1 0,0 0 0,-1-1 0,-16 1 0,-22-2 0,-1-2 0,0-2 0,-48-11 0,-145-42 0,26 6 0,125 38 0,-1 4 0,-173 7 0,256 2 0,0 0 0,1 1 0,0 0 0,-1 1 0,1 0 0,0 0 0,-9 4 0,16-6 0,0 0 0,0 1 0,0-1 0,-1 1 0,1-1 0,0 1 0,0-1 0,0 1 0,0-1 0,0 1 0,0 0 0,0 0 0,0-1 0,1 1 0,-1 0 0,0 0 0,0 0 0,1 0 0,-1 0 0,0 0 0,1 0 0,-1 0 0,1 0 0,-1 1 0,1-1 0,0 0 0,0 0 0,-1 0 0,1 0 0,0 1 0,0-1 0,0 0 0,0 0 0,0 1 0,0-1 0,1 0 0,-1 0 0,0 0 0,1 0 0,-1 1 0,1-1 0,-1 0 0,1 0 0,-1 0 0,1 0 0,0 0 0,-1 0 0,1 0 0,0 0 0,0-1 0,0 1 0,1 1 0,4 4 0,0-1 0,1 0 0,0 0 0,0 0 0,1-1 0,-1 0 0,1 0 0,10 3 0,-3-2 0,0 0 0,0-1 0,26 3 0,-35-7 0,-1 1 0,1-1 0,0 0 0,-1-1 0,1 1 0,-1-1 0,1 0 0,-1-1 0,1 1 0,-1-1 0,0 0 0,8-4 0,-11 5 0,-1 0 0,1 0 0,-1-1 0,0 1 0,1 0 0,-1 0 0,0-1 0,0 1 0,0 0 0,0-1 0,0 0 0,0 1 0,0-1 0,-1 1 0,1-1 0,0 0 0,-1-1 0,1 0 0,-1 0 0,0 1 0,0-1 0,-1 1 0,1-1 0,-1 1 0,1-1 0,-1 1 0,0-1 0,0 1 0,0 0 0,0-1 0,0 1 0,0 0 0,-3-3 0,1 1 0,-1 0 0,1 1 0,-1-1 0,0 1 0,0 0 0,-1 0 0,1 0 0,-1 1 0,1-1 0,-1 1 0,0 0 0,0 1 0,0-1 0,0 1 0,-7-1 0,2 0 0,0 1 0,-1 0 0,1 0 0,0 1 0,0 0 0,-20 4 0,27-3 0,0 0 0,-1 0 0,1 1 0,1-1 0,-1 1 0,0-1 0,0 1 0,0 0 0,1 0 0,-1 0 0,1 0 0,0 1 0,-1-1 0,1 1 0,0-1 0,1 1 0,-1 0 0,0 0 0,1 0 0,-1 0 0,1 0 0,0 0 0,0 0 0,0 0 0,0 6 0,-1 7 0,0 0 0,1 1 0,2 31 0,0-29 0,-1-3 0,1-1 0,0 1 0,2-1 0,-1 1 0,2-1 0,0 0 0,0 0 0,2-1 0,0 0 0,0 1 0,1-2 0,1 1 0,0-1 0,1 0 0,1-1 0,0 0 0,13 12 0,-21-23 0,1 1 0,0 0 0,0-1 0,0 1 0,0-1 0,0 0 0,0 0 0,0 0 0,0 0 0,0 0 0,1-1 0,-1 1 0,0-1 0,0 0 0,1 0 0,-1-1 0,0 1 0,0 0 0,1-1 0,2-1 0,9-2 0,0-1 0,26-13 0,-37 16 0,26-15 0,-1-1 0,0-2 0,-1-1 0,-2-1 0,26-26 0,54-44 0,-96 85 0,1 0 0,-1 0 0,2 1 0,-1 0 0,1 1 0,0 1 0,0-1 0,0 2 0,24-4 0,-28 6 0,0 0 0,1 1 0,-1 0 0,0 0 0,0 1 0,0 0 0,-1 1 0,1-1 0,0 2 0,0-1 0,-1 1 0,1 0 0,-1 1 0,0-1 0,0 1 0,9 8 0,-14-11 0,0 0 0,0 0 0,-1 1 0,1-1 0,-1 0 0,1 1 0,-1-1 0,0 1 0,0-1 0,0 1 0,1 0 0,-1 0 0,-1-1 0,1 1 0,0 0 0,0 0 0,-1 0 0,1 0 0,-1 0 0,0 0 0,1 0 0,-1 0 0,0 0 0,0 0 0,0 0 0,0 0 0,-1 2 0,0-2 0,-1 0 0,1 0 0,0 0 0,-1 0 0,0 0 0,1 0 0,-1 0 0,0 0 0,0-1 0,0 1 0,0-1 0,0 0 0,0 1 0,0-1 0,-1 0 0,1 0 0,0 0 0,-1-1 0,1 1 0,-1 0 0,-3-1 0,-22 4-1365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7:42.98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115 1 24575,'0'4'0,"0"9"0,0 19 0,0 23 0,0 23 0,0 18 0,0 9 0,-9-14 0,-17-50 0,-14-56 0,1-26-8191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7:44.49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64 24575,'2'1'0,"-1"1"0,0-1 0,1 0 0,-1 0 0,0 0 0,1 0 0,0 0 0,-1 0 0,1-1 0,-1 1 0,1 0 0,0-1 0,0 1 0,-1-1 0,1 0 0,0 1 0,0-1 0,2 0 0,-2 0 0,39 3 0,1-1 0,-1-2 0,1-2 0,52-10 0,-18 3 0,240-27 0,-129 13-1365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20:17:45.3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3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0 200 24575,'2236'-134'-2306,"-1653"79"2030,1 45 1355,-558 11-7767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1:15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24575,'6'1'0,"0"0"0,-1 0 0,1 0 0,0 1 0,0 0 0,-1 0 0,10 6 0,9 2 0,92 39 0,186 106 0,-299-153 0,0-1 0,-1 1 0,1 0 0,-1-1 0,0 1 0,0 0 0,0 1 0,3 3 0,-4-5 0,0 0 0,-1-1 0,1 1 0,-1 0 0,0 0 0,1 0 0,-1 1 0,0-1 0,0 0 0,1 0 0,-1 0 0,0 0 0,0 0 0,0 0 0,0 0 0,-1 0 0,1 2 0,-2 1 0,-1 1 0,1-1 0,-1 0 0,0 0 0,0 0 0,0 0 0,0 0 0,-1-1 0,-5 5 0,-43 37 0,-1-4 0,-2-1 0,-1-3 0,-3-2 0,-84 36 0,105-51-1365,22-13-5461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5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1 274 24575,'72'-4'0,"1"-4"0,-1-3 0,73-20 0,-80 16 0,450-109 0,-300 52-1365,-181 63-5461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2:52:1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24575,'156'-2'0,"166"4"0,-302 0 0,-1 1 0,0 1 0,0 1 0,-1 0 0,1 1 0,-1 1 0,-1 1 0,26 14 0,-16-10 0,-24-11 0,0 0 0,0 0 0,0 0 0,0 1 0,0-1 0,0 1 0,0-1 0,0 1 0,0 0 0,-1 0 0,1 0 0,-1 1 0,1-1 0,-1 0 0,0 1 0,0 0 0,0-1 0,0 1 0,-1 0 0,1 0 0,-1 0 0,1 0 0,-1 1 0,1 3 0,-1 3 0,-1-1 0,0 1 0,0 0 0,-1 0 0,0 0 0,-1-1 0,0 1 0,-1-1 0,0 1 0,-6 12 0,-2 5 0,-2-1 0,-21 31 0,-106 193 0,137-244 0,-20 31-1365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7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24575,'19'0'0,"45"0"0,55 0 0,69 0 0,65 0 0,61 0-2093,36 0 2093,15 0-1692,-16 0 1692,-33 0 0,-47 0-1395,-31 0 1395,-31 0-365,-23 0 365,-28 0 0,-26 0 1258,-35 0-5162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4:1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24575,'33'0'0,"0"1"0,-1 2 0,1 1 0,0 2 0,-1 1 0,0 2 0,55 22 0,21 12 0,155 41 0,116 1 0,-361-81 0,-12-4 0,-1 1 0,1 0 0,0 0 0,-1 0 0,1 1 0,-1 0 0,1 0 0,-1 0 0,9 6 0,-14-7 0,0-1 0,0 1 0,0 0 0,0-1 0,0 1 0,0-1 0,0 1 0,0 0 0,0-1 0,0 1 0,0-1 0,-1 1 0,1-1 0,0 1 0,0-1 0,-1 1 0,1-1 0,0 1 0,-1-1 0,1 1 0,-1-1 0,1 1 0,0-1 0,-1 0 0,1 1 0,-1-1 0,1 0 0,-1 1 0,1-1 0,-1 0 0,0 1 0,1-1 0,-1 0 0,1 0 0,-1 0 0,-26 13 0,27-13 0,-87 30 0,-103 23 0,90-27 0,56-12 0,-49 23 0,9-3 0,47-19 52,-46 27-1,52-24-540,-1-3-1,-42 16 1,46-23-6337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9:29:10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24575,'0'2'0,"0"1"0,0-1 0,1 1 0,-1-1 0,1 1 0,0-1 0,0 1 0,0-1 0,0 0 0,0 1 0,0-1 0,1 0 0,-1 0 0,1 0 0,-1 0 0,1 0 0,4 3 0,2 1 0,0 0 0,0 0 0,13 5 0,-12-6 0,57 29 0,140 50 0,82 1 0,136 18 0,18 4 0,-115-27 0,29-12 0,-138-30 0,900 137 0,-810-131 0,268 1 0,-302-30 0,-121-3 0,218 8 0,-199-8 0,-36-2 0,-109-9 0,261 18 0,-176-3 0,431 43 0,-268-58 62,-144-2-1489,-108 1-5399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9:29:1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24575,'3'1'0,"0"0"0,-1-1 0,1 1 0,0 0 0,-1 1 0,1-1 0,0 0 0,-1 1 0,0 0 0,1-1 0,-1 1 0,0 0 0,0 0 0,3 3 0,4 4 0,61 44 0,1-3 0,109 58 0,-157-95 0,-22-13 0,-1 0 0,1 0 0,-1 0 0,1 0 0,-1 1 0,1-1 0,-1 0 0,1 0 0,-1 1 0,1-1 0,-1 0 0,0 1 0,1-1 0,-1 0 0,1 1 0,-1-1 0,0 1 0,1-1 0,-1 1 0,0-1 0,0 1 0,1-1 0,-1 1 0,0-1 0,0 1 0,0-1 0,0 1 0,1-1 0,-1 1 0,0-1 0,0 1 0,0-1 0,0 1 0,0-1 0,-1 1 0,1 0 0,0-1 0,0 1 0,0-1 0,0 1 0,0-1 0,-1 1 0,1-1 0,0 1 0,-1-1 0,1 0 0,0 1 0,-1-1 0,1 1 0,0-1 0,-1 0 0,1 1 0,-1-1 0,1 0 0,-1 1 0,-32 17 0,24-15 0,-42 22 0,1 2 0,1 2 0,-56 45 0,102-72-170,0 1-1,0 0 0,1-1 1,-1 1-1,1 1 0,-1-1 1,-1 4-1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24575,'2880'0'-1365,"-2760"0"-5461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6T17:07:5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24575,'1'1'0,"-1"1"0,1-1 0,-1 0 0,1 0 0,0 1 0,0-1 0,-1 0 0,1 0 0,0 0 0,0 0 0,0 0 0,0 0 0,2 1 0,26 18 0,0-2 0,2-2 0,0 0 0,0-3 0,45 14 0,-41-14 0,268 87 0,102 40 0,-396-136 0,49 23 0,-54-24 0,0-1 0,0 1 0,0 0 0,-1 0 0,1 0 0,0 0 0,-1 0 0,0 1 0,5 6 0,-8-9 0,1 0 0,-1 0 0,1 0 0,-1 0 0,0 0 0,0 0 0,1 0 0,-1 1 0,0-1 0,0 0 0,0 0 0,0 0 0,0 0 0,0 0 0,0 0 0,0 0 0,-1 0 0,1 1 0,0-1 0,-1 0 0,1 0 0,0 0 0,-1 0 0,0 0 0,1-1 0,-1 1 0,1 0 0,-1 0 0,-1 1 0,-26 19 0,-15 1 0,-1-2 0,0-2 0,-56 16 0,-44 16 0,-191 68-1365,287-103-5461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10:56:46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24575,'1'0'0,"0"1"0,0-1 0,-1 0 0,1 1 0,0-1 0,-1 0 0,1 1 0,0-1 0,-1 1 0,1 0 0,-1-1 0,1 1 0,-1-1 0,1 1 0,-1 0 0,1-1 0,-1 1 0,0 0 0,1-1 0,-1 1 0,0 0 0,0 0 0,1-1 0,-1 2 0,5 23 0,-4-23 0,4 54 0,-1 1 0,-6 81 0,0-35 0,2 10-1365,0-88-5461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10:56:47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24575,'83'1'0,"92"-3"0,-99-9 0,-50 6 0,44-2 0,-5 6-1365,-36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5C1C3-DF89-42DB-9C76-6D2DAE85B96E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208E3-E373-4C09-BC65-AEB521EE0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1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208E3-E373-4C09-BC65-AEB521EE06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64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208E3-E373-4C09-BC65-AEB521EE065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3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208E3-E373-4C09-BC65-AEB521EE065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5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1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customXml" Target="../ink/ink6.xml"/><Relationship Id="rId17" Type="http://schemas.openxmlformats.org/officeDocument/2006/relationships/image" Target="../media/image31.png"/><Relationship Id="rId2" Type="http://schemas.openxmlformats.org/officeDocument/2006/relationships/image" Target="../media/image3.png"/><Relationship Id="rId16" Type="http://schemas.openxmlformats.org/officeDocument/2006/relationships/customXml" Target="../ink/ink9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0.png"/><Relationship Id="rId10" Type="http://schemas.openxmlformats.org/officeDocument/2006/relationships/customXml" Target="../ink/ink5.xml"/><Relationship Id="rId19" Type="http://schemas.openxmlformats.org/officeDocument/2006/relationships/image" Target="../media/image6.png"/><Relationship Id="rId4" Type="http://schemas.openxmlformats.org/officeDocument/2006/relationships/customXml" Target="../ink/ink2.xml"/><Relationship Id="rId9" Type="http://schemas.openxmlformats.org/officeDocument/2006/relationships/image" Target="../media/image28.png"/><Relationship Id="rId1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" Type="http://schemas.openxmlformats.org/officeDocument/2006/relationships/image" Target="../media/image9.png"/><Relationship Id="rId21" Type="http://schemas.openxmlformats.org/officeDocument/2006/relationships/customXml" Target="../ink/ink16.xml"/><Relationship Id="rId34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33" Type="http://schemas.openxmlformats.org/officeDocument/2006/relationships/customXml" Target="../ink/ink22.xml"/><Relationship Id="rId2" Type="http://schemas.openxmlformats.org/officeDocument/2006/relationships/image" Target="../media/image8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1.xml"/><Relationship Id="rId24" Type="http://schemas.openxmlformats.org/officeDocument/2006/relationships/image" Target="../media/image22.png"/><Relationship Id="rId32" Type="http://schemas.openxmlformats.org/officeDocument/2006/relationships/image" Target="../media/image32.png"/><Relationship Id="rId5" Type="http://schemas.openxmlformats.org/officeDocument/2006/relationships/image" Target="../media/image11.png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24.png"/><Relationship Id="rId36" Type="http://schemas.openxmlformats.org/officeDocument/2006/relationships/image" Target="../media/image34.png"/><Relationship Id="rId10" Type="http://schemas.openxmlformats.org/officeDocument/2006/relationships/image" Target="../media/image15.png"/><Relationship Id="rId19" Type="http://schemas.openxmlformats.org/officeDocument/2006/relationships/customXml" Target="../ink/ink15.xml"/><Relationship Id="rId31" Type="http://schemas.openxmlformats.org/officeDocument/2006/relationships/customXml" Target="../ink/ink21.xml"/><Relationship Id="rId4" Type="http://schemas.openxmlformats.org/officeDocument/2006/relationships/image" Target="../media/image10.png"/><Relationship Id="rId9" Type="http://schemas.openxmlformats.org/officeDocument/2006/relationships/customXml" Target="../ink/ink10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19.xml"/><Relationship Id="rId30" Type="http://schemas.openxmlformats.org/officeDocument/2006/relationships/image" Target="../media/image25.png"/><Relationship Id="rId35" Type="http://schemas.openxmlformats.org/officeDocument/2006/relationships/customXml" Target="../ink/ink23.xml"/><Relationship Id="rId8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customXml" Target="../ink/ink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customXml" Target="../ink/ink28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0" Type="http://schemas.openxmlformats.org/officeDocument/2006/relationships/customXml" Target="../ink/ink27.xml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customXml" Target="../ink/ink32.xml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customXml" Target="../ink/ink31.xml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Relationship Id="rId1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60.png"/><Relationship Id="rId18" Type="http://schemas.openxmlformats.org/officeDocument/2006/relationships/image" Target="../media/image63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12" Type="http://schemas.openxmlformats.org/officeDocument/2006/relationships/customXml" Target="../ink/ink37.xml"/><Relationship Id="rId17" Type="http://schemas.openxmlformats.org/officeDocument/2006/relationships/image" Target="../media/image62.png"/><Relationship Id="rId2" Type="http://schemas.openxmlformats.org/officeDocument/2006/relationships/image" Target="../media/image54.png"/><Relationship Id="rId16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10" Type="http://schemas.openxmlformats.org/officeDocument/2006/relationships/customXml" Target="../ink/ink36.xml"/><Relationship Id="rId4" Type="http://schemas.openxmlformats.org/officeDocument/2006/relationships/customXml" Target="../ink/ink33.xml"/><Relationship Id="rId9" Type="http://schemas.openxmlformats.org/officeDocument/2006/relationships/image" Target="../media/image58.png"/><Relationship Id="rId14" Type="http://schemas.openxmlformats.org/officeDocument/2006/relationships/customXml" Target="../ink/ink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9.png"/><Relationship Id="rId7" Type="http://schemas.openxmlformats.org/officeDocument/2006/relationships/customXml" Target="../ink/ink42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41.xml"/><Relationship Id="rId10" Type="http://schemas.openxmlformats.org/officeDocument/2006/relationships/image" Target="../media/image73.png"/><Relationship Id="rId4" Type="http://schemas.openxmlformats.org/officeDocument/2006/relationships/image" Target="../media/image70.png"/><Relationship Id="rId9" Type="http://schemas.openxmlformats.org/officeDocument/2006/relationships/customXml" Target="../ink/ink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45.xml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customXml" Target="../ink/ink4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customXml" Target="../ink/ink51.xml"/><Relationship Id="rId3" Type="http://schemas.openxmlformats.org/officeDocument/2006/relationships/image" Target="../media/image79.png"/><Relationship Id="rId7" Type="http://schemas.openxmlformats.org/officeDocument/2006/relationships/customXml" Target="../ink/ink48.xml"/><Relationship Id="rId12" Type="http://schemas.openxmlformats.org/officeDocument/2006/relationships/image" Target="../media/image8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customXml" Target="../ink/ink50.xml"/><Relationship Id="rId5" Type="http://schemas.openxmlformats.org/officeDocument/2006/relationships/customXml" Target="../ink/ink47.xml"/><Relationship Id="rId10" Type="http://schemas.openxmlformats.org/officeDocument/2006/relationships/image" Target="../media/image83.png"/><Relationship Id="rId4" Type="http://schemas.openxmlformats.org/officeDocument/2006/relationships/image" Target="../media/image80.png"/><Relationship Id="rId9" Type="http://schemas.openxmlformats.org/officeDocument/2006/relationships/customXml" Target="../ink/ink49.xml"/><Relationship Id="rId1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.xml"/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0" Type="http://schemas.openxmlformats.org/officeDocument/2006/relationships/customXml" Target="../ink/ink55.xml"/><Relationship Id="rId4" Type="http://schemas.openxmlformats.org/officeDocument/2006/relationships/customXml" Target="../ink/ink52.xml"/><Relationship Id="rId9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customXml" Target="../ink/ink56.xml"/><Relationship Id="rId7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customXml" Target="../ink/ink57.xml"/><Relationship Id="rId4" Type="http://schemas.openxmlformats.org/officeDocument/2006/relationships/image" Target="../media/image10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customXml" Target="../ink/ink60.xml"/><Relationship Id="rId18" Type="http://schemas.openxmlformats.org/officeDocument/2006/relationships/image" Target="../media/image126.png"/><Relationship Id="rId26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customXml" Target="../ink/ink64.xml"/><Relationship Id="rId7" Type="http://schemas.openxmlformats.org/officeDocument/2006/relationships/image" Target="../media/image120.png"/><Relationship Id="rId12" Type="http://schemas.openxmlformats.org/officeDocument/2006/relationships/image" Target="../media/image123.png"/><Relationship Id="rId17" Type="http://schemas.openxmlformats.org/officeDocument/2006/relationships/customXml" Target="../ink/ink62.xml"/><Relationship Id="rId25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5.png"/><Relationship Id="rId20" Type="http://schemas.openxmlformats.org/officeDocument/2006/relationships/image" Target="../media/image127.png"/><Relationship Id="rId29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customXml" Target="../ink/ink59.xml"/><Relationship Id="rId24" Type="http://schemas.openxmlformats.org/officeDocument/2006/relationships/image" Target="../media/image129.png"/><Relationship Id="rId5" Type="http://schemas.openxmlformats.org/officeDocument/2006/relationships/image" Target="../media/image118.png"/><Relationship Id="rId15" Type="http://schemas.openxmlformats.org/officeDocument/2006/relationships/customXml" Target="../ink/ink61.xml"/><Relationship Id="rId23" Type="http://schemas.openxmlformats.org/officeDocument/2006/relationships/customXml" Target="../ink/ink65.xml"/><Relationship Id="rId28" Type="http://schemas.openxmlformats.org/officeDocument/2006/relationships/customXml" Target="../ink/ink66.xml"/><Relationship Id="rId10" Type="http://schemas.openxmlformats.org/officeDocument/2006/relationships/image" Target="../media/image122.png"/><Relationship Id="rId19" Type="http://schemas.openxmlformats.org/officeDocument/2006/relationships/customXml" Target="../ink/ink63.xml"/><Relationship Id="rId31" Type="http://schemas.openxmlformats.org/officeDocument/2006/relationships/image" Target="../media/image134.png"/><Relationship Id="rId4" Type="http://schemas.openxmlformats.org/officeDocument/2006/relationships/image" Target="../media/image117.png"/><Relationship Id="rId9" Type="http://schemas.openxmlformats.org/officeDocument/2006/relationships/customXml" Target="../ink/ink58.xml"/><Relationship Id="rId14" Type="http://schemas.openxmlformats.org/officeDocument/2006/relationships/image" Target="../media/image124.png"/><Relationship Id="rId22" Type="http://schemas.openxmlformats.org/officeDocument/2006/relationships/image" Target="../media/image128.png"/><Relationship Id="rId27" Type="http://schemas.openxmlformats.org/officeDocument/2006/relationships/image" Target="../media/image132.png"/><Relationship Id="rId30" Type="http://schemas.openxmlformats.org/officeDocument/2006/relationships/customXml" Target="../ink/ink6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customXml" Target="../ink/ink70.xml"/><Relationship Id="rId18" Type="http://schemas.openxmlformats.org/officeDocument/2006/relationships/image" Target="../media/image145.png"/><Relationship Id="rId26" Type="http://schemas.openxmlformats.org/officeDocument/2006/relationships/image" Target="../media/image149.png"/><Relationship Id="rId3" Type="http://schemas.openxmlformats.org/officeDocument/2006/relationships/image" Target="../media/image135.png"/><Relationship Id="rId21" Type="http://schemas.openxmlformats.org/officeDocument/2006/relationships/customXml" Target="../ink/ink74.xml"/><Relationship Id="rId7" Type="http://schemas.openxmlformats.org/officeDocument/2006/relationships/image" Target="../media/image139.png"/><Relationship Id="rId12" Type="http://schemas.openxmlformats.org/officeDocument/2006/relationships/image" Target="../media/image142.png"/><Relationship Id="rId17" Type="http://schemas.openxmlformats.org/officeDocument/2006/relationships/customXml" Target="../ink/ink72.xml"/><Relationship Id="rId25" Type="http://schemas.openxmlformats.org/officeDocument/2006/relationships/customXml" Target="../ink/ink76.xml"/><Relationship Id="rId2" Type="http://schemas.openxmlformats.org/officeDocument/2006/relationships/image" Target="../media/image115.png"/><Relationship Id="rId16" Type="http://schemas.openxmlformats.org/officeDocument/2006/relationships/image" Target="../media/image144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customXml" Target="../ink/ink69.xml"/><Relationship Id="rId24" Type="http://schemas.openxmlformats.org/officeDocument/2006/relationships/image" Target="../media/image148.png"/><Relationship Id="rId5" Type="http://schemas.openxmlformats.org/officeDocument/2006/relationships/image" Target="../media/image137.png"/><Relationship Id="rId15" Type="http://schemas.openxmlformats.org/officeDocument/2006/relationships/customXml" Target="../ink/ink71.xml"/><Relationship Id="rId23" Type="http://schemas.openxmlformats.org/officeDocument/2006/relationships/customXml" Target="../ink/ink75.xml"/><Relationship Id="rId28" Type="http://schemas.openxmlformats.org/officeDocument/2006/relationships/image" Target="../media/image151.png"/><Relationship Id="rId10" Type="http://schemas.openxmlformats.org/officeDocument/2006/relationships/image" Target="../media/image141.png"/><Relationship Id="rId19" Type="http://schemas.openxmlformats.org/officeDocument/2006/relationships/customXml" Target="../ink/ink73.xml"/><Relationship Id="rId4" Type="http://schemas.openxmlformats.org/officeDocument/2006/relationships/image" Target="../media/image136.png"/><Relationship Id="rId9" Type="http://schemas.openxmlformats.org/officeDocument/2006/relationships/customXml" Target="../ink/ink68.xml"/><Relationship Id="rId14" Type="http://schemas.openxmlformats.org/officeDocument/2006/relationships/image" Target="../media/image143.png"/><Relationship Id="rId22" Type="http://schemas.openxmlformats.org/officeDocument/2006/relationships/image" Target="../media/image147.png"/><Relationship Id="rId27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1.xml"/><Relationship Id="rId21" Type="http://schemas.openxmlformats.org/officeDocument/2006/relationships/customXml" Target="../ink/ink83.xml"/><Relationship Id="rId42" Type="http://schemas.openxmlformats.org/officeDocument/2006/relationships/image" Target="../media/image168.png"/><Relationship Id="rId63" Type="http://schemas.openxmlformats.org/officeDocument/2006/relationships/customXml" Target="../ink/ink104.xml"/><Relationship Id="rId84" Type="http://schemas.openxmlformats.org/officeDocument/2006/relationships/image" Target="../media/image189.png"/><Relationship Id="rId138" Type="http://schemas.openxmlformats.org/officeDocument/2006/relationships/customXml" Target="../ink/ink142.xml"/><Relationship Id="rId159" Type="http://schemas.openxmlformats.org/officeDocument/2006/relationships/image" Target="../media/image226.png"/><Relationship Id="rId170" Type="http://schemas.openxmlformats.org/officeDocument/2006/relationships/customXml" Target="../ink/ink158.xml"/><Relationship Id="rId107" Type="http://schemas.openxmlformats.org/officeDocument/2006/relationships/customXml" Target="../ink/ink126.xml"/><Relationship Id="rId11" Type="http://schemas.openxmlformats.org/officeDocument/2006/relationships/customXml" Target="../ink/ink78.xml"/><Relationship Id="rId32" Type="http://schemas.openxmlformats.org/officeDocument/2006/relationships/image" Target="../media/image163.png"/><Relationship Id="rId53" Type="http://schemas.openxmlformats.org/officeDocument/2006/relationships/customXml" Target="../ink/ink99.xml"/><Relationship Id="rId74" Type="http://schemas.openxmlformats.org/officeDocument/2006/relationships/image" Target="../media/image184.png"/><Relationship Id="rId128" Type="http://schemas.openxmlformats.org/officeDocument/2006/relationships/customXml" Target="../ink/ink137.xml"/><Relationship Id="rId149" Type="http://schemas.openxmlformats.org/officeDocument/2006/relationships/image" Target="../media/image221.png"/><Relationship Id="rId5" Type="http://schemas.openxmlformats.org/officeDocument/2006/relationships/image" Target="../media/image118.png"/><Relationship Id="rId95" Type="http://schemas.openxmlformats.org/officeDocument/2006/relationships/customXml" Target="../ink/ink120.xml"/><Relationship Id="rId160" Type="http://schemas.openxmlformats.org/officeDocument/2006/relationships/customXml" Target="../ink/ink153.xml"/><Relationship Id="rId181" Type="http://schemas.openxmlformats.org/officeDocument/2006/relationships/image" Target="../media/image120.png"/><Relationship Id="rId22" Type="http://schemas.openxmlformats.org/officeDocument/2006/relationships/image" Target="../media/image158.png"/><Relationship Id="rId43" Type="http://schemas.openxmlformats.org/officeDocument/2006/relationships/customXml" Target="../ink/ink94.xml"/><Relationship Id="rId64" Type="http://schemas.openxmlformats.org/officeDocument/2006/relationships/image" Target="../media/image179.png"/><Relationship Id="rId118" Type="http://schemas.openxmlformats.org/officeDocument/2006/relationships/image" Target="../media/image206.png"/><Relationship Id="rId139" Type="http://schemas.openxmlformats.org/officeDocument/2006/relationships/image" Target="../media/image216.png"/><Relationship Id="rId85" Type="http://schemas.openxmlformats.org/officeDocument/2006/relationships/customXml" Target="../ink/ink115.xml"/><Relationship Id="rId150" Type="http://schemas.openxmlformats.org/officeDocument/2006/relationships/customXml" Target="../ink/ink148.xml"/><Relationship Id="rId171" Type="http://schemas.openxmlformats.org/officeDocument/2006/relationships/image" Target="../media/image232.png"/><Relationship Id="rId12" Type="http://schemas.openxmlformats.org/officeDocument/2006/relationships/image" Target="../media/image153.png"/><Relationship Id="rId33" Type="http://schemas.openxmlformats.org/officeDocument/2006/relationships/customXml" Target="../ink/ink89.xml"/><Relationship Id="rId108" Type="http://schemas.openxmlformats.org/officeDocument/2006/relationships/image" Target="../media/image201.png"/><Relationship Id="rId129" Type="http://schemas.openxmlformats.org/officeDocument/2006/relationships/image" Target="../media/image211.png"/><Relationship Id="rId54" Type="http://schemas.openxmlformats.org/officeDocument/2006/relationships/image" Target="../media/image174.png"/><Relationship Id="rId75" Type="http://schemas.openxmlformats.org/officeDocument/2006/relationships/customXml" Target="../ink/ink110.xml"/><Relationship Id="rId96" Type="http://schemas.openxmlformats.org/officeDocument/2006/relationships/image" Target="../media/image195.png"/><Relationship Id="rId140" Type="http://schemas.openxmlformats.org/officeDocument/2006/relationships/customXml" Target="../ink/ink143.xml"/><Relationship Id="rId161" Type="http://schemas.openxmlformats.org/officeDocument/2006/relationships/image" Target="../media/image227.png"/><Relationship Id="rId182" Type="http://schemas.openxmlformats.org/officeDocument/2006/relationships/image" Target="../media/image121.png"/><Relationship Id="rId6" Type="http://schemas.openxmlformats.org/officeDocument/2006/relationships/image" Target="../media/image119.png"/><Relationship Id="rId23" Type="http://schemas.openxmlformats.org/officeDocument/2006/relationships/customXml" Target="../ink/ink84.xml"/><Relationship Id="rId119" Type="http://schemas.openxmlformats.org/officeDocument/2006/relationships/customXml" Target="../ink/ink132.xml"/><Relationship Id="rId44" Type="http://schemas.openxmlformats.org/officeDocument/2006/relationships/image" Target="../media/image169.png"/><Relationship Id="rId65" Type="http://schemas.openxmlformats.org/officeDocument/2006/relationships/customXml" Target="../ink/ink105.xml"/><Relationship Id="rId86" Type="http://schemas.openxmlformats.org/officeDocument/2006/relationships/image" Target="../media/image190.png"/><Relationship Id="rId130" Type="http://schemas.openxmlformats.org/officeDocument/2006/relationships/customXml" Target="../ink/ink138.xml"/><Relationship Id="rId151" Type="http://schemas.openxmlformats.org/officeDocument/2006/relationships/image" Target="../media/image222.png"/><Relationship Id="rId172" Type="http://schemas.openxmlformats.org/officeDocument/2006/relationships/customXml" Target="../ink/ink159.xml"/><Relationship Id="rId13" Type="http://schemas.openxmlformats.org/officeDocument/2006/relationships/customXml" Target="../ink/ink79.xml"/><Relationship Id="rId18" Type="http://schemas.openxmlformats.org/officeDocument/2006/relationships/image" Target="../media/image156.png"/><Relationship Id="rId39" Type="http://schemas.openxmlformats.org/officeDocument/2006/relationships/customXml" Target="../ink/ink92.xml"/><Relationship Id="rId109" Type="http://schemas.openxmlformats.org/officeDocument/2006/relationships/customXml" Target="../ink/ink127.xml"/><Relationship Id="rId34" Type="http://schemas.openxmlformats.org/officeDocument/2006/relationships/image" Target="../media/image164.png"/><Relationship Id="rId50" Type="http://schemas.openxmlformats.org/officeDocument/2006/relationships/image" Target="../media/image172.png"/><Relationship Id="rId55" Type="http://schemas.openxmlformats.org/officeDocument/2006/relationships/customXml" Target="../ink/ink100.xml"/><Relationship Id="rId76" Type="http://schemas.openxmlformats.org/officeDocument/2006/relationships/image" Target="../media/image185.png"/><Relationship Id="rId97" Type="http://schemas.openxmlformats.org/officeDocument/2006/relationships/customXml" Target="../ink/ink121.xml"/><Relationship Id="rId104" Type="http://schemas.openxmlformats.org/officeDocument/2006/relationships/image" Target="../media/image199.png"/><Relationship Id="rId120" Type="http://schemas.openxmlformats.org/officeDocument/2006/relationships/image" Target="../media/image207.png"/><Relationship Id="rId125" Type="http://schemas.openxmlformats.org/officeDocument/2006/relationships/customXml" Target="../ink/ink135.xml"/><Relationship Id="rId141" Type="http://schemas.openxmlformats.org/officeDocument/2006/relationships/image" Target="../media/image217.png"/><Relationship Id="rId146" Type="http://schemas.openxmlformats.org/officeDocument/2006/relationships/customXml" Target="../ink/ink146.xml"/><Relationship Id="rId167" Type="http://schemas.openxmlformats.org/officeDocument/2006/relationships/image" Target="../media/image230.png"/><Relationship Id="rId7" Type="http://schemas.openxmlformats.org/officeDocument/2006/relationships/image" Target="../media/image135.png"/><Relationship Id="rId71" Type="http://schemas.openxmlformats.org/officeDocument/2006/relationships/customXml" Target="../ink/ink108.xml"/><Relationship Id="rId92" Type="http://schemas.openxmlformats.org/officeDocument/2006/relationships/image" Target="../media/image193.png"/><Relationship Id="rId162" Type="http://schemas.openxmlformats.org/officeDocument/2006/relationships/customXml" Target="../ink/ink154.xml"/><Relationship Id="rId183" Type="http://schemas.openxmlformats.org/officeDocument/2006/relationships/image" Target="../media/image138.png"/><Relationship Id="rId2" Type="http://schemas.openxmlformats.org/officeDocument/2006/relationships/image" Target="../media/image115.png"/><Relationship Id="rId29" Type="http://schemas.openxmlformats.org/officeDocument/2006/relationships/customXml" Target="../ink/ink87.xml"/><Relationship Id="rId24" Type="http://schemas.openxmlformats.org/officeDocument/2006/relationships/image" Target="../media/image159.png"/><Relationship Id="rId40" Type="http://schemas.openxmlformats.org/officeDocument/2006/relationships/image" Target="../media/image167.png"/><Relationship Id="rId45" Type="http://schemas.openxmlformats.org/officeDocument/2006/relationships/customXml" Target="../ink/ink95.xml"/><Relationship Id="rId66" Type="http://schemas.openxmlformats.org/officeDocument/2006/relationships/image" Target="../media/image180.png"/><Relationship Id="rId87" Type="http://schemas.openxmlformats.org/officeDocument/2006/relationships/customXml" Target="../ink/ink116.xml"/><Relationship Id="rId110" Type="http://schemas.openxmlformats.org/officeDocument/2006/relationships/image" Target="../media/image202.png"/><Relationship Id="rId115" Type="http://schemas.openxmlformats.org/officeDocument/2006/relationships/customXml" Target="../ink/ink130.xml"/><Relationship Id="rId131" Type="http://schemas.openxmlformats.org/officeDocument/2006/relationships/image" Target="../media/image212.png"/><Relationship Id="rId136" Type="http://schemas.openxmlformats.org/officeDocument/2006/relationships/customXml" Target="../ink/ink141.xml"/><Relationship Id="rId157" Type="http://schemas.openxmlformats.org/officeDocument/2006/relationships/image" Target="../media/image225.png"/><Relationship Id="rId178" Type="http://schemas.openxmlformats.org/officeDocument/2006/relationships/customXml" Target="../ink/ink162.xml"/><Relationship Id="rId61" Type="http://schemas.openxmlformats.org/officeDocument/2006/relationships/customXml" Target="../ink/ink103.xml"/><Relationship Id="rId82" Type="http://schemas.openxmlformats.org/officeDocument/2006/relationships/image" Target="../media/image188.png"/><Relationship Id="rId152" Type="http://schemas.openxmlformats.org/officeDocument/2006/relationships/customXml" Target="../ink/ink149.xml"/><Relationship Id="rId173" Type="http://schemas.openxmlformats.org/officeDocument/2006/relationships/image" Target="../media/image233.png"/><Relationship Id="rId19" Type="http://schemas.openxmlformats.org/officeDocument/2006/relationships/customXml" Target="../ink/ink82.xml"/><Relationship Id="rId14" Type="http://schemas.openxmlformats.org/officeDocument/2006/relationships/image" Target="../media/image154.png"/><Relationship Id="rId30" Type="http://schemas.openxmlformats.org/officeDocument/2006/relationships/image" Target="../media/image162.png"/><Relationship Id="rId35" Type="http://schemas.openxmlformats.org/officeDocument/2006/relationships/customXml" Target="../ink/ink90.xml"/><Relationship Id="rId56" Type="http://schemas.openxmlformats.org/officeDocument/2006/relationships/image" Target="../media/image175.png"/><Relationship Id="rId77" Type="http://schemas.openxmlformats.org/officeDocument/2006/relationships/customXml" Target="../ink/ink111.xml"/><Relationship Id="rId100" Type="http://schemas.openxmlformats.org/officeDocument/2006/relationships/image" Target="../media/image197.png"/><Relationship Id="rId105" Type="http://schemas.openxmlformats.org/officeDocument/2006/relationships/customXml" Target="../ink/ink125.xml"/><Relationship Id="rId126" Type="http://schemas.openxmlformats.org/officeDocument/2006/relationships/customXml" Target="../ink/ink136.xml"/><Relationship Id="rId147" Type="http://schemas.openxmlformats.org/officeDocument/2006/relationships/image" Target="../media/image220.png"/><Relationship Id="rId168" Type="http://schemas.openxmlformats.org/officeDocument/2006/relationships/customXml" Target="../ink/ink157.xml"/><Relationship Id="rId8" Type="http://schemas.openxmlformats.org/officeDocument/2006/relationships/image" Target="../media/image136.png"/><Relationship Id="rId51" Type="http://schemas.openxmlformats.org/officeDocument/2006/relationships/customXml" Target="../ink/ink98.xml"/><Relationship Id="rId72" Type="http://schemas.openxmlformats.org/officeDocument/2006/relationships/image" Target="../media/image183.png"/><Relationship Id="rId93" Type="http://schemas.openxmlformats.org/officeDocument/2006/relationships/customXml" Target="../ink/ink119.xml"/><Relationship Id="rId98" Type="http://schemas.openxmlformats.org/officeDocument/2006/relationships/image" Target="../media/image196.png"/><Relationship Id="rId121" Type="http://schemas.openxmlformats.org/officeDocument/2006/relationships/customXml" Target="../ink/ink133.xml"/><Relationship Id="rId142" Type="http://schemas.openxmlformats.org/officeDocument/2006/relationships/customXml" Target="../ink/ink144.xml"/><Relationship Id="rId163" Type="http://schemas.openxmlformats.org/officeDocument/2006/relationships/image" Target="../media/image228.png"/><Relationship Id="rId184" Type="http://schemas.openxmlformats.org/officeDocument/2006/relationships/image" Target="../media/image139.png"/><Relationship Id="rId3" Type="http://schemas.openxmlformats.org/officeDocument/2006/relationships/image" Target="../media/image116.png"/><Relationship Id="rId25" Type="http://schemas.openxmlformats.org/officeDocument/2006/relationships/customXml" Target="../ink/ink85.xml"/><Relationship Id="rId46" Type="http://schemas.openxmlformats.org/officeDocument/2006/relationships/image" Target="../media/image170.png"/><Relationship Id="rId67" Type="http://schemas.openxmlformats.org/officeDocument/2006/relationships/customXml" Target="../ink/ink106.xml"/><Relationship Id="rId116" Type="http://schemas.openxmlformats.org/officeDocument/2006/relationships/image" Target="../media/image205.png"/><Relationship Id="rId137" Type="http://schemas.openxmlformats.org/officeDocument/2006/relationships/image" Target="../media/image215.png"/><Relationship Id="rId158" Type="http://schemas.openxmlformats.org/officeDocument/2006/relationships/customXml" Target="../ink/ink152.xml"/><Relationship Id="rId20" Type="http://schemas.openxmlformats.org/officeDocument/2006/relationships/image" Target="../media/image157.png"/><Relationship Id="rId41" Type="http://schemas.openxmlformats.org/officeDocument/2006/relationships/customXml" Target="../ink/ink93.xml"/><Relationship Id="rId62" Type="http://schemas.openxmlformats.org/officeDocument/2006/relationships/image" Target="../media/image178.png"/><Relationship Id="rId83" Type="http://schemas.openxmlformats.org/officeDocument/2006/relationships/customXml" Target="../ink/ink114.xml"/><Relationship Id="rId88" Type="http://schemas.openxmlformats.org/officeDocument/2006/relationships/image" Target="../media/image191.png"/><Relationship Id="rId111" Type="http://schemas.openxmlformats.org/officeDocument/2006/relationships/customXml" Target="../ink/ink128.xml"/><Relationship Id="rId132" Type="http://schemas.openxmlformats.org/officeDocument/2006/relationships/customXml" Target="../ink/ink139.xml"/><Relationship Id="rId153" Type="http://schemas.openxmlformats.org/officeDocument/2006/relationships/image" Target="../media/image223.png"/><Relationship Id="rId174" Type="http://schemas.openxmlformats.org/officeDocument/2006/relationships/customXml" Target="../ink/ink160.xml"/><Relationship Id="rId179" Type="http://schemas.openxmlformats.org/officeDocument/2006/relationships/image" Target="../media/image236.png"/><Relationship Id="rId15" Type="http://schemas.openxmlformats.org/officeDocument/2006/relationships/customXml" Target="../ink/ink80.xml"/><Relationship Id="rId36" Type="http://schemas.openxmlformats.org/officeDocument/2006/relationships/image" Target="../media/image165.png"/><Relationship Id="rId57" Type="http://schemas.openxmlformats.org/officeDocument/2006/relationships/customXml" Target="../ink/ink101.xml"/><Relationship Id="rId106" Type="http://schemas.openxmlformats.org/officeDocument/2006/relationships/image" Target="../media/image200.png"/><Relationship Id="rId127" Type="http://schemas.openxmlformats.org/officeDocument/2006/relationships/image" Target="../media/image210.png"/><Relationship Id="rId10" Type="http://schemas.openxmlformats.org/officeDocument/2006/relationships/image" Target="../media/image152.png"/><Relationship Id="rId31" Type="http://schemas.openxmlformats.org/officeDocument/2006/relationships/customXml" Target="../ink/ink88.xml"/><Relationship Id="rId52" Type="http://schemas.openxmlformats.org/officeDocument/2006/relationships/image" Target="../media/image173.png"/><Relationship Id="rId73" Type="http://schemas.openxmlformats.org/officeDocument/2006/relationships/customXml" Target="../ink/ink109.xml"/><Relationship Id="rId78" Type="http://schemas.openxmlformats.org/officeDocument/2006/relationships/image" Target="../media/image186.png"/><Relationship Id="rId94" Type="http://schemas.openxmlformats.org/officeDocument/2006/relationships/image" Target="../media/image194.png"/><Relationship Id="rId99" Type="http://schemas.openxmlformats.org/officeDocument/2006/relationships/customXml" Target="../ink/ink122.xml"/><Relationship Id="rId101" Type="http://schemas.openxmlformats.org/officeDocument/2006/relationships/customXml" Target="../ink/ink123.xml"/><Relationship Id="rId122" Type="http://schemas.openxmlformats.org/officeDocument/2006/relationships/image" Target="../media/image208.png"/><Relationship Id="rId143" Type="http://schemas.openxmlformats.org/officeDocument/2006/relationships/image" Target="../media/image218.png"/><Relationship Id="rId148" Type="http://schemas.openxmlformats.org/officeDocument/2006/relationships/customXml" Target="../ink/ink147.xml"/><Relationship Id="rId164" Type="http://schemas.openxmlformats.org/officeDocument/2006/relationships/customXml" Target="../ink/ink155.xml"/><Relationship Id="rId169" Type="http://schemas.openxmlformats.org/officeDocument/2006/relationships/image" Target="../media/image231.png"/><Relationship Id="rId185" Type="http://schemas.openxmlformats.org/officeDocument/2006/relationships/image" Target="../media/image140.png"/><Relationship Id="rId4" Type="http://schemas.openxmlformats.org/officeDocument/2006/relationships/image" Target="../media/image117.png"/><Relationship Id="rId9" Type="http://schemas.openxmlformats.org/officeDocument/2006/relationships/customXml" Target="../ink/ink77.xml"/><Relationship Id="rId180" Type="http://schemas.openxmlformats.org/officeDocument/2006/relationships/image" Target="../media/image137.png"/><Relationship Id="rId26" Type="http://schemas.openxmlformats.org/officeDocument/2006/relationships/image" Target="../media/image160.png"/><Relationship Id="rId47" Type="http://schemas.openxmlformats.org/officeDocument/2006/relationships/customXml" Target="../ink/ink96.xml"/><Relationship Id="rId68" Type="http://schemas.openxmlformats.org/officeDocument/2006/relationships/image" Target="../media/image181.png"/><Relationship Id="rId89" Type="http://schemas.openxmlformats.org/officeDocument/2006/relationships/customXml" Target="../ink/ink117.xml"/><Relationship Id="rId112" Type="http://schemas.openxmlformats.org/officeDocument/2006/relationships/image" Target="../media/image203.png"/><Relationship Id="rId133" Type="http://schemas.openxmlformats.org/officeDocument/2006/relationships/image" Target="../media/image213.png"/><Relationship Id="rId154" Type="http://schemas.openxmlformats.org/officeDocument/2006/relationships/customXml" Target="../ink/ink150.xml"/><Relationship Id="rId175" Type="http://schemas.openxmlformats.org/officeDocument/2006/relationships/image" Target="../media/image234.png"/><Relationship Id="rId16" Type="http://schemas.openxmlformats.org/officeDocument/2006/relationships/image" Target="../media/image155.png"/><Relationship Id="rId37" Type="http://schemas.openxmlformats.org/officeDocument/2006/relationships/customXml" Target="../ink/ink91.xml"/><Relationship Id="rId58" Type="http://schemas.openxmlformats.org/officeDocument/2006/relationships/image" Target="../media/image176.png"/><Relationship Id="rId79" Type="http://schemas.openxmlformats.org/officeDocument/2006/relationships/customXml" Target="../ink/ink112.xml"/><Relationship Id="rId102" Type="http://schemas.openxmlformats.org/officeDocument/2006/relationships/image" Target="../media/image198.png"/><Relationship Id="rId123" Type="http://schemas.openxmlformats.org/officeDocument/2006/relationships/customXml" Target="../ink/ink134.xml"/><Relationship Id="rId144" Type="http://schemas.openxmlformats.org/officeDocument/2006/relationships/customXml" Target="../ink/ink145.xml"/><Relationship Id="rId90" Type="http://schemas.openxmlformats.org/officeDocument/2006/relationships/image" Target="../media/image192.png"/><Relationship Id="rId165" Type="http://schemas.openxmlformats.org/officeDocument/2006/relationships/image" Target="../media/image229.png"/><Relationship Id="rId27" Type="http://schemas.openxmlformats.org/officeDocument/2006/relationships/customXml" Target="../ink/ink86.xml"/><Relationship Id="rId48" Type="http://schemas.openxmlformats.org/officeDocument/2006/relationships/image" Target="../media/image171.png"/><Relationship Id="rId69" Type="http://schemas.openxmlformats.org/officeDocument/2006/relationships/customXml" Target="../ink/ink107.xml"/><Relationship Id="rId113" Type="http://schemas.openxmlformats.org/officeDocument/2006/relationships/customXml" Target="../ink/ink129.xml"/><Relationship Id="rId134" Type="http://schemas.openxmlformats.org/officeDocument/2006/relationships/customXml" Target="../ink/ink140.xml"/><Relationship Id="rId80" Type="http://schemas.openxmlformats.org/officeDocument/2006/relationships/image" Target="../media/image187.png"/><Relationship Id="rId155" Type="http://schemas.openxmlformats.org/officeDocument/2006/relationships/image" Target="../media/image224.png"/><Relationship Id="rId176" Type="http://schemas.openxmlformats.org/officeDocument/2006/relationships/customXml" Target="../ink/ink161.xml"/><Relationship Id="rId17" Type="http://schemas.openxmlformats.org/officeDocument/2006/relationships/customXml" Target="../ink/ink81.xml"/><Relationship Id="rId38" Type="http://schemas.openxmlformats.org/officeDocument/2006/relationships/image" Target="../media/image166.png"/><Relationship Id="rId59" Type="http://schemas.openxmlformats.org/officeDocument/2006/relationships/customXml" Target="../ink/ink102.xml"/><Relationship Id="rId103" Type="http://schemas.openxmlformats.org/officeDocument/2006/relationships/customXml" Target="../ink/ink124.xml"/><Relationship Id="rId124" Type="http://schemas.openxmlformats.org/officeDocument/2006/relationships/image" Target="../media/image209.png"/><Relationship Id="rId70" Type="http://schemas.openxmlformats.org/officeDocument/2006/relationships/image" Target="../media/image182.png"/><Relationship Id="rId91" Type="http://schemas.openxmlformats.org/officeDocument/2006/relationships/customXml" Target="../ink/ink118.xml"/><Relationship Id="rId145" Type="http://schemas.openxmlformats.org/officeDocument/2006/relationships/image" Target="../media/image219.png"/><Relationship Id="rId166" Type="http://schemas.openxmlformats.org/officeDocument/2006/relationships/customXml" Target="../ink/ink156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61.png"/><Relationship Id="rId49" Type="http://schemas.openxmlformats.org/officeDocument/2006/relationships/customXml" Target="../ink/ink97.xml"/><Relationship Id="rId114" Type="http://schemas.openxmlformats.org/officeDocument/2006/relationships/image" Target="../media/image204.png"/><Relationship Id="rId60" Type="http://schemas.openxmlformats.org/officeDocument/2006/relationships/image" Target="../media/image177.png"/><Relationship Id="rId81" Type="http://schemas.openxmlformats.org/officeDocument/2006/relationships/customXml" Target="../ink/ink113.xml"/><Relationship Id="rId135" Type="http://schemas.openxmlformats.org/officeDocument/2006/relationships/image" Target="../media/image214.png"/><Relationship Id="rId156" Type="http://schemas.openxmlformats.org/officeDocument/2006/relationships/customXml" Target="../ink/ink151.xml"/><Relationship Id="rId177" Type="http://schemas.openxmlformats.org/officeDocument/2006/relationships/image" Target="../media/image2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5.xml"/><Relationship Id="rId13" Type="http://schemas.openxmlformats.org/officeDocument/2006/relationships/image" Target="../media/image246.png"/><Relationship Id="rId3" Type="http://schemas.openxmlformats.org/officeDocument/2006/relationships/image" Target="../media/image241.png"/><Relationship Id="rId7" Type="http://schemas.openxmlformats.org/officeDocument/2006/relationships/image" Target="../media/image243.png"/><Relationship Id="rId12" Type="http://schemas.openxmlformats.org/officeDocument/2006/relationships/customXml" Target="../ink/ink167.xml"/><Relationship Id="rId2" Type="http://schemas.openxmlformats.org/officeDocument/2006/relationships/image" Target="../media/image237.png"/><Relationship Id="rId16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4.xml"/><Relationship Id="rId11" Type="http://schemas.openxmlformats.org/officeDocument/2006/relationships/image" Target="../media/image245.png"/><Relationship Id="rId5" Type="http://schemas.openxmlformats.org/officeDocument/2006/relationships/image" Target="../media/image242.png"/><Relationship Id="rId15" Type="http://schemas.openxmlformats.org/officeDocument/2006/relationships/image" Target="../media/image247.png"/><Relationship Id="rId10" Type="http://schemas.openxmlformats.org/officeDocument/2006/relationships/customXml" Target="../ink/ink166.xml"/><Relationship Id="rId4" Type="http://schemas.openxmlformats.org/officeDocument/2006/relationships/customXml" Target="../ink/ink163.xml"/><Relationship Id="rId9" Type="http://schemas.openxmlformats.org/officeDocument/2006/relationships/image" Target="../media/image244.png"/><Relationship Id="rId14" Type="http://schemas.openxmlformats.org/officeDocument/2006/relationships/customXml" Target="../ink/ink16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2.xml"/><Relationship Id="rId13" Type="http://schemas.openxmlformats.org/officeDocument/2006/relationships/customXml" Target="../ink/ink174.xml"/><Relationship Id="rId18" Type="http://schemas.openxmlformats.org/officeDocument/2006/relationships/image" Target="../media/image256.png"/><Relationship Id="rId26" Type="http://schemas.openxmlformats.org/officeDocument/2006/relationships/image" Target="../media/image261.png"/><Relationship Id="rId3" Type="http://schemas.openxmlformats.org/officeDocument/2006/relationships/image" Target="../media/image249.png"/><Relationship Id="rId21" Type="http://schemas.openxmlformats.org/officeDocument/2006/relationships/customXml" Target="../ink/ink178.xml"/><Relationship Id="rId7" Type="http://schemas.openxmlformats.org/officeDocument/2006/relationships/image" Target="../media/image250.png"/><Relationship Id="rId12" Type="http://schemas.openxmlformats.org/officeDocument/2006/relationships/image" Target="../media/image253.png"/><Relationship Id="rId17" Type="http://schemas.openxmlformats.org/officeDocument/2006/relationships/customXml" Target="../ink/ink176.xml"/><Relationship Id="rId25" Type="http://schemas.openxmlformats.org/officeDocument/2006/relationships/customXml" Target="../ink/ink179.xml"/><Relationship Id="rId2" Type="http://schemas.openxmlformats.org/officeDocument/2006/relationships/customXml" Target="../ink/ink169.xml"/><Relationship Id="rId16" Type="http://schemas.openxmlformats.org/officeDocument/2006/relationships/image" Target="../media/image255.png"/><Relationship Id="rId20" Type="http://schemas.openxmlformats.org/officeDocument/2006/relationships/image" Target="../media/image257.png"/><Relationship Id="rId29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1.xml"/><Relationship Id="rId11" Type="http://schemas.openxmlformats.org/officeDocument/2006/relationships/customXml" Target="../ink/ink173.xml"/><Relationship Id="rId24" Type="http://schemas.openxmlformats.org/officeDocument/2006/relationships/image" Target="../media/image260.png"/><Relationship Id="rId5" Type="http://schemas.openxmlformats.org/officeDocument/2006/relationships/image" Target="../media/image245.png"/><Relationship Id="rId15" Type="http://schemas.openxmlformats.org/officeDocument/2006/relationships/customXml" Target="../ink/ink175.xml"/><Relationship Id="rId23" Type="http://schemas.openxmlformats.org/officeDocument/2006/relationships/image" Target="../media/image259.png"/><Relationship Id="rId28" Type="http://schemas.openxmlformats.org/officeDocument/2006/relationships/customXml" Target="../ink/ink181.xml"/><Relationship Id="rId10" Type="http://schemas.openxmlformats.org/officeDocument/2006/relationships/image" Target="../media/image252.png"/><Relationship Id="rId19" Type="http://schemas.openxmlformats.org/officeDocument/2006/relationships/customXml" Target="../ink/ink177.xml"/><Relationship Id="rId4" Type="http://schemas.openxmlformats.org/officeDocument/2006/relationships/customXml" Target="../ink/ink170.xml"/><Relationship Id="rId9" Type="http://schemas.openxmlformats.org/officeDocument/2006/relationships/image" Target="../media/image251.png"/><Relationship Id="rId14" Type="http://schemas.openxmlformats.org/officeDocument/2006/relationships/image" Target="../media/image254.png"/><Relationship Id="rId22" Type="http://schemas.openxmlformats.org/officeDocument/2006/relationships/image" Target="../media/image258.png"/><Relationship Id="rId27" Type="http://schemas.openxmlformats.org/officeDocument/2006/relationships/customXml" Target="../ink/ink18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3.xml"/><Relationship Id="rId3" Type="http://schemas.openxmlformats.org/officeDocument/2006/relationships/image" Target="../media/image264.png"/><Relationship Id="rId7" Type="http://schemas.openxmlformats.org/officeDocument/2006/relationships/image" Target="../media/image267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2.xml"/><Relationship Id="rId5" Type="http://schemas.openxmlformats.org/officeDocument/2006/relationships/image" Target="../media/image266.png"/><Relationship Id="rId4" Type="http://schemas.openxmlformats.org/officeDocument/2006/relationships/image" Target="../media/image265.png"/><Relationship Id="rId9" Type="http://schemas.openxmlformats.org/officeDocument/2006/relationships/image" Target="../media/image26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customXml" Target="../ink/ink187.xml"/><Relationship Id="rId18" Type="http://schemas.openxmlformats.org/officeDocument/2006/relationships/customXml" Target="../ink/ink191.xml"/><Relationship Id="rId26" Type="http://schemas.openxmlformats.org/officeDocument/2006/relationships/customXml" Target="../ink/ink196.xml"/><Relationship Id="rId3" Type="http://schemas.openxmlformats.org/officeDocument/2006/relationships/image" Target="../media/image270.png"/><Relationship Id="rId21" Type="http://schemas.openxmlformats.org/officeDocument/2006/relationships/image" Target="../media/image278.png"/><Relationship Id="rId7" Type="http://schemas.openxmlformats.org/officeDocument/2006/relationships/image" Target="../media/image2450.png"/><Relationship Id="rId12" Type="http://schemas.openxmlformats.org/officeDocument/2006/relationships/image" Target="../media/image275.png"/><Relationship Id="rId17" Type="http://schemas.openxmlformats.org/officeDocument/2006/relationships/customXml" Target="../ink/ink190.xml"/><Relationship Id="rId25" Type="http://schemas.openxmlformats.org/officeDocument/2006/relationships/image" Target="../media/image279.png"/><Relationship Id="rId2" Type="http://schemas.openxmlformats.org/officeDocument/2006/relationships/image" Target="../media/image269.png"/><Relationship Id="rId16" Type="http://schemas.openxmlformats.org/officeDocument/2006/relationships/customXml" Target="../ink/ink189.xml"/><Relationship Id="rId20" Type="http://schemas.openxmlformats.org/officeDocument/2006/relationships/customXml" Target="../ink/ink1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4.xml"/><Relationship Id="rId11" Type="http://schemas.openxmlformats.org/officeDocument/2006/relationships/customXml" Target="../ink/ink186.xml"/><Relationship Id="rId24" Type="http://schemas.openxmlformats.org/officeDocument/2006/relationships/customXml" Target="../ink/ink195.xml"/><Relationship Id="rId5" Type="http://schemas.openxmlformats.org/officeDocument/2006/relationships/image" Target="../media/image272.png"/><Relationship Id="rId15" Type="http://schemas.openxmlformats.org/officeDocument/2006/relationships/image" Target="../media/image276.png"/><Relationship Id="rId23" Type="http://schemas.openxmlformats.org/officeDocument/2006/relationships/customXml" Target="../ink/ink194.xml"/><Relationship Id="rId10" Type="http://schemas.openxmlformats.org/officeDocument/2006/relationships/image" Target="../media/image274.png"/><Relationship Id="rId19" Type="http://schemas.openxmlformats.org/officeDocument/2006/relationships/image" Target="../media/image277.png"/><Relationship Id="rId4" Type="http://schemas.openxmlformats.org/officeDocument/2006/relationships/image" Target="../media/image271.png"/><Relationship Id="rId9" Type="http://schemas.openxmlformats.org/officeDocument/2006/relationships/customXml" Target="../ink/ink185.xml"/><Relationship Id="rId14" Type="http://schemas.openxmlformats.org/officeDocument/2006/relationships/customXml" Target="../ink/ink188.xml"/><Relationship Id="rId22" Type="http://schemas.openxmlformats.org/officeDocument/2006/relationships/customXml" Target="../ink/ink193.xml"/><Relationship Id="rId27" Type="http://schemas.openxmlformats.org/officeDocument/2006/relationships/image" Target="../media/image28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customXml" Target="../ink/ink201.xml"/><Relationship Id="rId18" Type="http://schemas.openxmlformats.org/officeDocument/2006/relationships/image" Target="../media/image245.png"/><Relationship Id="rId3" Type="http://schemas.openxmlformats.org/officeDocument/2006/relationships/image" Target="../media/image2470.png"/><Relationship Id="rId7" Type="http://schemas.openxmlformats.org/officeDocument/2006/relationships/customXml" Target="../ink/ink198.xml"/><Relationship Id="rId12" Type="http://schemas.openxmlformats.org/officeDocument/2006/relationships/image" Target="../media/image285.png"/><Relationship Id="rId17" Type="http://schemas.openxmlformats.org/officeDocument/2006/relationships/customXml" Target="../ink/ink203.xml"/><Relationship Id="rId2" Type="http://schemas.openxmlformats.org/officeDocument/2006/relationships/customXml" Target="../ink/ink197.xml"/><Relationship Id="rId16" Type="http://schemas.openxmlformats.org/officeDocument/2006/relationships/image" Target="../media/image287.png"/><Relationship Id="rId20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customXml" Target="../ink/ink200.xml"/><Relationship Id="rId5" Type="http://schemas.openxmlformats.org/officeDocument/2006/relationships/image" Target="../media/image282.png"/><Relationship Id="rId15" Type="http://schemas.openxmlformats.org/officeDocument/2006/relationships/customXml" Target="../ink/ink202.xml"/><Relationship Id="rId10" Type="http://schemas.openxmlformats.org/officeDocument/2006/relationships/image" Target="../media/image284.png"/><Relationship Id="rId19" Type="http://schemas.openxmlformats.org/officeDocument/2006/relationships/customXml" Target="../ink/ink204.xml"/><Relationship Id="rId4" Type="http://schemas.openxmlformats.org/officeDocument/2006/relationships/image" Target="../media/image281.png"/><Relationship Id="rId9" Type="http://schemas.openxmlformats.org/officeDocument/2006/relationships/customXml" Target="../ink/ink199.xml"/><Relationship Id="rId14" Type="http://schemas.openxmlformats.org/officeDocument/2006/relationships/image" Target="../media/image28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60.png"/><Relationship Id="rId18" Type="http://schemas.openxmlformats.org/officeDocument/2006/relationships/customXml" Target="../ink/ink212.xml"/><Relationship Id="rId26" Type="http://schemas.openxmlformats.org/officeDocument/2006/relationships/customXml" Target="../ink/ink217.xml"/><Relationship Id="rId39" Type="http://schemas.openxmlformats.org/officeDocument/2006/relationships/image" Target="../media/image2670.png"/><Relationship Id="rId21" Type="http://schemas.openxmlformats.org/officeDocument/2006/relationships/image" Target="../media/image2600.png"/><Relationship Id="rId34" Type="http://schemas.openxmlformats.org/officeDocument/2006/relationships/customXml" Target="../ink/ink222.xml"/><Relationship Id="rId7" Type="http://schemas.openxmlformats.org/officeDocument/2006/relationships/image" Target="../media/image2530.png"/><Relationship Id="rId12" Type="http://schemas.openxmlformats.org/officeDocument/2006/relationships/customXml" Target="../ink/ink209.xml"/><Relationship Id="rId17" Type="http://schemas.openxmlformats.org/officeDocument/2006/relationships/image" Target="../media/image2580.png"/><Relationship Id="rId25" Type="http://schemas.openxmlformats.org/officeDocument/2006/relationships/customXml" Target="../ink/ink216.xml"/><Relationship Id="rId33" Type="http://schemas.openxmlformats.org/officeDocument/2006/relationships/image" Target="../media/image2640.png"/><Relationship Id="rId38" Type="http://schemas.openxmlformats.org/officeDocument/2006/relationships/customXml" Target="../ink/ink224.xml"/><Relationship Id="rId2" Type="http://schemas.openxmlformats.org/officeDocument/2006/relationships/image" Target="../media/image289.png"/><Relationship Id="rId16" Type="http://schemas.openxmlformats.org/officeDocument/2006/relationships/customXml" Target="../ink/ink211.xml"/><Relationship Id="rId20" Type="http://schemas.openxmlformats.org/officeDocument/2006/relationships/customXml" Target="../ink/ink213.xml"/><Relationship Id="rId29" Type="http://schemas.openxmlformats.org/officeDocument/2006/relationships/image" Target="../media/image26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6.xml"/><Relationship Id="rId11" Type="http://schemas.openxmlformats.org/officeDocument/2006/relationships/image" Target="../media/image2550.png"/><Relationship Id="rId24" Type="http://schemas.openxmlformats.org/officeDocument/2006/relationships/customXml" Target="../ink/ink215.xml"/><Relationship Id="rId32" Type="http://schemas.openxmlformats.org/officeDocument/2006/relationships/customXml" Target="../ink/ink221.xml"/><Relationship Id="rId37" Type="http://schemas.openxmlformats.org/officeDocument/2006/relationships/image" Target="../media/image2660.png"/><Relationship Id="rId5" Type="http://schemas.openxmlformats.org/officeDocument/2006/relationships/image" Target="../media/image2520.png"/><Relationship Id="rId15" Type="http://schemas.openxmlformats.org/officeDocument/2006/relationships/image" Target="../media/image2570.png"/><Relationship Id="rId23" Type="http://schemas.openxmlformats.org/officeDocument/2006/relationships/image" Target="../media/image2610.png"/><Relationship Id="rId28" Type="http://schemas.openxmlformats.org/officeDocument/2006/relationships/customXml" Target="../ink/ink219.xml"/><Relationship Id="rId36" Type="http://schemas.openxmlformats.org/officeDocument/2006/relationships/customXml" Target="../ink/ink223.xml"/><Relationship Id="rId10" Type="http://schemas.openxmlformats.org/officeDocument/2006/relationships/customXml" Target="../ink/ink208.xml"/><Relationship Id="rId19" Type="http://schemas.openxmlformats.org/officeDocument/2006/relationships/image" Target="../media/image2590.png"/><Relationship Id="rId31" Type="http://schemas.openxmlformats.org/officeDocument/2006/relationships/image" Target="../media/image2630.png"/><Relationship Id="rId4" Type="http://schemas.openxmlformats.org/officeDocument/2006/relationships/customXml" Target="../ink/ink205.xml"/><Relationship Id="rId9" Type="http://schemas.openxmlformats.org/officeDocument/2006/relationships/image" Target="../media/image2540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customXml" Target="../ink/ink218.xml"/><Relationship Id="rId30" Type="http://schemas.openxmlformats.org/officeDocument/2006/relationships/customXml" Target="../ink/ink220.xml"/><Relationship Id="rId35" Type="http://schemas.openxmlformats.org/officeDocument/2006/relationships/image" Target="../media/image2650.png"/><Relationship Id="rId8" Type="http://schemas.openxmlformats.org/officeDocument/2006/relationships/customXml" Target="../ink/ink207.xml"/><Relationship Id="rId3" Type="http://schemas.openxmlformats.org/officeDocument/2006/relationships/image" Target="../media/image2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6.xml"/><Relationship Id="rId3" Type="http://schemas.openxmlformats.org/officeDocument/2006/relationships/image" Target="../media/image291.png"/><Relationship Id="rId7" Type="http://schemas.openxmlformats.org/officeDocument/2006/relationships/image" Target="../media/image271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5.xml"/><Relationship Id="rId5" Type="http://schemas.openxmlformats.org/officeDocument/2006/relationships/image" Target="../media/image293.png"/><Relationship Id="rId10" Type="http://schemas.openxmlformats.org/officeDocument/2006/relationships/image" Target="../media/image294.png"/><Relationship Id="rId4" Type="http://schemas.openxmlformats.org/officeDocument/2006/relationships/image" Target="../media/image292.png"/><Relationship Id="rId9" Type="http://schemas.openxmlformats.org/officeDocument/2006/relationships/image" Target="../media/image272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0.png"/><Relationship Id="rId13" Type="http://schemas.openxmlformats.org/officeDocument/2006/relationships/customXml" Target="../ink/ink231.xml"/><Relationship Id="rId18" Type="http://schemas.openxmlformats.org/officeDocument/2006/relationships/image" Target="../media/image2840.png"/><Relationship Id="rId3" Type="http://schemas.openxmlformats.org/officeDocument/2006/relationships/image" Target="../media/image297.png"/><Relationship Id="rId7" Type="http://schemas.openxmlformats.org/officeDocument/2006/relationships/customXml" Target="../ink/ink228.xml"/><Relationship Id="rId12" Type="http://schemas.openxmlformats.org/officeDocument/2006/relationships/image" Target="../media/image2810.png"/><Relationship Id="rId17" Type="http://schemas.openxmlformats.org/officeDocument/2006/relationships/customXml" Target="../ink/ink233.xml"/><Relationship Id="rId2" Type="http://schemas.openxmlformats.org/officeDocument/2006/relationships/image" Target="../media/image296.png"/><Relationship Id="rId16" Type="http://schemas.openxmlformats.org/officeDocument/2006/relationships/image" Target="../media/image2830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0.png"/><Relationship Id="rId11" Type="http://schemas.openxmlformats.org/officeDocument/2006/relationships/customXml" Target="../ink/ink230.xml"/><Relationship Id="rId5" Type="http://schemas.openxmlformats.org/officeDocument/2006/relationships/customXml" Target="../ink/ink227.xml"/><Relationship Id="rId15" Type="http://schemas.openxmlformats.org/officeDocument/2006/relationships/customXml" Target="../ink/ink232.xml"/><Relationship Id="rId10" Type="http://schemas.openxmlformats.org/officeDocument/2006/relationships/image" Target="../media/image2800.png"/><Relationship Id="rId19" Type="http://schemas.openxmlformats.org/officeDocument/2006/relationships/image" Target="../media/image299.png"/><Relationship Id="rId4" Type="http://schemas.openxmlformats.org/officeDocument/2006/relationships/image" Target="../media/image298.png"/><Relationship Id="rId9" Type="http://schemas.openxmlformats.org/officeDocument/2006/relationships/customXml" Target="../ink/ink229.xml"/><Relationship Id="rId14" Type="http://schemas.openxmlformats.org/officeDocument/2006/relationships/image" Target="../media/image28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4.xml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0.png"/><Relationship Id="rId5" Type="http://schemas.openxmlformats.org/officeDocument/2006/relationships/customXml" Target="../ink/ink235.xml"/><Relationship Id="rId4" Type="http://schemas.openxmlformats.org/officeDocument/2006/relationships/image" Target="../media/image288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6.xml"/><Relationship Id="rId3" Type="http://schemas.openxmlformats.org/officeDocument/2006/relationships/image" Target="../media/image291.png"/><Relationship Id="rId7" Type="http://schemas.openxmlformats.org/officeDocument/2006/relationships/image" Target="../media/image29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11" Type="http://schemas.openxmlformats.org/officeDocument/2006/relationships/image" Target="../media/image2940.png"/><Relationship Id="rId5" Type="http://schemas.openxmlformats.org/officeDocument/2006/relationships/image" Target="../media/image303.png"/><Relationship Id="rId10" Type="http://schemas.openxmlformats.org/officeDocument/2006/relationships/customXml" Target="../ink/ink237.xml"/><Relationship Id="rId4" Type="http://schemas.openxmlformats.org/officeDocument/2006/relationships/image" Target="../media/image302.png"/><Relationship Id="rId9" Type="http://schemas.openxmlformats.org/officeDocument/2006/relationships/image" Target="../media/image293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0.xml"/><Relationship Id="rId3" Type="http://schemas.openxmlformats.org/officeDocument/2006/relationships/image" Target="../media/image306.png"/><Relationship Id="rId7" Type="http://schemas.openxmlformats.org/officeDocument/2006/relationships/image" Target="../media/image2980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9.xml"/><Relationship Id="rId5" Type="http://schemas.openxmlformats.org/officeDocument/2006/relationships/image" Target="../media/image2970.png"/><Relationship Id="rId4" Type="http://schemas.openxmlformats.org/officeDocument/2006/relationships/customXml" Target="../ink/ink238.xml"/><Relationship Id="rId9" Type="http://schemas.openxmlformats.org/officeDocument/2006/relationships/image" Target="../media/image299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2.xml"/><Relationship Id="rId13" Type="http://schemas.openxmlformats.org/officeDocument/2006/relationships/image" Target="../media/image307.png"/><Relationship Id="rId18" Type="http://schemas.openxmlformats.org/officeDocument/2006/relationships/customXml" Target="../ink/ink247.xml"/><Relationship Id="rId3" Type="http://schemas.openxmlformats.org/officeDocument/2006/relationships/image" Target="../media/image308.png"/><Relationship Id="rId21" Type="http://schemas.openxmlformats.org/officeDocument/2006/relationships/image" Target="../media/image311.png"/><Relationship Id="rId7" Type="http://schemas.openxmlformats.org/officeDocument/2006/relationships/image" Target="../media/image3040.png"/><Relationship Id="rId12" Type="http://schemas.openxmlformats.org/officeDocument/2006/relationships/customXml" Target="../ink/ink244.xml"/><Relationship Id="rId17" Type="http://schemas.openxmlformats.org/officeDocument/2006/relationships/image" Target="../media/image3090.png"/><Relationship Id="rId25" Type="http://schemas.openxmlformats.org/officeDocument/2006/relationships/image" Target="../media/image313.png"/><Relationship Id="rId2" Type="http://schemas.openxmlformats.org/officeDocument/2006/relationships/image" Target="../media/image307.gif"/><Relationship Id="rId16" Type="http://schemas.openxmlformats.org/officeDocument/2006/relationships/customXml" Target="../ink/ink246.xml"/><Relationship Id="rId20" Type="http://schemas.openxmlformats.org/officeDocument/2006/relationships/customXml" Target="../ink/ink2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1.xml"/><Relationship Id="rId11" Type="http://schemas.openxmlformats.org/officeDocument/2006/relationships/image" Target="../media/image3060.png"/><Relationship Id="rId24" Type="http://schemas.openxmlformats.org/officeDocument/2006/relationships/customXml" Target="../ink/ink250.xml"/><Relationship Id="rId5" Type="http://schemas.openxmlformats.org/officeDocument/2006/relationships/image" Target="../media/image310.png"/><Relationship Id="rId15" Type="http://schemas.openxmlformats.org/officeDocument/2006/relationships/image" Target="../media/image3080.png"/><Relationship Id="rId23" Type="http://schemas.openxmlformats.org/officeDocument/2006/relationships/image" Target="../media/image312.png"/><Relationship Id="rId10" Type="http://schemas.openxmlformats.org/officeDocument/2006/relationships/customXml" Target="../ink/ink243.xml"/><Relationship Id="rId19" Type="http://schemas.openxmlformats.org/officeDocument/2006/relationships/image" Target="../media/image3100.png"/><Relationship Id="rId4" Type="http://schemas.openxmlformats.org/officeDocument/2006/relationships/image" Target="../media/image309.png"/><Relationship Id="rId9" Type="http://schemas.openxmlformats.org/officeDocument/2006/relationships/image" Target="../media/image3050.png"/><Relationship Id="rId14" Type="http://schemas.openxmlformats.org/officeDocument/2006/relationships/customXml" Target="../ink/ink245.xml"/><Relationship Id="rId22" Type="http://schemas.openxmlformats.org/officeDocument/2006/relationships/customXml" Target="../ink/ink24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2.xml"/><Relationship Id="rId3" Type="http://schemas.openxmlformats.org/officeDocument/2006/relationships/image" Target="../media/image293.png"/><Relationship Id="rId7" Type="http://schemas.openxmlformats.org/officeDocument/2006/relationships/image" Target="../media/image31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1.xml"/><Relationship Id="rId5" Type="http://schemas.openxmlformats.org/officeDocument/2006/relationships/image" Target="../media/image316.png"/><Relationship Id="rId4" Type="http://schemas.openxmlformats.org/officeDocument/2006/relationships/image" Target="../media/image315.png"/><Relationship Id="rId9" Type="http://schemas.openxmlformats.org/officeDocument/2006/relationships/image" Target="../media/image31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3" Type="http://schemas.openxmlformats.org/officeDocument/2006/relationships/image" Target="../media/image320.png"/><Relationship Id="rId7" Type="http://schemas.openxmlformats.org/officeDocument/2006/relationships/image" Target="../media/image3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4.xml"/><Relationship Id="rId5" Type="http://schemas.openxmlformats.org/officeDocument/2006/relationships/image" Target="../media/image321.png"/><Relationship Id="rId4" Type="http://schemas.openxmlformats.org/officeDocument/2006/relationships/customXml" Target="../ink/ink25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3" Type="http://schemas.openxmlformats.org/officeDocument/2006/relationships/image" Target="../media/image330.png"/><Relationship Id="rId7" Type="http://schemas.openxmlformats.org/officeDocument/2006/relationships/image" Target="../media/image331.png"/><Relationship Id="rId12" Type="http://schemas.openxmlformats.org/officeDocument/2006/relationships/image" Target="../media/image334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6.xml"/><Relationship Id="rId11" Type="http://schemas.openxmlformats.org/officeDocument/2006/relationships/customXml" Target="../ink/ink258.xml"/><Relationship Id="rId5" Type="http://schemas.openxmlformats.org/officeDocument/2006/relationships/image" Target="../media/image3300.png"/><Relationship Id="rId10" Type="http://schemas.openxmlformats.org/officeDocument/2006/relationships/image" Target="../media/image333.png"/><Relationship Id="rId4" Type="http://schemas.openxmlformats.org/officeDocument/2006/relationships/customXml" Target="../ink/ink255.xml"/><Relationship Id="rId9" Type="http://schemas.openxmlformats.org/officeDocument/2006/relationships/customXml" Target="../ink/ink25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8.png"/><Relationship Id="rId4" Type="http://schemas.openxmlformats.org/officeDocument/2006/relationships/image" Target="../media/image33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.png"/><Relationship Id="rId5" Type="http://schemas.openxmlformats.org/officeDocument/2006/relationships/image" Target="../media/image346.png"/><Relationship Id="rId4" Type="http://schemas.openxmlformats.org/officeDocument/2006/relationships/image" Target="../media/image34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png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3.png"/><Relationship Id="rId4" Type="http://schemas.openxmlformats.org/officeDocument/2006/relationships/image" Target="../media/image35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1.xml"/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0.xml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0" Type="http://schemas.openxmlformats.org/officeDocument/2006/relationships/customXml" Target="../ink/ink262.xml"/><Relationship Id="rId4" Type="http://schemas.openxmlformats.org/officeDocument/2006/relationships/customXml" Target="../ink/ink259.xml"/><Relationship Id="rId9" Type="http://schemas.openxmlformats.org/officeDocument/2006/relationships/image" Target="../media/image9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png"/><Relationship Id="rId7" Type="http://schemas.openxmlformats.org/officeDocument/2006/relationships/image" Target="../media/image3440.png"/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4.xml"/><Relationship Id="rId5" Type="http://schemas.openxmlformats.org/officeDocument/2006/relationships/image" Target="../media/image3430.png"/><Relationship Id="rId4" Type="http://schemas.openxmlformats.org/officeDocument/2006/relationships/customXml" Target="../ink/ink263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0.png"/><Relationship Id="rId3" Type="http://schemas.openxmlformats.org/officeDocument/2006/relationships/image" Target="../media/image360.png"/><Relationship Id="rId7" Type="http://schemas.openxmlformats.org/officeDocument/2006/relationships/customXml" Target="../ink/ink266.xml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0.png"/><Relationship Id="rId5" Type="http://schemas.openxmlformats.org/officeDocument/2006/relationships/customXml" Target="../ink/ink265.xml"/><Relationship Id="rId4" Type="http://schemas.openxmlformats.org/officeDocument/2006/relationships/image" Target="../media/image36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8.png"/><Relationship Id="rId4" Type="http://schemas.openxmlformats.org/officeDocument/2006/relationships/image" Target="../media/image36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6.png"/><Relationship Id="rId4" Type="http://schemas.openxmlformats.org/officeDocument/2006/relationships/image" Target="../media/image36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9.xml"/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8.xml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0" Type="http://schemas.openxmlformats.org/officeDocument/2006/relationships/customXml" Target="../ink/ink270.xml"/><Relationship Id="rId4" Type="http://schemas.openxmlformats.org/officeDocument/2006/relationships/customXml" Target="../ink/ink267.xml"/><Relationship Id="rId9" Type="http://schemas.openxmlformats.org/officeDocument/2006/relationships/image" Target="../media/image9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1.xml"/><Relationship Id="rId7" Type="http://schemas.openxmlformats.org/officeDocument/2006/relationships/image" Target="../media/image370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40.png"/><Relationship Id="rId5" Type="http://schemas.openxmlformats.org/officeDocument/2006/relationships/customXml" Target="../ink/ink272.xml"/><Relationship Id="rId4" Type="http://schemas.openxmlformats.org/officeDocument/2006/relationships/image" Target="../media/image343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0.png"/><Relationship Id="rId3" Type="http://schemas.openxmlformats.org/officeDocument/2006/relationships/image" Target="../media/image360.png"/><Relationship Id="rId7" Type="http://schemas.openxmlformats.org/officeDocument/2006/relationships/customXml" Target="../ink/ink274.xml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0.png"/><Relationship Id="rId5" Type="http://schemas.openxmlformats.org/officeDocument/2006/relationships/customXml" Target="../ink/ink273.xml"/><Relationship Id="rId4" Type="http://schemas.openxmlformats.org/officeDocument/2006/relationships/image" Target="../media/image361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png"/><Relationship Id="rId2" Type="http://schemas.openxmlformats.org/officeDocument/2006/relationships/image" Target="../media/image37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13" Type="http://schemas.openxmlformats.org/officeDocument/2006/relationships/customXml" Target="../ink/ink278.xml"/><Relationship Id="rId18" Type="http://schemas.openxmlformats.org/officeDocument/2006/relationships/image" Target="../media/image390.png"/><Relationship Id="rId3" Type="http://schemas.openxmlformats.org/officeDocument/2006/relationships/image" Target="../media/image380.png"/><Relationship Id="rId7" Type="http://schemas.openxmlformats.org/officeDocument/2006/relationships/customXml" Target="../ink/ink275.xml"/><Relationship Id="rId12" Type="http://schemas.openxmlformats.org/officeDocument/2006/relationships/image" Target="../media/image387.png"/><Relationship Id="rId17" Type="http://schemas.openxmlformats.org/officeDocument/2006/relationships/customXml" Target="../ink/ink280.xml"/><Relationship Id="rId2" Type="http://schemas.openxmlformats.org/officeDocument/2006/relationships/image" Target="../media/image379.png"/><Relationship Id="rId16" Type="http://schemas.openxmlformats.org/officeDocument/2006/relationships/image" Target="../media/image3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3.png"/><Relationship Id="rId11" Type="http://schemas.openxmlformats.org/officeDocument/2006/relationships/customXml" Target="../ink/ink277.xml"/><Relationship Id="rId5" Type="http://schemas.openxmlformats.org/officeDocument/2006/relationships/image" Target="../media/image382.png"/><Relationship Id="rId15" Type="http://schemas.openxmlformats.org/officeDocument/2006/relationships/customXml" Target="../ink/ink279.xml"/><Relationship Id="rId10" Type="http://schemas.openxmlformats.org/officeDocument/2006/relationships/image" Target="../media/image386.png"/><Relationship Id="rId4" Type="http://schemas.openxmlformats.org/officeDocument/2006/relationships/image" Target="../media/image381.png"/><Relationship Id="rId9" Type="http://schemas.openxmlformats.org/officeDocument/2006/relationships/customXml" Target="../ink/ink276.xml"/><Relationship Id="rId14" Type="http://schemas.openxmlformats.org/officeDocument/2006/relationships/image" Target="../media/image38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5.png"/><Relationship Id="rId4" Type="http://schemas.openxmlformats.org/officeDocument/2006/relationships/image" Target="../media/image39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3.xml"/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2.xml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0" Type="http://schemas.openxmlformats.org/officeDocument/2006/relationships/customXml" Target="../ink/ink284.xml"/><Relationship Id="rId4" Type="http://schemas.openxmlformats.org/officeDocument/2006/relationships/customXml" Target="../ink/ink281.xml"/><Relationship Id="rId9" Type="http://schemas.openxmlformats.org/officeDocument/2006/relationships/image" Target="../media/image9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9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png"/><Relationship Id="rId7" Type="http://schemas.openxmlformats.org/officeDocument/2006/relationships/image" Target="../media/image401.png"/><Relationship Id="rId12" Type="http://schemas.openxmlformats.org/officeDocument/2006/relationships/image" Target="../media/image3880.png"/><Relationship Id="rId2" Type="http://schemas.openxmlformats.org/officeDocument/2006/relationships/customXml" Target="../ink/ink2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40.png"/><Relationship Id="rId11" Type="http://schemas.openxmlformats.org/officeDocument/2006/relationships/customXml" Target="../ink/ink288.xml"/><Relationship Id="rId5" Type="http://schemas.openxmlformats.org/officeDocument/2006/relationships/customXml" Target="../ink/ink286.xml"/><Relationship Id="rId10" Type="http://schemas.openxmlformats.org/officeDocument/2006/relationships/image" Target="../media/image3870.png"/><Relationship Id="rId4" Type="http://schemas.openxmlformats.org/officeDocument/2006/relationships/image" Target="../media/image3430.png"/><Relationship Id="rId9" Type="http://schemas.openxmlformats.org/officeDocument/2006/relationships/customXml" Target="../ink/ink287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0.png"/><Relationship Id="rId7" Type="http://schemas.openxmlformats.org/officeDocument/2006/relationships/customXml" Target="../ink/ink290.xml"/><Relationship Id="rId12" Type="http://schemas.openxmlformats.org/officeDocument/2006/relationships/image" Target="../media/image406.png"/><Relationship Id="rId2" Type="http://schemas.openxmlformats.org/officeDocument/2006/relationships/customXml" Target="../ink/ink2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0.png"/><Relationship Id="rId11" Type="http://schemas.openxmlformats.org/officeDocument/2006/relationships/image" Target="../media/image405.png"/><Relationship Id="rId10" Type="http://schemas.openxmlformats.org/officeDocument/2006/relationships/image" Target="../media/image404.png"/><Relationship Id="rId9" Type="http://schemas.openxmlformats.org/officeDocument/2006/relationships/image" Target="../media/image40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2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png"/><Relationship Id="rId3" Type="http://schemas.openxmlformats.org/officeDocument/2006/relationships/customXml" Target="../ink/ink291.xml"/><Relationship Id="rId7" Type="http://schemas.openxmlformats.org/officeDocument/2006/relationships/image" Target="../media/image3970.pn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2.xml"/><Relationship Id="rId5" Type="http://schemas.openxmlformats.org/officeDocument/2006/relationships/image" Target="../media/image396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2.png"/><Relationship Id="rId4" Type="http://schemas.openxmlformats.org/officeDocument/2006/relationships/image" Target="../media/image411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3613400" y="4293088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6824133" y="410842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FE2FD0-A0A8-B1FD-4FFB-AD853B589C3D}"/>
                  </a:ext>
                </a:extLst>
              </p14:cNvPr>
              <p14:cNvContentPartPr/>
              <p14:nvPr/>
            </p14:nvContentPartPr>
            <p14:xfrm>
              <a:off x="726147" y="4088240"/>
              <a:ext cx="2814120" cy="44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FE2FD0-A0A8-B1FD-4FFB-AD853B589C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507" y="4070600"/>
                <a:ext cx="2849760" cy="47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11300" y="2446865"/>
            <a:ext cx="93556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Linear regression in </a:t>
            </a:r>
            <a:r>
              <a:rPr lang="en-US" sz="3200" dirty="0" err="1"/>
              <a:t>PyTorch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</a:t>
            </a:r>
            <a:r>
              <a:rPr lang="en-US" sz="3200" dirty="0" err="1"/>
              <a:t>FashionMNIST</a:t>
            </a:r>
            <a:r>
              <a:rPr lang="en-US" sz="3200" dirty="0"/>
              <a:t>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Softmax</a:t>
            </a:r>
            <a:r>
              <a:rPr lang="en-US" sz="3200" dirty="0"/>
              <a:t> regression in </a:t>
            </a:r>
            <a:r>
              <a:rPr lang="en-US" sz="3200" dirty="0" err="1"/>
              <a:t>PyTorch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Multilayer </a:t>
            </a:r>
            <a:r>
              <a:rPr lang="en-US" sz="3200" dirty="0" err="1"/>
              <a:t>perceptrons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Weight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Dropout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Deep learning computation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05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1) </a:t>
            </a:r>
            <a:r>
              <a:rPr lang="en-US" sz="6000" dirty="0"/>
              <a:t>Linear regression in </a:t>
            </a:r>
            <a:r>
              <a:rPr lang="en-US" sz="6000" dirty="0" err="1"/>
              <a:t>PyTorch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F7BFEA-4E7E-8913-E413-F3FB9B29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924" y="1708500"/>
            <a:ext cx="5061551" cy="3032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582644-804F-0BEE-874D-416916B2C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99" y="1767768"/>
            <a:ext cx="4429979" cy="30328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35D974-9669-6FE2-AA52-CA6F3E25BFF0}"/>
                  </a:ext>
                </a:extLst>
              </p14:cNvPr>
              <p14:cNvContentPartPr/>
              <p14:nvPr/>
            </p14:nvContentPartPr>
            <p14:xfrm>
              <a:off x="5664240" y="26669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35D974-9669-6FE2-AA52-CA6F3E25BF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1240" y="26039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94EDC0-92D0-3C2B-9602-A65FEF4FA3DB}"/>
                  </a:ext>
                </a:extLst>
              </p14:cNvPr>
              <p14:cNvContentPartPr/>
              <p14:nvPr/>
            </p14:nvContentPartPr>
            <p14:xfrm>
              <a:off x="1887840" y="2048840"/>
              <a:ext cx="1433160" cy="68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94EDC0-92D0-3C2B-9602-A65FEF4FA3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4840" y="1986200"/>
                <a:ext cx="15588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830D325-C52D-DB3F-4854-ABC3BD9B749B}"/>
                  </a:ext>
                </a:extLst>
              </p14:cNvPr>
              <p14:cNvContentPartPr/>
              <p14:nvPr/>
            </p14:nvContentPartPr>
            <p14:xfrm>
              <a:off x="1883424" y="2212488"/>
              <a:ext cx="1467360" cy="97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830D325-C52D-DB3F-4854-ABC3BD9B74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0784" y="2149848"/>
                <a:ext cx="159300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CB17FC2-9C5B-B1F4-1AC0-409A45824384}"/>
              </a:ext>
            </a:extLst>
          </p:cNvPr>
          <p:cNvGrpSpPr/>
          <p:nvPr/>
        </p:nvGrpSpPr>
        <p:grpSpPr>
          <a:xfrm>
            <a:off x="1828704" y="1981008"/>
            <a:ext cx="1397880" cy="250560"/>
            <a:chOff x="1828704" y="1981008"/>
            <a:chExt cx="139788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957B6E-DAF9-4CE4-2C80-EFC86FFB5621}"/>
                    </a:ext>
                  </a:extLst>
                </p14:cNvPr>
                <p14:cNvContentPartPr/>
                <p14:nvPr/>
              </p14:nvContentPartPr>
              <p14:xfrm>
                <a:off x="1852464" y="2009088"/>
                <a:ext cx="21960" cy="222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957B6E-DAF9-4CE4-2C80-EFC86FFB56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89464" y="1946088"/>
                  <a:ext cx="1476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4D32AE-E6C1-3640-4E49-01D47D05D4D0}"/>
                    </a:ext>
                  </a:extLst>
                </p14:cNvPr>
                <p14:cNvContentPartPr/>
                <p14:nvPr/>
              </p14:nvContentPartPr>
              <p14:xfrm>
                <a:off x="1828704" y="2017728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4D32AE-E6C1-3640-4E49-01D47D05D4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65704" y="195472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8EDC21-A46E-FF73-6106-643DCC15E2FF}"/>
                    </a:ext>
                  </a:extLst>
                </p14:cNvPr>
                <p14:cNvContentPartPr/>
                <p14:nvPr/>
              </p14:nvContentPartPr>
              <p14:xfrm>
                <a:off x="1828704" y="1993248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8EDC21-A46E-FF73-6106-643DCC15E2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65704" y="19302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2AA9EBB-8510-8842-6EDF-862017C520AC}"/>
                    </a:ext>
                  </a:extLst>
                </p14:cNvPr>
                <p14:cNvContentPartPr/>
                <p14:nvPr/>
              </p14:nvContentPartPr>
              <p14:xfrm>
                <a:off x="1932384" y="1981008"/>
                <a:ext cx="1294200" cy="9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2AA9EBB-8510-8842-6EDF-862017C520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69384" y="1918368"/>
                  <a:ext cx="141984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91C9ADC-C402-0C16-41F9-A226E7ED7554}"/>
                  </a:ext>
                </a:extLst>
              </p14:cNvPr>
              <p14:cNvContentPartPr/>
              <p14:nvPr/>
            </p14:nvContentPartPr>
            <p14:xfrm>
              <a:off x="2670690" y="1984980"/>
              <a:ext cx="561240" cy="26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91C9ADC-C402-0C16-41F9-A226E7ED75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07690" y="1921980"/>
                <a:ext cx="686880" cy="15192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ED29059-F305-1191-8EA4-FDF90DAA0F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322" y="192652"/>
            <a:ext cx="5220878" cy="148022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1336C9-19FF-0A0B-EFA0-440E620423C6}"/>
              </a:ext>
            </a:extLst>
          </p:cNvPr>
          <p:cNvSpPr txBox="1"/>
          <p:nvPr/>
        </p:nvSpPr>
        <p:spPr>
          <a:xfrm>
            <a:off x="1828704" y="6396335"/>
            <a:ext cx="1061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cannot plot more than 3 dimensions ! </a:t>
            </a:r>
            <a:r>
              <a:rPr lang="en-US" sz="2000" b="1" dirty="0">
                <a:sym typeface="Wingdings" panose="05000000000000000000" pitchFamily="2" charset="2"/>
              </a:rPr>
              <a:t> (actually we can but it’s more tricky)   </a:t>
            </a:r>
            <a:endParaRPr 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03A9E6-6691-6B05-5CE0-132261844AC3}"/>
              </a:ext>
            </a:extLst>
          </p:cNvPr>
          <p:cNvSpPr txBox="1"/>
          <p:nvPr/>
        </p:nvSpPr>
        <p:spPr>
          <a:xfrm>
            <a:off x="708494" y="6334780"/>
            <a:ext cx="285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4F38D2D0-8DA2-5DBF-9217-2EFF01A26637}"/>
              </a:ext>
            </a:extLst>
          </p:cNvPr>
          <p:cNvSpPr/>
          <p:nvPr/>
        </p:nvSpPr>
        <p:spPr>
          <a:xfrm rot="5400000">
            <a:off x="3503054" y="2920486"/>
            <a:ext cx="133316" cy="4189056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86F5510D-57B9-8067-0147-0B9A875701C9}"/>
              </a:ext>
            </a:extLst>
          </p:cNvPr>
          <p:cNvSpPr/>
          <p:nvPr/>
        </p:nvSpPr>
        <p:spPr>
          <a:xfrm rot="5400000">
            <a:off x="9076310" y="2621963"/>
            <a:ext cx="162771" cy="4815558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F207A1-A458-A26C-F5D4-99788424CAAC}"/>
              </a:ext>
            </a:extLst>
          </p:cNvPr>
          <p:cNvSpPr txBox="1"/>
          <p:nvPr/>
        </p:nvSpPr>
        <p:spPr>
          <a:xfrm>
            <a:off x="3321000" y="5146646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d=2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6ADF01-BD58-2CBB-DBCF-13EEA81E1662}"/>
              </a:ext>
            </a:extLst>
          </p:cNvPr>
          <p:cNvSpPr txBox="1"/>
          <p:nvPr/>
        </p:nvSpPr>
        <p:spPr>
          <a:xfrm>
            <a:off x="8875133" y="5118126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d=3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FC5B2CE-71F6-2E73-6AED-43CB15F2E05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7136" y="5422436"/>
            <a:ext cx="1667108" cy="57158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6872DD3-46B8-24B5-CC71-0CF970D20A6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6902" y="5515978"/>
            <a:ext cx="2543530" cy="619211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225231-5D82-EC73-44AF-008C99F526FC}"/>
              </a:ext>
            </a:extLst>
          </p:cNvPr>
          <p:cNvCxnSpPr>
            <a:cxnSpLocks/>
          </p:cNvCxnSpPr>
          <p:nvPr/>
        </p:nvCxnSpPr>
        <p:spPr>
          <a:xfrm>
            <a:off x="3504244" y="5738322"/>
            <a:ext cx="56822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FDE0E5-7AA2-C48E-E6B9-BB279BA89C6B}"/>
              </a:ext>
            </a:extLst>
          </p:cNvPr>
          <p:cNvCxnSpPr>
            <a:cxnSpLocks/>
          </p:cNvCxnSpPr>
          <p:nvPr/>
        </p:nvCxnSpPr>
        <p:spPr>
          <a:xfrm>
            <a:off x="9157695" y="5825583"/>
            <a:ext cx="56822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7FD70E4-5F1D-EC63-DC20-F54482484285}"/>
              </a:ext>
            </a:extLst>
          </p:cNvPr>
          <p:cNvSpPr txBox="1"/>
          <p:nvPr/>
        </p:nvSpPr>
        <p:spPr>
          <a:xfrm>
            <a:off x="4015595" y="5587693"/>
            <a:ext cx="1591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equation of a line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CD8094-7DF3-3289-03F0-AF31A396C56D}"/>
              </a:ext>
            </a:extLst>
          </p:cNvPr>
          <p:cNvSpPr txBox="1"/>
          <p:nvPr/>
        </p:nvSpPr>
        <p:spPr>
          <a:xfrm>
            <a:off x="9725918" y="5686239"/>
            <a:ext cx="1975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equation of a plane</a:t>
            </a:r>
          </a:p>
        </p:txBody>
      </p:sp>
    </p:spTree>
    <p:extLst>
      <p:ext uri="{BB962C8B-B14F-4D97-AF65-F5344CB8AC3E}">
        <p14:creationId xmlns:p14="http://schemas.microsoft.com/office/powerpoint/2010/main" val="323373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43D9D2-0089-7411-1B3A-9B87B29A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4" y="146424"/>
            <a:ext cx="4753638" cy="1428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593FC0-CDED-FF5E-6542-65F7775B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24" y="1575373"/>
            <a:ext cx="5163271" cy="7335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7FCD67-EDB9-12EF-4F0C-E6C6258190D5}"/>
              </a:ext>
            </a:extLst>
          </p:cNvPr>
          <p:cNvSpPr txBox="1"/>
          <p:nvPr/>
        </p:nvSpPr>
        <p:spPr>
          <a:xfrm>
            <a:off x="379379" y="2938072"/>
            <a:ext cx="370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Basically here we created: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81DFE-13D5-D99C-C539-6044F26B5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434" y="2876473"/>
            <a:ext cx="819264" cy="552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0A2351-DD82-5A92-93BD-F18E57855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911" y="2917630"/>
            <a:ext cx="613591" cy="4821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E4EAD8-EBEB-56CE-ABB3-41A08D6B3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384" y="2938072"/>
            <a:ext cx="1928008" cy="4909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1EF49A-8566-8EFF-4C97-11689A61F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3804" y="2981443"/>
            <a:ext cx="390580" cy="3905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0991A8-7217-42CF-78E9-99F72EE190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9379" y="2971917"/>
            <a:ext cx="647790" cy="409632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A46A9CB-D2AA-98E8-5B37-8F73D0F589E8}"/>
              </a:ext>
            </a:extLst>
          </p:cNvPr>
          <p:cNvGrpSpPr/>
          <p:nvPr/>
        </p:nvGrpSpPr>
        <p:grpSpPr>
          <a:xfrm>
            <a:off x="5045787" y="3468320"/>
            <a:ext cx="415080" cy="528480"/>
            <a:chOff x="5045787" y="3468320"/>
            <a:chExt cx="415080" cy="52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CB11BD-BA4A-7556-93E6-74ADFC2124ED}"/>
                    </a:ext>
                  </a:extLst>
                </p14:cNvPr>
                <p14:cNvContentPartPr/>
                <p14:nvPr/>
              </p14:nvContentPartPr>
              <p14:xfrm>
                <a:off x="5078907" y="3468320"/>
                <a:ext cx="381960" cy="479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CB11BD-BA4A-7556-93E6-74ADFC2124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61267" y="3450680"/>
                  <a:ext cx="41760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5F1818-9A76-3CDF-C081-08BA97B234EF}"/>
                    </a:ext>
                  </a:extLst>
                </p14:cNvPr>
                <p14:cNvContentPartPr/>
                <p14:nvPr/>
              </p14:nvContentPartPr>
              <p14:xfrm>
                <a:off x="5045787" y="3840560"/>
                <a:ext cx="208440" cy="15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5F1818-9A76-3CDF-C081-08BA97B234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28147" y="3822560"/>
                  <a:ext cx="2440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9060C10-E444-1882-1F94-7100C3B4A89D}"/>
              </a:ext>
            </a:extLst>
          </p:cNvPr>
          <p:cNvGrpSpPr/>
          <p:nvPr/>
        </p:nvGrpSpPr>
        <p:grpSpPr>
          <a:xfrm>
            <a:off x="6121107" y="3386600"/>
            <a:ext cx="220680" cy="658440"/>
            <a:chOff x="6121107" y="3386600"/>
            <a:chExt cx="22068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D52747C-9CC1-39FF-6EA3-BC914FD70F86}"/>
                    </a:ext>
                  </a:extLst>
                </p14:cNvPr>
                <p14:cNvContentPartPr/>
                <p14:nvPr/>
              </p14:nvContentPartPr>
              <p14:xfrm>
                <a:off x="6185187" y="3386600"/>
                <a:ext cx="156600" cy="62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D52747C-9CC1-39FF-6EA3-BC914FD70F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7547" y="3368600"/>
                  <a:ext cx="1922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32AFD3-1E9C-24F1-9491-29994227DDDC}"/>
                    </a:ext>
                  </a:extLst>
                </p14:cNvPr>
                <p14:cNvContentPartPr/>
                <p14:nvPr/>
              </p14:nvContentPartPr>
              <p14:xfrm>
                <a:off x="6121107" y="3869360"/>
                <a:ext cx="214200" cy="175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32AFD3-1E9C-24F1-9491-29994227DDD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03467" y="3851360"/>
                  <a:ext cx="24984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F22467-6DAB-3484-10C7-DB3754EAE2A8}"/>
              </a:ext>
            </a:extLst>
          </p:cNvPr>
          <p:cNvGrpSpPr/>
          <p:nvPr/>
        </p:nvGrpSpPr>
        <p:grpSpPr>
          <a:xfrm>
            <a:off x="7297947" y="3386600"/>
            <a:ext cx="234720" cy="718200"/>
            <a:chOff x="7297947" y="3386600"/>
            <a:chExt cx="23472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C4969C-B361-B542-7C2E-8604C3B2D646}"/>
                    </a:ext>
                  </a:extLst>
                </p14:cNvPr>
                <p14:cNvContentPartPr/>
                <p14:nvPr/>
              </p14:nvContentPartPr>
              <p14:xfrm>
                <a:off x="7382907" y="3386600"/>
                <a:ext cx="35280" cy="69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C4969C-B361-B542-7C2E-8604C3B2D6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64907" y="3368600"/>
                  <a:ext cx="7092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0414680-C6A9-17F3-20FD-BCE20805865D}"/>
                    </a:ext>
                  </a:extLst>
                </p14:cNvPr>
                <p14:cNvContentPartPr/>
                <p14:nvPr/>
              </p14:nvContentPartPr>
              <p14:xfrm>
                <a:off x="7297947" y="3992120"/>
                <a:ext cx="234720" cy="112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0414680-C6A9-17F3-20FD-BCE20805865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80307" y="3974120"/>
                  <a:ext cx="2703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045C47-68E1-03EE-92F3-C2F1801E5E61}"/>
              </a:ext>
            </a:extLst>
          </p:cNvPr>
          <p:cNvGrpSpPr/>
          <p:nvPr/>
        </p:nvGrpSpPr>
        <p:grpSpPr>
          <a:xfrm>
            <a:off x="8652627" y="3437360"/>
            <a:ext cx="304200" cy="593280"/>
            <a:chOff x="8652627" y="3437360"/>
            <a:chExt cx="30420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F93E80-8F02-6D4F-0728-EE89F8A1F47A}"/>
                    </a:ext>
                  </a:extLst>
                </p14:cNvPr>
                <p14:cNvContentPartPr/>
                <p14:nvPr/>
              </p14:nvContentPartPr>
              <p14:xfrm>
                <a:off x="8652627" y="3437360"/>
                <a:ext cx="240840" cy="562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F93E80-8F02-6D4F-0728-EE89F8A1F4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34987" y="3419360"/>
                  <a:ext cx="2764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88D60F-EDC3-C679-5FF3-AFF5FA4634C2}"/>
                    </a:ext>
                  </a:extLst>
                </p14:cNvPr>
                <p14:cNvContentPartPr/>
                <p14:nvPr/>
              </p14:nvContentPartPr>
              <p14:xfrm>
                <a:off x="8754507" y="3910400"/>
                <a:ext cx="202320" cy="12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88D60F-EDC3-C679-5FF3-AFF5FA4634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36507" y="3892400"/>
                  <a:ext cx="237960" cy="155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8DF12D0-F4B4-05F9-6AF2-3B9C7B4185AE}"/>
              </a:ext>
            </a:extLst>
          </p:cNvPr>
          <p:cNvSpPr txBox="1"/>
          <p:nvPr/>
        </p:nvSpPr>
        <p:spPr>
          <a:xfrm>
            <a:off x="4321903" y="4016007"/>
            <a:ext cx="1539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</a:t>
            </a:r>
            <a:r>
              <a:rPr lang="en-US" sz="2400" baseline="-25000" dirty="0"/>
              <a:t>0 </a:t>
            </a:r>
            <a:r>
              <a:rPr lang="en-US" sz="2400" dirty="0"/>
              <a:t>(or 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C0766E-E0BE-248F-2182-9FA1017EEF26}"/>
              </a:ext>
            </a:extLst>
          </p:cNvPr>
          <p:cNvSpPr txBox="1"/>
          <p:nvPr/>
        </p:nvSpPr>
        <p:spPr>
          <a:xfrm>
            <a:off x="5988228" y="3992120"/>
            <a:ext cx="153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</a:t>
            </a:r>
            <a:r>
              <a:rPr lang="en-US" sz="2800" baseline="-25000" dirty="0"/>
              <a:t>1</a:t>
            </a:r>
            <a:endParaRPr lang="en-US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499D23-00F4-0A74-71B9-89EDB84C5593}"/>
              </a:ext>
            </a:extLst>
          </p:cNvPr>
          <p:cNvSpPr txBox="1"/>
          <p:nvPr/>
        </p:nvSpPr>
        <p:spPr>
          <a:xfrm>
            <a:off x="7204931" y="4019227"/>
            <a:ext cx="153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9F1289-1AC2-C187-61B3-8F521EC6B9C0}"/>
              </a:ext>
            </a:extLst>
          </p:cNvPr>
          <p:cNvSpPr txBox="1"/>
          <p:nvPr/>
        </p:nvSpPr>
        <p:spPr>
          <a:xfrm>
            <a:off x="8568938" y="4012640"/>
            <a:ext cx="153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noise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3BCA5FA-B0B2-453E-8D0B-A18A2C8D5167}"/>
                  </a:ext>
                </a:extLst>
              </p14:cNvPr>
              <p14:cNvContentPartPr/>
              <p14:nvPr/>
            </p14:nvContentPartPr>
            <p14:xfrm>
              <a:off x="2093067" y="3489560"/>
              <a:ext cx="2207880" cy="620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3BCA5FA-B0B2-453E-8D0B-A18A2C8D516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75427" y="3471560"/>
                <a:ext cx="224352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CD20E75-F13B-2121-8F58-0A8015908640}"/>
                  </a:ext>
                </a:extLst>
              </p14:cNvPr>
              <p14:cNvContentPartPr/>
              <p14:nvPr/>
            </p14:nvContentPartPr>
            <p14:xfrm>
              <a:off x="6660027" y="2255480"/>
              <a:ext cx="1011960" cy="758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CD20E75-F13B-2121-8F58-0A801590864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42027" y="2237840"/>
                <a:ext cx="1047600" cy="79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628EECD4-A424-F38E-1EE6-461A8B0DAD91}"/>
              </a:ext>
            </a:extLst>
          </p:cNvPr>
          <p:cNvGrpSpPr/>
          <p:nvPr/>
        </p:nvGrpSpPr>
        <p:grpSpPr>
          <a:xfrm>
            <a:off x="7602867" y="2149280"/>
            <a:ext cx="490320" cy="924480"/>
            <a:chOff x="7602867" y="2149280"/>
            <a:chExt cx="490320" cy="92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B325A23-3CC5-1F5A-C41D-A644CB7BBDE0}"/>
                    </a:ext>
                  </a:extLst>
                </p14:cNvPr>
                <p14:cNvContentPartPr/>
                <p14:nvPr/>
              </p14:nvContentPartPr>
              <p14:xfrm>
                <a:off x="7602867" y="2149280"/>
                <a:ext cx="164160" cy="254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B325A23-3CC5-1F5A-C41D-A644CB7BBD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84867" y="2131280"/>
                  <a:ext cx="1998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6A77D3D-F9FF-FB82-CA41-C04595DE5742}"/>
                    </a:ext>
                  </a:extLst>
                </p14:cNvPr>
                <p14:cNvContentPartPr/>
                <p14:nvPr/>
              </p14:nvContentPartPr>
              <p14:xfrm>
                <a:off x="7915707" y="2303000"/>
                <a:ext cx="52920" cy="770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6A77D3D-F9FF-FB82-CA41-C04595DE574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97707" y="2285000"/>
                  <a:ext cx="8856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0413F6-BC94-E84D-C996-B84C7A41011E}"/>
                    </a:ext>
                  </a:extLst>
                </p14:cNvPr>
                <p14:cNvContentPartPr/>
                <p14:nvPr/>
              </p14:nvContentPartPr>
              <p14:xfrm>
                <a:off x="7856667" y="2189960"/>
                <a:ext cx="236520" cy="18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0413F6-BC94-E84D-C996-B84C7A41011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39027" y="2172320"/>
                  <a:ext cx="272160" cy="21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527E3CC-80AE-4D9E-6AC5-550CC922E364}"/>
                  </a:ext>
                </a:extLst>
              </p14:cNvPr>
              <p14:cNvContentPartPr/>
              <p14:nvPr/>
            </p14:nvContentPartPr>
            <p14:xfrm>
              <a:off x="2075787" y="3953600"/>
              <a:ext cx="371160" cy="266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527E3CC-80AE-4D9E-6AC5-550CC922E36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057787" y="3935960"/>
                <a:ext cx="406800" cy="30168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7BE8ED9-1617-7FCC-9699-B638D7AC116E}"/>
              </a:ext>
            </a:extLst>
          </p:cNvPr>
          <p:cNvSpPr txBox="1"/>
          <p:nvPr/>
        </p:nvSpPr>
        <p:spPr>
          <a:xfrm>
            <a:off x="7339931" y="1617143"/>
            <a:ext cx="153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features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96F192-9431-B4D0-F1FC-58D1A68A6AFE}"/>
              </a:ext>
            </a:extLst>
          </p:cNvPr>
          <p:cNvSpPr txBox="1"/>
          <p:nvPr/>
        </p:nvSpPr>
        <p:spPr>
          <a:xfrm>
            <a:off x="1358167" y="4200023"/>
            <a:ext cx="153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labels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AAEA9C-E068-403E-4955-6EE2CEF31EE9}"/>
              </a:ext>
            </a:extLst>
          </p:cNvPr>
          <p:cNvSpPr txBox="1"/>
          <p:nvPr/>
        </p:nvSpPr>
        <p:spPr>
          <a:xfrm>
            <a:off x="217224" y="5813876"/>
            <a:ext cx="11757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Now we want to apply Linear Regression to find these values: w</a:t>
            </a:r>
            <a:r>
              <a:rPr lang="en-US" sz="2400" b="1" baseline="-25000" dirty="0">
                <a:highlight>
                  <a:srgbClr val="FFFF00"/>
                </a:highlight>
              </a:rPr>
              <a:t>0</a:t>
            </a:r>
            <a:r>
              <a:rPr lang="en-US" sz="2400" b="1" dirty="0">
                <a:highlight>
                  <a:srgbClr val="FFFF00"/>
                </a:highlight>
              </a:rPr>
              <a:t> (or b – bias), w</a:t>
            </a:r>
            <a:r>
              <a:rPr lang="en-US" sz="2400" b="1" baseline="-25000" dirty="0">
                <a:highlight>
                  <a:srgbClr val="FFFF00"/>
                </a:highlight>
              </a:rPr>
              <a:t>1</a:t>
            </a:r>
            <a:r>
              <a:rPr lang="en-US" sz="2400" b="1" dirty="0">
                <a:highlight>
                  <a:srgbClr val="FFFF00"/>
                </a:highlight>
              </a:rPr>
              <a:t>, w</a:t>
            </a:r>
            <a:r>
              <a:rPr lang="en-US" sz="2400" b="1" baseline="-25000" dirty="0">
                <a:highlight>
                  <a:srgbClr val="FFFF00"/>
                </a:highlight>
              </a:rPr>
              <a:t>2</a:t>
            </a:r>
            <a:r>
              <a:rPr lang="en-US" sz="2400" b="1" dirty="0">
                <a:highlight>
                  <a:srgbClr val="FFFF00"/>
                </a:highlight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41286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F76D7392-8537-6E00-177D-B2566FC3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9" y="1729855"/>
            <a:ext cx="3125570" cy="146787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6651805-DBF4-8A4C-3781-8316DE1ED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295102"/>
            <a:ext cx="5287113" cy="42677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132DD8D-6C0A-4896-E498-FA069DB81344}"/>
                  </a:ext>
                </a:extLst>
              </p14:cNvPr>
              <p14:cNvContentPartPr/>
              <p14:nvPr/>
            </p14:nvContentPartPr>
            <p14:xfrm>
              <a:off x="4926719" y="1648846"/>
              <a:ext cx="2338560" cy="1805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132DD8D-6C0A-4896-E498-FA069DB813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719" y="1630846"/>
                <a:ext cx="2374200" cy="1840680"/>
              </a:xfrm>
              <a:prstGeom prst="rect">
                <a:avLst/>
              </a:prstGeom>
            </p:spPr>
          </p:pic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6535BF9-DEEE-1F96-FE3A-B392DDEEB4F3}"/>
              </a:ext>
            </a:extLst>
          </p:cNvPr>
          <p:cNvCxnSpPr>
            <a:cxnSpLocks/>
          </p:cNvCxnSpPr>
          <p:nvPr/>
        </p:nvCxnSpPr>
        <p:spPr>
          <a:xfrm flipV="1">
            <a:off x="7309002" y="2376225"/>
            <a:ext cx="1615435" cy="17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EBBAC24-5D5F-4C48-D108-66A570DC25D3}"/>
              </a:ext>
            </a:extLst>
          </p:cNvPr>
          <p:cNvSpPr txBox="1"/>
          <p:nvPr/>
        </p:nvSpPr>
        <p:spPr>
          <a:xfrm>
            <a:off x="8924437" y="2145392"/>
            <a:ext cx="221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 model</a:t>
            </a:r>
          </a:p>
        </p:txBody>
      </p:sp>
    </p:spTree>
    <p:extLst>
      <p:ext uri="{BB962C8B-B14F-4D97-AF65-F5344CB8AC3E}">
        <p14:creationId xmlns:p14="http://schemas.microsoft.com/office/powerpoint/2010/main" val="391425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construct the dataset, shuffle the dataset and access it in mini-batches: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the linear regression model: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initialize the parameters: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the loss function to be used: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E5E26-A544-6CA8-5AC5-C59FE0F5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470" y="1127539"/>
            <a:ext cx="7173326" cy="1810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4C4474-DC22-183D-307A-D432CB6C7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273" y="3655346"/>
            <a:ext cx="4371371" cy="516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C580C4-884F-F43D-692F-212A4DD4B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516" y="4735988"/>
            <a:ext cx="4093128" cy="6899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EAFF58-6557-9E32-EA82-C3D6F0CEB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523" y="6235242"/>
            <a:ext cx="2970869" cy="48472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D27AAF8-EE71-72AB-4C2D-345CA66C50C6}"/>
              </a:ext>
            </a:extLst>
          </p:cNvPr>
          <p:cNvGrpSpPr/>
          <p:nvPr/>
        </p:nvGrpSpPr>
        <p:grpSpPr>
          <a:xfrm>
            <a:off x="8076987" y="3564240"/>
            <a:ext cx="1397520" cy="313560"/>
            <a:chOff x="8076987" y="3564240"/>
            <a:chExt cx="13975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6CDD94-FF15-84D3-32A9-A9A0793953DA}"/>
                    </a:ext>
                  </a:extLst>
                </p14:cNvPr>
                <p14:cNvContentPartPr/>
                <p14:nvPr/>
              </p14:nvContentPartPr>
              <p14:xfrm>
                <a:off x="8076987" y="3657840"/>
                <a:ext cx="1227600" cy="219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6CDD94-FF15-84D3-32A9-A9A0793953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59347" y="3639840"/>
                  <a:ext cx="1263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54C689-2EB6-5B76-0031-33155650E4C3}"/>
                    </a:ext>
                  </a:extLst>
                </p14:cNvPr>
                <p14:cNvContentPartPr/>
                <p14:nvPr/>
              </p14:nvContentPartPr>
              <p14:xfrm>
                <a:off x="9144027" y="3564240"/>
                <a:ext cx="330480" cy="195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54C689-2EB6-5B76-0031-33155650E4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26027" y="3546600"/>
                  <a:ext cx="366120" cy="231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5CCF64B-F27A-08C1-AC67-1899084554CD}"/>
              </a:ext>
            </a:extLst>
          </p:cNvPr>
          <p:cNvSpPr txBox="1"/>
          <p:nvPr/>
        </p:nvSpPr>
        <p:spPr>
          <a:xfrm>
            <a:off x="9474507" y="3206573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discuss later about 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DB612-794C-554A-31BF-13AD8CEB505B}"/>
              </a:ext>
            </a:extLst>
          </p:cNvPr>
          <p:cNvSpPr txBox="1"/>
          <p:nvPr/>
        </p:nvSpPr>
        <p:spPr>
          <a:xfrm>
            <a:off x="9288084" y="3877800"/>
            <a:ext cx="29039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because we have 2 inputs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because we have 1 output (y)</a:t>
            </a:r>
          </a:p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368B04-1DC1-165A-59B0-30FC58470511}"/>
              </a:ext>
            </a:extLst>
          </p:cNvPr>
          <p:cNvGrpSpPr/>
          <p:nvPr/>
        </p:nvGrpSpPr>
        <p:grpSpPr>
          <a:xfrm>
            <a:off x="7382907" y="4140240"/>
            <a:ext cx="1919520" cy="293760"/>
            <a:chOff x="7382907" y="4140240"/>
            <a:chExt cx="19195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BA35FB9-A9FF-B9C8-41C9-DA188D0F7EC1}"/>
                    </a:ext>
                  </a:extLst>
                </p14:cNvPr>
                <p14:cNvContentPartPr/>
                <p14:nvPr/>
              </p14:nvContentPartPr>
              <p14:xfrm>
                <a:off x="7382907" y="4140240"/>
                <a:ext cx="1858320" cy="208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BA35FB9-A9FF-B9C8-41C9-DA188D0F7E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64907" y="4122240"/>
                  <a:ext cx="1893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9644FC-BE97-7B76-453E-1FAC77562CD7}"/>
                    </a:ext>
                  </a:extLst>
                </p14:cNvPr>
                <p14:cNvContentPartPr/>
                <p14:nvPr/>
              </p14:nvContentPartPr>
              <p14:xfrm>
                <a:off x="9077067" y="4250400"/>
                <a:ext cx="225360" cy="183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9644FC-BE97-7B76-453E-1FAC77562C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59427" y="4232400"/>
                  <a:ext cx="261000" cy="21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604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794067" cy="6031442"/>
          </a:xfrm>
        </p:spPr>
        <p:txBody>
          <a:bodyPr>
            <a:normAutofit/>
          </a:bodyPr>
          <a:lstStyle/>
          <a:p>
            <a:r>
              <a:rPr lang="en-US" sz="2400" dirty="0"/>
              <a:t>specify the optimizer to be used: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generate predictions (</a:t>
            </a:r>
            <a:r>
              <a:rPr lang="en-US" sz="2400" i="1" dirty="0"/>
              <a:t>net(X)</a:t>
            </a:r>
            <a:r>
              <a:rPr lang="en-US" sz="2400" dirty="0"/>
              <a:t>) and compute the loss (</a:t>
            </a:r>
            <a:r>
              <a:rPr lang="en-US" sz="2400" b="1" dirty="0">
                <a:highlight>
                  <a:srgbClr val="FFFF00"/>
                </a:highlight>
              </a:rPr>
              <a:t>forward propagation</a:t>
            </a:r>
            <a:r>
              <a:rPr lang="en-US" sz="2400" dirty="0"/>
              <a:t>)</a:t>
            </a:r>
          </a:p>
          <a:p>
            <a:r>
              <a:rPr lang="en-US" sz="2400" dirty="0"/>
              <a:t>calculate gradients by running the </a:t>
            </a:r>
            <a:r>
              <a:rPr lang="en-US" sz="2400" b="1" dirty="0">
                <a:highlight>
                  <a:srgbClr val="FFFF00"/>
                </a:highlight>
              </a:rPr>
              <a:t>backpropagation</a:t>
            </a:r>
            <a:r>
              <a:rPr lang="en-US" sz="2400" dirty="0"/>
              <a:t> using </a:t>
            </a:r>
            <a:r>
              <a:rPr lang="en-US" sz="2400" i="1" dirty="0"/>
              <a:t>backward() </a:t>
            </a:r>
            <a:r>
              <a:rPr lang="en-US" sz="2400" dirty="0"/>
              <a:t>on the loss </a:t>
            </a:r>
          </a:p>
          <a:p>
            <a:r>
              <a:rPr lang="en-US" sz="2400" dirty="0"/>
              <a:t>update the model parameters using </a:t>
            </a:r>
            <a:r>
              <a:rPr lang="en-US" sz="2400" i="1" dirty="0" err="1"/>
              <a:t>optimizer.step</a:t>
            </a:r>
            <a:r>
              <a:rPr lang="en-US" sz="2400" i="1" dirty="0"/>
              <a:t>():</a:t>
            </a:r>
          </a:p>
          <a:p>
            <a:r>
              <a:rPr lang="en-US" sz="2400" dirty="0"/>
              <a:t>compute the loss after each epoch and print it to the monitor:</a:t>
            </a:r>
            <a:r>
              <a:rPr lang="en-US" sz="2400" i="1" dirty="0"/>
              <a:t> 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F18B6-E759-0A7A-CA36-F8E8A702C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721" y="1081246"/>
            <a:ext cx="6182078" cy="408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E923A2-DD44-9462-FB59-3CCDDD7A1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302" y="2923262"/>
            <a:ext cx="2427644" cy="385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DE4EB-75EA-C098-853F-9FD38CE4F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058" y="3791809"/>
            <a:ext cx="4316875" cy="3066191"/>
          </a:xfrm>
          <a:prstGeom prst="rect">
            <a:avLst/>
          </a:prstGeom>
        </p:spPr>
      </p:pic>
      <p:sp>
        <p:nvSpPr>
          <p:cNvPr id="35" name="Left Brace 34">
            <a:extLst>
              <a:ext uri="{FF2B5EF4-FFF2-40B4-BE49-F238E27FC236}">
                <a16:creationId xmlns:a16="http://schemas.microsoft.com/office/drawing/2014/main" id="{CC92A6DF-A231-4EE5-F3C4-95258E84E2DE}"/>
              </a:ext>
            </a:extLst>
          </p:cNvPr>
          <p:cNvSpPr/>
          <p:nvPr/>
        </p:nvSpPr>
        <p:spPr>
          <a:xfrm>
            <a:off x="36576" y="2064724"/>
            <a:ext cx="251290" cy="1684316"/>
          </a:xfrm>
          <a:prstGeom prst="lef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AF4FBD-2579-348D-336A-4A60C9A5B645}"/>
              </a:ext>
            </a:extLst>
          </p:cNvPr>
          <p:cNvSpPr txBox="1"/>
          <p:nvPr/>
        </p:nvSpPr>
        <p:spPr>
          <a:xfrm>
            <a:off x="8543857" y="4164955"/>
            <a:ext cx="3648143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this operation is essential to avoid accumulating gradients from previous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in </a:t>
            </a:r>
            <a:r>
              <a:rPr lang="en-US" sz="1300" dirty="0" err="1"/>
              <a:t>PyTorch</a:t>
            </a:r>
            <a:r>
              <a:rPr lang="en-US" sz="1300" dirty="0"/>
              <a:t>, the gradients are accumulated (summed up) by default in the </a:t>
            </a:r>
            <a:r>
              <a:rPr lang="en-US" sz="1300" i="1" dirty="0"/>
              <a:t>.grad </a:t>
            </a:r>
            <a:r>
              <a:rPr lang="en-US" sz="1300" dirty="0"/>
              <a:t>attribute of tensors whenever  </a:t>
            </a:r>
            <a:r>
              <a:rPr lang="en-US" sz="1300" i="1" dirty="0"/>
              <a:t>backward() </a:t>
            </a:r>
            <a:r>
              <a:rPr lang="en-US" sz="1300" dirty="0"/>
              <a:t>is called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this is helpful for cases where you want to accumulate gradients across multiple operations, but it can lead to incorrect or unintended results if you're not explicitly aiming for that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BAC819-A0B2-506B-6FE3-741AD468F801}"/>
              </a:ext>
            </a:extLst>
          </p:cNvPr>
          <p:cNvSpPr txBox="1"/>
          <p:nvPr/>
        </p:nvSpPr>
        <p:spPr>
          <a:xfrm>
            <a:off x="7461672" y="4016725"/>
            <a:ext cx="1471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</a:t>
            </a:r>
            <a:endParaRPr lang="en-US" sz="24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B8D86DE-ACA2-53DB-C2C1-BE6C82535821}"/>
              </a:ext>
            </a:extLst>
          </p:cNvPr>
          <p:cNvGrpSpPr/>
          <p:nvPr/>
        </p:nvGrpSpPr>
        <p:grpSpPr>
          <a:xfrm>
            <a:off x="5951907" y="4536067"/>
            <a:ext cx="1989720" cy="374400"/>
            <a:chOff x="5951907" y="4536067"/>
            <a:chExt cx="198972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1E1B88-6D08-F063-7285-633382FA73AE}"/>
                    </a:ext>
                  </a:extLst>
                </p14:cNvPr>
                <p14:cNvContentPartPr/>
                <p14:nvPr/>
              </p14:nvContentPartPr>
              <p14:xfrm>
                <a:off x="5951907" y="4609507"/>
                <a:ext cx="1876680" cy="300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1E1B88-6D08-F063-7285-633382FA73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34267" y="4591867"/>
                  <a:ext cx="19123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327D8C-BB8F-88A3-72EA-83945B689F05}"/>
                    </a:ext>
                  </a:extLst>
                </p14:cNvPr>
                <p14:cNvContentPartPr/>
                <p14:nvPr/>
              </p14:nvContentPartPr>
              <p14:xfrm>
                <a:off x="7721667" y="4536067"/>
                <a:ext cx="219960" cy="17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327D8C-BB8F-88A3-72EA-83945B689F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03667" y="4518427"/>
                  <a:ext cx="255600" cy="214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0DAC8C-56F4-913F-94BA-01349AA7F240}"/>
              </a:ext>
            </a:extLst>
          </p:cNvPr>
          <p:cNvSpPr txBox="1"/>
          <p:nvPr/>
        </p:nvSpPr>
        <p:spPr>
          <a:xfrm>
            <a:off x="6910767" y="-61849"/>
            <a:ext cx="1471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</a:t>
            </a:r>
            <a:endParaRPr lang="en-US" sz="24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C49B026-065C-B021-FF7B-8243B5E125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7928" y="2897062"/>
            <a:ext cx="504714" cy="522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339C933-E7D7-D54D-1C4D-5A7FB04E5B75}"/>
                  </a:ext>
                </a:extLst>
              </p14:cNvPr>
              <p14:cNvContentPartPr/>
              <p14:nvPr/>
            </p14:nvContentPartPr>
            <p14:xfrm>
              <a:off x="10024227" y="3163280"/>
              <a:ext cx="279360" cy="3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339C933-E7D7-D54D-1C4D-5A7FB04E5B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06587" y="3145280"/>
                <a:ext cx="31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E4767E4-A29F-E25B-F4F9-391B21AB3673}"/>
                  </a:ext>
                </a:extLst>
              </p14:cNvPr>
              <p14:cNvContentPartPr/>
              <p14:nvPr/>
            </p14:nvContentPartPr>
            <p14:xfrm>
              <a:off x="10245267" y="3103160"/>
              <a:ext cx="88560" cy="131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E4767E4-A29F-E25B-F4F9-391B21AB367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27627" y="3085520"/>
                <a:ext cx="124200" cy="1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545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26" y="77757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Result: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E0A0F3-E612-90F9-A9EF-04F13A3B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495" y="925013"/>
            <a:ext cx="5132861" cy="140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D92C14-A50E-8EC8-82D4-2A2CDB998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253" y="3068637"/>
            <a:ext cx="6125430" cy="18481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D80CB39-A3A5-806B-D2F4-749F73FB4BE0}"/>
              </a:ext>
            </a:extLst>
          </p:cNvPr>
          <p:cNvSpPr txBox="1">
            <a:spLocks/>
          </p:cNvSpPr>
          <p:nvPr/>
        </p:nvSpPr>
        <p:spPr>
          <a:xfrm>
            <a:off x="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Our true w and b: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5C7FDEA-15AE-527D-2A3F-5C29592DC038}"/>
                  </a:ext>
                </a:extLst>
              </p14:cNvPr>
              <p14:cNvContentPartPr/>
              <p14:nvPr/>
            </p14:nvContentPartPr>
            <p14:xfrm>
              <a:off x="6586587" y="4927400"/>
              <a:ext cx="1877040" cy="222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5C7FDEA-15AE-527D-2A3F-5C29592DC0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8947" y="4909400"/>
                <a:ext cx="19126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C023E1-08E0-0FCB-11E0-2A66F538FAEB}"/>
                  </a:ext>
                </a:extLst>
              </p14:cNvPr>
              <p14:cNvContentPartPr/>
              <p14:nvPr/>
            </p14:nvContentPartPr>
            <p14:xfrm>
              <a:off x="7424667" y="5258600"/>
              <a:ext cx="264240" cy="309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C023E1-08E0-0FCB-11E0-2A66F538FA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06667" y="5240960"/>
                <a:ext cx="2998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FD45F1-3F3F-224D-DD54-F5FC452866C3}"/>
                  </a:ext>
                </a:extLst>
              </p14:cNvPr>
              <p14:cNvContentPartPr/>
              <p14:nvPr/>
            </p14:nvContentPartPr>
            <p14:xfrm>
              <a:off x="4506867" y="3758120"/>
              <a:ext cx="13320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FD45F1-3F3F-224D-DD54-F5FC452866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0747" y="3752000"/>
                <a:ext cx="1454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BFDAEFD-47E7-C924-8472-F9B322789642}"/>
                  </a:ext>
                </a:extLst>
              </p14:cNvPr>
              <p14:cNvContentPartPr/>
              <p14:nvPr/>
            </p14:nvContentPartPr>
            <p14:xfrm>
              <a:off x="4453227" y="3767120"/>
              <a:ext cx="117720" cy="1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BFDAEFD-47E7-C924-8472-F9B3227896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90227" y="3704120"/>
                <a:ext cx="2433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B0C33A-56F1-56B3-9DF8-DD7838BAE8BF}"/>
                  </a:ext>
                </a:extLst>
              </p14:cNvPr>
              <p14:cNvContentPartPr/>
              <p14:nvPr/>
            </p14:nvContentPartPr>
            <p14:xfrm>
              <a:off x="7238907" y="3007160"/>
              <a:ext cx="199080" cy="20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B0C33A-56F1-56B3-9DF8-DD7838BAE8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75907" y="2944520"/>
                <a:ext cx="324720" cy="32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6A5DCA2-2460-BD76-4384-F1E3D4EC25EE}"/>
              </a:ext>
            </a:extLst>
          </p:cNvPr>
          <p:cNvGrpSpPr/>
          <p:nvPr/>
        </p:nvGrpSpPr>
        <p:grpSpPr>
          <a:xfrm>
            <a:off x="8621667" y="3026240"/>
            <a:ext cx="65520" cy="225000"/>
            <a:chOff x="8621667" y="3026240"/>
            <a:chExt cx="6552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8D3DEB9-B907-640E-4E45-77146677FF6A}"/>
                    </a:ext>
                  </a:extLst>
                </p14:cNvPr>
                <p14:cNvContentPartPr/>
                <p14:nvPr/>
              </p14:nvContentPartPr>
              <p14:xfrm>
                <a:off x="8621667" y="3139640"/>
                <a:ext cx="31680" cy="111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8D3DEB9-B907-640E-4E45-77146677FF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58667" y="3076640"/>
                  <a:ext cx="157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D27C34-1C43-9277-A60A-79C8736DB683}"/>
                    </a:ext>
                  </a:extLst>
                </p14:cNvPr>
                <p14:cNvContentPartPr/>
                <p14:nvPr/>
              </p14:nvContentPartPr>
              <p14:xfrm>
                <a:off x="8686827" y="3026240"/>
                <a:ext cx="360" cy="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D27C34-1C43-9277-A60A-79C8736DB6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23827" y="2963240"/>
                  <a:ext cx="126000" cy="130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DC5FE1B-DA88-62B7-5B9F-419C2940559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5213" y="4095905"/>
            <a:ext cx="2384346" cy="277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2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6DD8-975E-F7B2-386B-44978247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4830"/>
            <a:ext cx="10515600" cy="1325563"/>
          </a:xfrm>
        </p:spPr>
        <p:txBody>
          <a:bodyPr/>
          <a:lstStyle/>
          <a:p>
            <a:r>
              <a:rPr lang="en-US" dirty="0"/>
              <a:t>Kind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FD2B-54FA-2582-B87E-81B5FE8EC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618" y="317951"/>
            <a:ext cx="743951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highlight>
                  <a:srgbClr val="FFFF00"/>
                </a:highlight>
              </a:rPr>
              <a:t>batch</a:t>
            </a:r>
            <a:r>
              <a:rPr lang="en-US" dirty="0"/>
              <a:t> is a subset of the training dataset used to calculate the loss and update the model parameters during one forward and backward pass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>
                <a:highlight>
                  <a:srgbClr val="FFFF00"/>
                </a:highlight>
              </a:rPr>
              <a:t>iteration</a:t>
            </a:r>
            <a:r>
              <a:rPr lang="en-US" dirty="0"/>
              <a:t> is one step of training where a single batch is processed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>
                <a:highlight>
                  <a:srgbClr val="FFFF00"/>
                </a:highlight>
              </a:rPr>
              <a:t>epoch</a:t>
            </a:r>
            <a:r>
              <a:rPr lang="en-US" dirty="0"/>
              <a:t> is a complete pass through the entire training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25EC-19AA-744F-6447-B2978A54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227"/>
            <a:ext cx="4667901" cy="48965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27D0AE-0128-AEAC-D483-4894A38A25B9}"/>
                  </a:ext>
                </a:extLst>
              </p14:cNvPr>
              <p14:cNvContentPartPr/>
              <p14:nvPr/>
            </p14:nvContentPartPr>
            <p14:xfrm>
              <a:off x="1938627" y="609576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27D0AE-0128-AEAC-D483-4894A38A25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5987" y="603312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E8F3D18-E9FB-C997-F77F-3D28B0648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365" y="4599399"/>
            <a:ext cx="6070168" cy="20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10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2) </a:t>
            </a:r>
            <a:r>
              <a:rPr lang="en-US" sz="6000" dirty="0"/>
              <a:t>The </a:t>
            </a:r>
            <a:r>
              <a:rPr lang="en-US" sz="6000" dirty="0" err="1"/>
              <a:t>FashionMNIST</a:t>
            </a:r>
            <a:r>
              <a:rPr lang="en-US" sz="6000" dirty="0"/>
              <a:t> dataset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9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1FBA-3709-E9DB-FE1B-3B7D36CB1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66" y="572558"/>
            <a:ext cx="11794067" cy="628544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description:</a:t>
            </a:r>
            <a:r>
              <a:rPr lang="en-US" dirty="0"/>
              <a:t> a dataset of 70,000 grayscale images of clothing items, with 10 classes (e.g., T-shirt, trousers, etc.):</a:t>
            </a:r>
          </a:p>
          <a:p>
            <a:pPr lvl="3"/>
            <a:r>
              <a:rPr lang="en-US" sz="2400" dirty="0"/>
              <a:t>training set: 60,000 images</a:t>
            </a:r>
          </a:p>
          <a:p>
            <a:pPr lvl="3"/>
            <a:r>
              <a:rPr lang="en-US" sz="2400" dirty="0"/>
              <a:t>test set: 10,000 images</a:t>
            </a:r>
          </a:p>
          <a:p>
            <a:pPr lvl="3"/>
            <a:endParaRPr lang="en-US" sz="2400" dirty="0"/>
          </a:p>
          <a:p>
            <a:r>
              <a:rPr lang="en-US" sz="2400" b="1" dirty="0"/>
              <a:t>image size:</a:t>
            </a:r>
            <a:r>
              <a:rPr lang="en-US" sz="2400" dirty="0"/>
              <a:t> each image is 28×28 pixels</a:t>
            </a:r>
          </a:p>
          <a:p>
            <a:endParaRPr lang="en-US" sz="3400" dirty="0"/>
          </a:p>
          <a:p>
            <a:r>
              <a:rPr lang="en-US" sz="2400" b="1" dirty="0"/>
              <a:t>classes:</a:t>
            </a:r>
          </a:p>
          <a:p>
            <a:pPr marL="1371600" lvl="3" indent="0">
              <a:buNone/>
            </a:pPr>
            <a:r>
              <a:rPr lang="en-US" dirty="0"/>
              <a:t>1. T-shirt/top</a:t>
            </a:r>
          </a:p>
          <a:p>
            <a:pPr marL="1371600" lvl="3" indent="0">
              <a:buNone/>
            </a:pPr>
            <a:r>
              <a:rPr lang="en-US" dirty="0"/>
              <a:t>2. Trouser</a:t>
            </a:r>
          </a:p>
          <a:p>
            <a:pPr marL="1371600" lvl="3" indent="0">
              <a:buNone/>
            </a:pPr>
            <a:r>
              <a:rPr lang="en-US" dirty="0"/>
              <a:t>3. Pullover</a:t>
            </a:r>
          </a:p>
          <a:p>
            <a:pPr marL="1371600" lvl="3" indent="0">
              <a:buNone/>
            </a:pPr>
            <a:r>
              <a:rPr lang="en-US" dirty="0"/>
              <a:t>4. Dress</a:t>
            </a:r>
          </a:p>
          <a:p>
            <a:pPr marL="1371600" lvl="3" indent="0">
              <a:buNone/>
            </a:pPr>
            <a:r>
              <a:rPr lang="en-US" dirty="0"/>
              <a:t>5. Coat</a:t>
            </a:r>
          </a:p>
          <a:p>
            <a:pPr marL="1371600" lvl="3" indent="0">
              <a:buNone/>
            </a:pPr>
            <a:r>
              <a:rPr lang="en-US" dirty="0"/>
              <a:t>6. Sandal</a:t>
            </a:r>
          </a:p>
          <a:p>
            <a:pPr marL="1371600" lvl="3" indent="0">
              <a:buNone/>
            </a:pPr>
            <a:r>
              <a:rPr lang="en-US" dirty="0"/>
              <a:t>7. Shirt</a:t>
            </a:r>
          </a:p>
          <a:p>
            <a:pPr marL="1371600" lvl="3" indent="0">
              <a:buNone/>
            </a:pPr>
            <a:r>
              <a:rPr lang="en-US" dirty="0"/>
              <a:t>8. Sneaker</a:t>
            </a:r>
          </a:p>
          <a:p>
            <a:pPr marL="1371600" lvl="3" indent="0">
              <a:buNone/>
            </a:pPr>
            <a:r>
              <a:rPr lang="en-US" dirty="0"/>
              <a:t>9. Bag</a:t>
            </a:r>
          </a:p>
          <a:p>
            <a:pPr marL="1371600" lvl="3" indent="0">
              <a:buNone/>
            </a:pPr>
            <a:r>
              <a:rPr lang="en-US" dirty="0"/>
              <a:t>10. Ankle boot</a:t>
            </a:r>
          </a:p>
          <a:p>
            <a:endParaRPr lang="en-US" sz="3400" dirty="0"/>
          </a:p>
          <a:p>
            <a:pPr marL="1371600" lvl="3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1F188C-5C8B-019F-4534-A4148491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58" y="3973353"/>
            <a:ext cx="8408942" cy="175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25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299B25-1A5C-2330-3932-566CA6E5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21"/>
            <a:ext cx="12119494" cy="2995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4B1569-64BB-943B-F6F2-2C15DE53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655" y="3270965"/>
            <a:ext cx="5772956" cy="11336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AD4092-853D-BA63-C408-91AE84A5D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270965"/>
            <a:ext cx="5209503" cy="34670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24D9E5-ED4F-1F12-F33F-67421D5D87A7}"/>
              </a:ext>
            </a:extLst>
          </p:cNvPr>
          <p:cNvSpPr txBox="1"/>
          <p:nvPr/>
        </p:nvSpPr>
        <p:spPr>
          <a:xfrm>
            <a:off x="6196945" y="5156200"/>
            <a:ext cx="55456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 functions already done in lab, just use them as they are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7E904-D0AB-07EC-B9B3-598CA4B1D356}"/>
              </a:ext>
            </a:extLst>
          </p:cNvPr>
          <p:cNvSpPr txBox="1"/>
          <p:nvPr/>
        </p:nvSpPr>
        <p:spPr>
          <a:xfrm>
            <a:off x="7280676" y="120021"/>
            <a:ext cx="4838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converts the image data from PIL type to 32-bit floating point tensors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divides all numbers by 255, so that all pixel values are between 0 and 1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2BC418-0A24-AE1A-614A-73CCC0A2ACC5}"/>
              </a:ext>
            </a:extLst>
          </p:cNvPr>
          <p:cNvGrpSpPr/>
          <p:nvPr/>
        </p:nvGrpSpPr>
        <p:grpSpPr>
          <a:xfrm>
            <a:off x="2649987" y="202760"/>
            <a:ext cx="4731840" cy="1059480"/>
            <a:chOff x="2649987" y="202760"/>
            <a:chExt cx="4731840" cy="10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A732B0-264D-BD9E-C56C-5E28344248B9}"/>
                    </a:ext>
                  </a:extLst>
                </p14:cNvPr>
                <p14:cNvContentPartPr/>
                <p14:nvPr/>
              </p14:nvContentPartPr>
              <p14:xfrm>
                <a:off x="2649987" y="797840"/>
                <a:ext cx="4266360" cy="219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A732B0-264D-BD9E-C56C-5E28344248B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31987" y="780200"/>
                  <a:ext cx="4302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EEDB58-0A84-0EF5-D595-4ED4559A38EB}"/>
                    </a:ext>
                  </a:extLst>
                </p14:cNvPr>
                <p14:cNvContentPartPr/>
                <p14:nvPr/>
              </p14:nvContentPartPr>
              <p14:xfrm>
                <a:off x="6807267" y="735560"/>
                <a:ext cx="172080" cy="13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EEDB58-0A84-0EF5-D595-4ED4559A38E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89267" y="717920"/>
                  <a:ext cx="207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FEA0AD-A5C1-55FD-C812-921BE6565D96}"/>
                    </a:ext>
                  </a:extLst>
                </p14:cNvPr>
                <p14:cNvContentPartPr/>
                <p14:nvPr/>
              </p14:nvContentPartPr>
              <p14:xfrm>
                <a:off x="7128387" y="202760"/>
                <a:ext cx="253440" cy="1059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FEA0AD-A5C1-55FD-C812-921BE6565D9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10747" y="185120"/>
                  <a:ext cx="289080" cy="109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882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75AEC-C915-933F-57EC-BC46E16F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024"/>
            <a:ext cx="12192000" cy="4217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A6D54-EFFC-D1F0-949E-6671409E0C3E}"/>
              </a:ext>
            </a:extLst>
          </p:cNvPr>
          <p:cNvSpPr txBox="1"/>
          <p:nvPr/>
        </p:nvSpPr>
        <p:spPr>
          <a:xfrm>
            <a:off x="152400" y="531591"/>
            <a:ext cx="1132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Here are the images and their corresponding labels (in text) for the first few (18) examples in the training dataset:</a:t>
            </a:r>
          </a:p>
        </p:txBody>
      </p:sp>
    </p:spTree>
    <p:extLst>
      <p:ext uri="{BB962C8B-B14F-4D97-AF65-F5344CB8AC3E}">
        <p14:creationId xmlns:p14="http://schemas.microsoft.com/office/powerpoint/2010/main" val="55371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3) </a:t>
            </a:r>
            <a:r>
              <a:rPr lang="en-US" sz="6000" dirty="0" err="1"/>
              <a:t>Softmax</a:t>
            </a:r>
            <a:r>
              <a:rPr lang="en-US" sz="6000" dirty="0"/>
              <a:t> regression in </a:t>
            </a:r>
            <a:r>
              <a:rPr lang="en-US" sz="6000" dirty="0" err="1"/>
              <a:t>PyTorch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27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AFC19F-34AA-0C64-DB8C-CC8E05ED6CCE}"/>
              </a:ext>
            </a:extLst>
          </p:cNvPr>
          <p:cNvSpPr txBox="1"/>
          <p:nvPr/>
        </p:nvSpPr>
        <p:spPr>
          <a:xfrm>
            <a:off x="232833" y="137129"/>
            <a:ext cx="11726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goal of applying </a:t>
            </a:r>
            <a:r>
              <a:rPr lang="en-US" sz="2400" dirty="0" err="1"/>
              <a:t>softmax</a:t>
            </a:r>
            <a:r>
              <a:rPr lang="en-US" sz="2400" dirty="0"/>
              <a:t> regression to the </a:t>
            </a:r>
            <a:r>
              <a:rPr lang="en-US" sz="2400" dirty="0" err="1"/>
              <a:t>FashionMNIST</a:t>
            </a:r>
            <a:r>
              <a:rPr lang="en-US" sz="2400" dirty="0"/>
              <a:t> dataset is to </a:t>
            </a:r>
            <a:r>
              <a:rPr lang="en-US" sz="2400" b="1" dirty="0">
                <a:highlight>
                  <a:srgbClr val="FFFF00"/>
                </a:highlight>
              </a:rPr>
              <a:t>classify each image into one of 10 distinct clothing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determines the probability of an image belonging to each class and assigns the label with the highest probability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A96DB-B124-00FF-7410-FFC28D0E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206" y="2067335"/>
            <a:ext cx="3943194" cy="479066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74BD63E-3EDD-2198-5E71-0AB3719975EC}"/>
              </a:ext>
            </a:extLst>
          </p:cNvPr>
          <p:cNvGrpSpPr/>
          <p:nvPr/>
        </p:nvGrpSpPr>
        <p:grpSpPr>
          <a:xfrm>
            <a:off x="7628427" y="4622480"/>
            <a:ext cx="1296720" cy="643680"/>
            <a:chOff x="7628427" y="4622480"/>
            <a:chExt cx="129672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D625BB9-CBD6-7E51-305F-EBD59A0A587D}"/>
                    </a:ext>
                  </a:extLst>
                </p14:cNvPr>
                <p14:cNvContentPartPr/>
                <p14:nvPr/>
              </p14:nvContentPartPr>
              <p14:xfrm>
                <a:off x="7628427" y="4736240"/>
                <a:ext cx="1100880" cy="529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D625BB9-CBD6-7E51-305F-EBD59A0A587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10427" y="4718600"/>
                  <a:ext cx="11365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E5217D-AFD7-FEEE-9461-732D11538325}"/>
                    </a:ext>
                  </a:extLst>
                </p14:cNvPr>
                <p14:cNvContentPartPr/>
                <p14:nvPr/>
              </p14:nvContentPartPr>
              <p14:xfrm>
                <a:off x="8508627" y="4622480"/>
                <a:ext cx="416520" cy="212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E5217D-AFD7-FEEE-9461-732D115383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90987" y="4604840"/>
                  <a:ext cx="452160" cy="248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5AF5584-D803-A4DC-24BB-0D10FAAF0CEF}"/>
              </a:ext>
            </a:extLst>
          </p:cNvPr>
          <p:cNvSpPr txBox="1"/>
          <p:nvPr/>
        </p:nvSpPr>
        <p:spPr>
          <a:xfrm>
            <a:off x="8925147" y="4313181"/>
            <a:ext cx="2091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highest probability !</a:t>
            </a:r>
          </a:p>
        </p:txBody>
      </p:sp>
    </p:spTree>
    <p:extLst>
      <p:ext uri="{BB962C8B-B14F-4D97-AF65-F5344CB8AC3E}">
        <p14:creationId xmlns:p14="http://schemas.microsoft.com/office/powerpoint/2010/main" val="206352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F76D7392-8537-6E00-177D-B2566FC3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9" y="1729855"/>
            <a:ext cx="3125570" cy="146787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6651805-DBF4-8A4C-3781-8316DE1ED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295102"/>
            <a:ext cx="5287113" cy="42677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132DD8D-6C0A-4896-E498-FA069DB81344}"/>
                  </a:ext>
                </a:extLst>
              </p14:cNvPr>
              <p14:cNvContentPartPr/>
              <p14:nvPr/>
            </p14:nvContentPartPr>
            <p14:xfrm>
              <a:off x="4926719" y="1648846"/>
              <a:ext cx="2338560" cy="1805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132DD8D-6C0A-4896-E498-FA069DB813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719" y="1630846"/>
                <a:ext cx="2374200" cy="1840680"/>
              </a:xfrm>
              <a:prstGeom prst="rect">
                <a:avLst/>
              </a:prstGeom>
            </p:spPr>
          </p:pic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6535BF9-DEEE-1F96-FE3A-B392DDEEB4F3}"/>
              </a:ext>
            </a:extLst>
          </p:cNvPr>
          <p:cNvCxnSpPr>
            <a:cxnSpLocks/>
          </p:cNvCxnSpPr>
          <p:nvPr/>
        </p:nvCxnSpPr>
        <p:spPr>
          <a:xfrm flipV="1">
            <a:off x="7309002" y="2376225"/>
            <a:ext cx="1615435" cy="17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EBBAC24-5D5F-4C48-D108-66A570DC25D3}"/>
              </a:ext>
            </a:extLst>
          </p:cNvPr>
          <p:cNvSpPr txBox="1"/>
          <p:nvPr/>
        </p:nvSpPr>
        <p:spPr>
          <a:xfrm>
            <a:off x="8924437" y="2145392"/>
            <a:ext cx="221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 model</a:t>
            </a:r>
          </a:p>
        </p:txBody>
      </p:sp>
    </p:spTree>
    <p:extLst>
      <p:ext uri="{BB962C8B-B14F-4D97-AF65-F5344CB8AC3E}">
        <p14:creationId xmlns:p14="http://schemas.microsoft.com/office/powerpoint/2010/main" val="2705851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construct the Fashion-MNIST dataset and access it in mini-batches: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the </a:t>
            </a:r>
            <a:r>
              <a:rPr lang="en-US" dirty="0" err="1"/>
              <a:t>softmax</a:t>
            </a:r>
            <a:r>
              <a:rPr lang="en-US" dirty="0"/>
              <a:t> regression model: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initialize the parameters: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A8FA0-1A81-157D-9C0A-698F719B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71" y="1127800"/>
            <a:ext cx="9948225" cy="2983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91163-4766-C200-14D5-C5FCF3BD2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505" y="4720186"/>
            <a:ext cx="5882556" cy="4796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473A19-7937-E423-9459-8E95A7E39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145" y="5645569"/>
            <a:ext cx="3945707" cy="11273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DBDACE-E663-F64C-5F20-8A1448199BEB}"/>
              </a:ext>
            </a:extLst>
          </p:cNvPr>
          <p:cNvSpPr txBox="1"/>
          <p:nvPr/>
        </p:nvSpPr>
        <p:spPr>
          <a:xfrm>
            <a:off x="9601200" y="4200759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discuss later about 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29D8CB-85ED-A366-52D6-2C7C07CA1BB3}"/>
              </a:ext>
            </a:extLst>
          </p:cNvPr>
          <p:cNvSpPr txBox="1"/>
          <p:nvPr/>
        </p:nvSpPr>
        <p:spPr>
          <a:xfrm>
            <a:off x="9288085" y="4913614"/>
            <a:ext cx="29039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784 because we have 28×28 inputs (each image is flattened to a vector)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10 because we have 10 outputs (1 probability for each of the 10 classes)</a:t>
            </a:r>
          </a:p>
          <a:p>
            <a:endParaRPr lang="en-US" sz="16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DC34118-61E7-6ADB-A54C-274521110538}"/>
              </a:ext>
            </a:extLst>
          </p:cNvPr>
          <p:cNvGrpSpPr/>
          <p:nvPr/>
        </p:nvGrpSpPr>
        <p:grpSpPr>
          <a:xfrm>
            <a:off x="7162587" y="4309467"/>
            <a:ext cx="2480040" cy="279720"/>
            <a:chOff x="7162587" y="4309467"/>
            <a:chExt cx="248004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BF41BD-0ED9-2060-08A8-3DFED2CD6409}"/>
                    </a:ext>
                  </a:extLst>
                </p14:cNvPr>
                <p14:cNvContentPartPr/>
                <p14:nvPr/>
              </p14:nvContentPartPr>
              <p14:xfrm>
                <a:off x="7162587" y="4410267"/>
                <a:ext cx="2349720" cy="178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BF41BD-0ED9-2060-08A8-3DFED2CD64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44947" y="4392627"/>
                  <a:ext cx="2385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8F105C-2BF0-5A28-2E9A-5285E5A5798C}"/>
                    </a:ext>
                  </a:extLst>
                </p14:cNvPr>
                <p14:cNvContentPartPr/>
                <p14:nvPr/>
              </p14:nvContentPartPr>
              <p14:xfrm>
                <a:off x="9423027" y="4309467"/>
                <a:ext cx="219600" cy="24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8F105C-2BF0-5A28-2E9A-5285E5A579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05387" y="4291467"/>
                  <a:ext cx="25524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E58A6F-6936-E03C-ED4B-527938161704}"/>
              </a:ext>
            </a:extLst>
          </p:cNvPr>
          <p:cNvGrpSpPr/>
          <p:nvPr/>
        </p:nvGrpSpPr>
        <p:grpSpPr>
          <a:xfrm>
            <a:off x="8457867" y="4977987"/>
            <a:ext cx="990360" cy="1796040"/>
            <a:chOff x="8457867" y="4977987"/>
            <a:chExt cx="990360" cy="179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73A5A0-741C-A943-8F9C-EA1B8ABC171C}"/>
                    </a:ext>
                  </a:extLst>
                </p14:cNvPr>
                <p14:cNvContentPartPr/>
                <p14:nvPr/>
              </p14:nvContentPartPr>
              <p14:xfrm>
                <a:off x="8457867" y="5071227"/>
                <a:ext cx="540360" cy="30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73A5A0-741C-A943-8F9C-EA1B8ABC17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0227" y="5053587"/>
                  <a:ext cx="576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D53DAB-D70D-7A00-E7EF-918B4BFF6D79}"/>
                    </a:ext>
                  </a:extLst>
                </p14:cNvPr>
                <p14:cNvContentPartPr/>
                <p14:nvPr/>
              </p14:nvContentPartPr>
              <p14:xfrm>
                <a:off x="8909307" y="5257707"/>
                <a:ext cx="177480" cy="188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D53DAB-D70D-7A00-E7EF-918B4BFF6D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91667" y="5240067"/>
                  <a:ext cx="21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411197-9E4F-3047-B0EA-F77C7D2FC7FA}"/>
                    </a:ext>
                  </a:extLst>
                </p14:cNvPr>
                <p14:cNvContentPartPr/>
                <p14:nvPr/>
              </p14:nvContentPartPr>
              <p14:xfrm>
                <a:off x="9112707" y="4977987"/>
                <a:ext cx="335520" cy="1796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411197-9E4F-3047-B0EA-F77C7D2FC7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94707" y="4960347"/>
                  <a:ext cx="371160" cy="18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255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specify the loss function to be used: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800" dirty="0"/>
              <a:t>specify the optimizer to be used:</a:t>
            </a:r>
          </a:p>
          <a:p>
            <a:endParaRPr lang="en-US" dirty="0"/>
          </a:p>
          <a:p>
            <a:endParaRPr lang="en-US" sz="2800" dirty="0"/>
          </a:p>
          <a:p>
            <a:r>
              <a:rPr lang="en-US" dirty="0"/>
              <a:t>use the </a:t>
            </a:r>
            <a:r>
              <a:rPr lang="en-US" i="1" dirty="0" err="1"/>
              <a:t>evaluate_accuracy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13E1F-40A2-54F3-416F-9410D621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629" y="1116517"/>
            <a:ext cx="3578091" cy="475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17AE9-3614-BEE0-5000-B331F397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245" y="2258802"/>
            <a:ext cx="6177509" cy="588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99F0D-01EB-3A40-C25B-6D9CBAD91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25" y="3735639"/>
            <a:ext cx="6857030" cy="2962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02C14-BFF2-AA5E-EB7A-5B918381D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720" y="4041742"/>
            <a:ext cx="4045859" cy="6935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2BEC89-A779-9BB3-C7F9-9CD2B7C6B8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896" y="4873246"/>
            <a:ext cx="4977472" cy="11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99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i="1" dirty="0" err="1"/>
              <a:t>train_epoch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i="1" dirty="0"/>
              <a:t>train()</a:t>
            </a:r>
            <a:r>
              <a:rPr lang="en-US" dirty="0"/>
              <a:t> function which is already done in lab: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EF58D-89C9-4534-6C3D-2C7F5FB9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3" y="1148874"/>
            <a:ext cx="5461188" cy="3017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781CB-15BD-9CF7-E5A7-D533274D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13" y="4726077"/>
            <a:ext cx="8005227" cy="19660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25087E-672B-29FD-9209-B331A686CD33}"/>
              </a:ext>
            </a:extLst>
          </p:cNvPr>
          <p:cNvSpPr txBox="1"/>
          <p:nvPr/>
        </p:nvSpPr>
        <p:spPr>
          <a:xfrm>
            <a:off x="7757159" y="2288007"/>
            <a:ext cx="3889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1 epoch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FF971B-77B3-C87D-BC4F-04FEA8F13BFA}"/>
              </a:ext>
            </a:extLst>
          </p:cNvPr>
          <p:cNvGrpSpPr/>
          <p:nvPr/>
        </p:nvGrpSpPr>
        <p:grpSpPr>
          <a:xfrm>
            <a:off x="6410960" y="2417680"/>
            <a:ext cx="1347840" cy="221400"/>
            <a:chOff x="6410960" y="2417680"/>
            <a:chExt cx="13478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14:cNvPr>
                <p14:cNvContentPartPr/>
                <p14:nvPr/>
              </p14:nvContentPartPr>
              <p14:xfrm>
                <a:off x="6410960" y="2518840"/>
                <a:ext cx="123444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2960" y="2501200"/>
                  <a:ext cx="1270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14:cNvPr>
                <p14:cNvContentPartPr/>
                <p14:nvPr/>
              </p14:nvContentPartPr>
              <p14:xfrm>
                <a:off x="7569080" y="2417680"/>
                <a:ext cx="189720" cy="221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51440" y="2400040"/>
                  <a:ext cx="225360" cy="25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9C91F7-95E4-5989-E7F3-9128CE4E221F}"/>
              </a:ext>
            </a:extLst>
          </p:cNvPr>
          <p:cNvSpPr txBox="1"/>
          <p:nvPr/>
        </p:nvSpPr>
        <p:spPr>
          <a:xfrm>
            <a:off x="9393387" y="4726077"/>
            <a:ext cx="2789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multiple epochs, specified by </a:t>
            </a:r>
            <a:r>
              <a:rPr lang="en-US" sz="2400" b="1" i="1" dirty="0" err="1"/>
              <a:t>num_epochs</a:t>
            </a:r>
            <a:endParaRPr lang="en-US" sz="2400" b="1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E694E3-B55D-E866-8734-FE9DDE23BEEC}"/>
              </a:ext>
            </a:extLst>
          </p:cNvPr>
          <p:cNvGrpSpPr/>
          <p:nvPr/>
        </p:nvGrpSpPr>
        <p:grpSpPr>
          <a:xfrm>
            <a:off x="8889920" y="5282200"/>
            <a:ext cx="537120" cy="236880"/>
            <a:chOff x="8889920" y="5282200"/>
            <a:chExt cx="5371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14:cNvPr>
                <p14:cNvContentPartPr/>
                <p14:nvPr/>
              </p14:nvContentPartPr>
              <p14:xfrm>
                <a:off x="8889920" y="5388040"/>
                <a:ext cx="429120" cy="9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72280" y="5370040"/>
                  <a:ext cx="464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14:cNvPr>
                <p14:cNvContentPartPr/>
                <p14:nvPr/>
              </p14:nvContentPartPr>
              <p14:xfrm>
                <a:off x="9154160" y="5282200"/>
                <a:ext cx="272880" cy="23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160" y="5264560"/>
                  <a:ext cx="30852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430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F65B-3F5A-010D-58DD-739ED5B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675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train the model for 10 epochs by running </a:t>
            </a:r>
            <a:r>
              <a:rPr lang="en-US" i="1" dirty="0"/>
              <a:t>train()</a:t>
            </a:r>
            <a:r>
              <a:rPr lang="en-US" dirty="0"/>
              <a:t> function: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77E0A-8FFA-1E35-135C-80B959CAC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82" y="1416925"/>
            <a:ext cx="10978834" cy="2731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51B22-06A9-1D81-B0EC-1D6C17670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834" y="4323341"/>
            <a:ext cx="1832245" cy="24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98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B1BE-5749-5E94-4F8B-CCF45068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3515"/>
            <a:ext cx="10515600" cy="1325563"/>
          </a:xfrm>
        </p:spPr>
        <p:txBody>
          <a:bodyPr/>
          <a:lstStyle/>
          <a:p>
            <a:r>
              <a:rPr lang="en-US" dirty="0"/>
              <a:t>Training/validation/test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098E-E478-FDE3-FA32-A9C617868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825"/>
            <a:ext cx="12263120" cy="4351338"/>
          </a:xfrm>
        </p:spPr>
        <p:txBody>
          <a:bodyPr/>
          <a:lstStyle/>
          <a:p>
            <a:r>
              <a:rPr lang="en-US" dirty="0"/>
              <a:t>In ML/DL, datasets are typically divided into 3 parts: </a:t>
            </a:r>
            <a:r>
              <a:rPr lang="en-US" b="1" dirty="0"/>
              <a:t>training</a:t>
            </a:r>
            <a:r>
              <a:rPr lang="en-US" dirty="0"/>
              <a:t>, </a:t>
            </a:r>
            <a:r>
              <a:rPr lang="en-US" b="1" dirty="0"/>
              <a:t>validation</a:t>
            </a:r>
            <a:r>
              <a:rPr lang="en-US" dirty="0"/>
              <a:t>, and </a:t>
            </a:r>
            <a:r>
              <a:rPr lang="en-US" b="1" dirty="0"/>
              <a:t>test</a:t>
            </a:r>
            <a:r>
              <a:rPr lang="en-US" dirty="0"/>
              <a:t> sets (</a:t>
            </a:r>
            <a:r>
              <a:rPr lang="en-US" b="1" dirty="0">
                <a:highlight>
                  <a:srgbClr val="FFFF00"/>
                </a:highlight>
              </a:rPr>
              <a:t>in the first part we worked just with training and test !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9A6DE-3DD8-48B6-E79C-9F5750FA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75" y="2290640"/>
            <a:ext cx="5745503" cy="3707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7C4B7A-7173-D007-4D49-4553DC066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51" y="3297003"/>
            <a:ext cx="4420217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35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B1BE-5749-5E94-4F8B-CCF45068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7035"/>
            <a:ext cx="10515600" cy="1325563"/>
          </a:xfrm>
        </p:spPr>
        <p:txBody>
          <a:bodyPr/>
          <a:lstStyle/>
          <a:p>
            <a:r>
              <a:rPr lang="en-US" dirty="0"/>
              <a:t>Training/validation/test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098E-E478-FDE3-FA32-A9C617868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3280"/>
            <a:ext cx="12263120" cy="6014719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Training Set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is the subset of data used to train the ML/DL model. </a:t>
            </a:r>
          </a:p>
          <a:p>
            <a:pPr lvl="1"/>
            <a:r>
              <a:rPr lang="en-US" b="1" dirty="0"/>
              <a:t>What Happens</a:t>
            </a:r>
            <a:r>
              <a:rPr lang="en-US" dirty="0"/>
              <a:t>: during training, the model adjusts its parameters (e.g., weights in neural networks) using algorithms like gradient descent to optimize a specific objective function, such as minimizing loss</a:t>
            </a:r>
          </a:p>
          <a:p>
            <a:pPr lvl="1"/>
            <a:r>
              <a:rPr lang="en-US" b="1" dirty="0"/>
              <a:t>Size</a:t>
            </a:r>
            <a:r>
              <a:rPr lang="en-US" dirty="0"/>
              <a:t>: usually the largest portion of the dataset to ensure the model has enough data to learn from</a:t>
            </a:r>
          </a:p>
          <a:p>
            <a:r>
              <a:rPr lang="en-US" b="1" dirty="0">
                <a:highlight>
                  <a:srgbClr val="FFFF00"/>
                </a:highlight>
              </a:rPr>
              <a:t>Validation Set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is used to fine-tune the model and evaluate its performance during training. It acts as an independent dataset to monitor how well the model generalizes to unseen data.</a:t>
            </a:r>
          </a:p>
          <a:p>
            <a:pPr lvl="1"/>
            <a:r>
              <a:rPr lang="en-US" b="1" dirty="0"/>
              <a:t>What Happens</a:t>
            </a:r>
            <a:r>
              <a:rPr lang="en-US" dirty="0"/>
              <a:t>:</a:t>
            </a:r>
          </a:p>
          <a:p>
            <a:pPr marL="1200150" lvl="2" indent="-285750"/>
            <a:r>
              <a:rPr lang="en-US" dirty="0"/>
              <a:t>it helps detect overfitting or underfitting</a:t>
            </a:r>
          </a:p>
          <a:p>
            <a:pPr marL="1200150" lvl="2" indent="-285750"/>
            <a:r>
              <a:rPr lang="en-US" dirty="0"/>
              <a:t>used to tune hyperparameters (e.g., learning rate, number of layers, dropout rate)</a:t>
            </a:r>
          </a:p>
          <a:p>
            <a:pPr lvl="1"/>
            <a:r>
              <a:rPr lang="en-US" b="1" dirty="0"/>
              <a:t>Size</a:t>
            </a:r>
            <a:r>
              <a:rPr lang="en-US" dirty="0"/>
              <a:t>: typically a smaller portion of the dataset than the training set, often split from the original data</a:t>
            </a:r>
          </a:p>
          <a:p>
            <a:r>
              <a:rPr lang="en-US" b="1" dirty="0">
                <a:highlight>
                  <a:srgbClr val="FFFF00"/>
                </a:highlight>
              </a:rPr>
              <a:t>Test Set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is an entirely separate dataset used to assess the final performance of the trained model. It provides an unbiased evaluation of the model's ability to generalize to new data</a:t>
            </a:r>
          </a:p>
          <a:p>
            <a:pPr lvl="1"/>
            <a:r>
              <a:rPr lang="en-US" b="1" dirty="0"/>
              <a:t>What Happens</a:t>
            </a:r>
            <a:r>
              <a:rPr lang="en-US" dirty="0"/>
              <a:t>:</a:t>
            </a:r>
          </a:p>
          <a:p>
            <a:pPr marL="1200150" lvl="2" indent="-285750"/>
            <a:r>
              <a:rPr lang="en-US" dirty="0"/>
              <a:t>it simulates how the model will perform in real-world scenarios</a:t>
            </a:r>
          </a:p>
          <a:p>
            <a:pPr marL="1200150" lvl="2" indent="-285750"/>
            <a:r>
              <a:rPr lang="en-US" dirty="0"/>
              <a:t>no training or fine-tuning should happen on the test set to ensure a fair evaluation</a:t>
            </a:r>
          </a:p>
          <a:p>
            <a:pPr lvl="1"/>
            <a:r>
              <a:rPr lang="en-US" b="1" dirty="0"/>
              <a:t>Size</a:t>
            </a:r>
            <a:r>
              <a:rPr lang="en-US" dirty="0"/>
              <a:t>: similar in size to the validation set, but this depends on the size of the overall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41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8394-2F5A-B515-83A3-A9E84A81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3835"/>
            <a:ext cx="10515600" cy="1325563"/>
          </a:xfrm>
        </p:spPr>
        <p:txBody>
          <a:bodyPr/>
          <a:lstStyle/>
          <a:p>
            <a:r>
              <a:rPr lang="en-US" dirty="0"/>
              <a:t>Inspecting the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1728"/>
            <a:ext cx="12192000" cy="4351338"/>
          </a:xfrm>
        </p:spPr>
        <p:txBody>
          <a:bodyPr/>
          <a:lstStyle/>
          <a:p>
            <a:r>
              <a:rPr lang="en-US" dirty="0"/>
              <a:t>plot the loss for the training and validation sets using the </a:t>
            </a:r>
            <a:r>
              <a:rPr lang="en-US" i="1" dirty="0" err="1"/>
              <a:t>plot_loss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9773-0722-DBCC-18AC-CAC54D0A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535" y="1732438"/>
            <a:ext cx="5010530" cy="2111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35BC9-EFCD-E3F9-D4D5-B05C45100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76" y="3981049"/>
            <a:ext cx="4105848" cy="287695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910320" y="254566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136331" y="517720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88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8394-2F5A-B515-83A3-A9E84A81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3835"/>
            <a:ext cx="10515600" cy="1325563"/>
          </a:xfrm>
        </p:spPr>
        <p:txBody>
          <a:bodyPr/>
          <a:lstStyle/>
          <a:p>
            <a:r>
              <a:rPr lang="en-US" dirty="0"/>
              <a:t>Inspecting the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1728"/>
            <a:ext cx="12192000" cy="4351338"/>
          </a:xfrm>
        </p:spPr>
        <p:txBody>
          <a:bodyPr/>
          <a:lstStyle/>
          <a:p>
            <a:r>
              <a:rPr lang="en-US" dirty="0"/>
              <a:t>plot the accuracy for the training and validation sets using the </a:t>
            </a:r>
            <a:r>
              <a:rPr lang="en-US" i="1" dirty="0" err="1"/>
              <a:t>plot_accuracy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321040" y="282587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136331" y="517720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E63FB-5D97-B692-9AE1-FBA5B5C7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952" y="2020598"/>
            <a:ext cx="4805408" cy="2085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30A23-CA78-8CAC-EE42-A98ECFBC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821" y="4276301"/>
            <a:ext cx="3498179" cy="252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19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8394-2F5A-B515-83A3-A9E84A81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3835"/>
            <a:ext cx="10515600" cy="1325563"/>
          </a:xfrm>
        </p:spPr>
        <p:txBody>
          <a:bodyPr/>
          <a:lstStyle/>
          <a:p>
            <a:r>
              <a:rPr lang="en-US" dirty="0"/>
              <a:t>Finally evaluate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1728"/>
            <a:ext cx="12192000" cy="4351338"/>
          </a:xfrm>
        </p:spPr>
        <p:txBody>
          <a:bodyPr/>
          <a:lstStyle/>
          <a:p>
            <a:r>
              <a:rPr lang="en-US" dirty="0"/>
              <a:t>evaluate the trained model on the test set, which was not used at all during the training process: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also 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5257800" y="506981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CDE722-5A6D-534D-3792-F1C05A6D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516" y="2006121"/>
            <a:ext cx="6260844" cy="9446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C7DD376-ABA5-056A-19B4-21ED89F3023F}"/>
              </a:ext>
            </a:extLst>
          </p:cNvPr>
          <p:cNvGrpSpPr/>
          <p:nvPr/>
        </p:nvGrpSpPr>
        <p:grpSpPr>
          <a:xfrm>
            <a:off x="5892560" y="1970200"/>
            <a:ext cx="4048560" cy="150120"/>
            <a:chOff x="5892560" y="1970200"/>
            <a:chExt cx="404856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1C3F30-174E-9AE9-0195-1E6E0AB5538F}"/>
                    </a:ext>
                  </a:extLst>
                </p14:cNvPr>
                <p14:cNvContentPartPr/>
                <p14:nvPr/>
              </p14:nvContentPartPr>
              <p14:xfrm>
                <a:off x="5892560" y="1970200"/>
                <a:ext cx="3940920" cy="143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1C3F30-174E-9AE9-0195-1E6E0AB553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74560" y="1952560"/>
                  <a:ext cx="3976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FFFFE3-4CFC-F14E-4894-F37221EC3621}"/>
                    </a:ext>
                  </a:extLst>
                </p14:cNvPr>
                <p14:cNvContentPartPr/>
                <p14:nvPr/>
              </p14:nvContentPartPr>
              <p14:xfrm>
                <a:off x="9779120" y="1970920"/>
                <a:ext cx="162000" cy="149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FFFFE3-4CFC-F14E-4894-F37221EC36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61480" y="1953280"/>
                  <a:ext cx="197640" cy="185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E90F748-4AC9-7ADF-2DA9-917991F26934}"/>
              </a:ext>
            </a:extLst>
          </p:cNvPr>
          <p:cNvSpPr txBox="1"/>
          <p:nvPr/>
        </p:nvSpPr>
        <p:spPr>
          <a:xfrm>
            <a:off x="9972040" y="1800960"/>
            <a:ext cx="135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already done in lab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A1DAB5-2214-99C3-941A-CEE687F85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00880"/>
            <a:ext cx="5191760" cy="16195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8BB3B3-5027-1C7C-B101-BE13DF4FF0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248" y="4705532"/>
            <a:ext cx="5832018" cy="12787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175B5B-64EE-A663-EAB8-B079691BABE2}"/>
              </a:ext>
            </a:extLst>
          </p:cNvPr>
          <p:cNvSpPr txBox="1"/>
          <p:nvPr/>
        </p:nvSpPr>
        <p:spPr>
          <a:xfrm>
            <a:off x="0" y="6376749"/>
            <a:ext cx="1279168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FF0000"/>
                </a:solidFill>
              </a:rPr>
              <a:t>NOTE</a:t>
            </a:r>
            <a:r>
              <a:rPr lang="en-US" sz="1900" dirty="0"/>
              <a:t>: </a:t>
            </a:r>
            <a:r>
              <a:rPr lang="en-US" sz="1900" i="1" dirty="0" err="1"/>
              <a:t>get_fashion_mnist_labels</a:t>
            </a:r>
            <a:r>
              <a:rPr lang="en-US" sz="1900" i="1" dirty="0"/>
              <a:t>() </a:t>
            </a:r>
            <a:r>
              <a:rPr lang="en-US" sz="1900" dirty="0"/>
              <a:t>and </a:t>
            </a:r>
            <a:r>
              <a:rPr lang="en-US" sz="1900" i="1" dirty="0" err="1"/>
              <a:t>show_images</a:t>
            </a:r>
            <a:r>
              <a:rPr lang="en-US" sz="1900" i="1" dirty="0"/>
              <a:t>() </a:t>
            </a:r>
            <a:r>
              <a:rPr lang="en-US" sz="1900" dirty="0"/>
              <a:t>functions are already done in </a:t>
            </a:r>
            <a:r>
              <a:rPr lang="en-US" sz="1900" dirty="0" err="1"/>
              <a:t>FashionMNIST</a:t>
            </a:r>
            <a:r>
              <a:rPr lang="en-US" sz="1900" dirty="0"/>
              <a:t> dataset section</a:t>
            </a:r>
          </a:p>
        </p:txBody>
      </p:sp>
    </p:spTree>
    <p:extLst>
      <p:ext uri="{BB962C8B-B14F-4D97-AF65-F5344CB8AC3E}">
        <p14:creationId xmlns:p14="http://schemas.microsoft.com/office/powerpoint/2010/main" val="2102024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4) </a:t>
            </a:r>
            <a:r>
              <a:rPr lang="en-US" sz="6000" dirty="0"/>
              <a:t>Multilayer </a:t>
            </a:r>
            <a:r>
              <a:rPr lang="en-US" sz="6000" dirty="0" err="1"/>
              <a:t>perceptrons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32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CECA6A-E157-263C-531E-8998F6EC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7" y="118616"/>
            <a:ext cx="3612534" cy="2241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B9B1C4-4C97-1B55-A4D4-04AF4C8C1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559" y="0"/>
            <a:ext cx="3816804" cy="2360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E84DBF-8B92-5AB6-FD00-0EC12B803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610" y="0"/>
            <a:ext cx="3833477" cy="2360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D102CF-874D-6498-A7D8-4678E6DE1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795" y="2472887"/>
            <a:ext cx="3237272" cy="42664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C4F89E-3795-D3CC-C65A-0B20CAC4AFA8}"/>
              </a:ext>
            </a:extLst>
          </p:cNvPr>
          <p:cNvSpPr txBox="1"/>
          <p:nvPr/>
        </p:nvSpPr>
        <p:spPr>
          <a:xfrm>
            <a:off x="611589" y="4313747"/>
            <a:ext cx="3267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…or easier: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D84B9-84B0-3C25-4939-2F428C40D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656" y="3007690"/>
            <a:ext cx="4664431" cy="319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68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1F0-49F8-EA9A-2829-4C8E799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936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729DB-2353-2E7E-08BB-B294133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029"/>
            <a:ext cx="5127585" cy="2606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107F4-0794-8E07-8E1E-832CC195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48" y="4262325"/>
            <a:ext cx="4051140" cy="2404881"/>
          </a:xfrm>
          <a:prstGeom prst="rect">
            <a:avLst/>
          </a:prstGeom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15D52D3A-839E-A56B-37D7-A6457312687E}"/>
              </a:ext>
            </a:extLst>
          </p:cNvPr>
          <p:cNvSpPr/>
          <p:nvPr/>
        </p:nvSpPr>
        <p:spPr>
          <a:xfrm>
            <a:off x="5403429" y="5222450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54363-7145-BB31-D67E-8D8FD74A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913" y="5131197"/>
            <a:ext cx="4382945" cy="6671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9A37B-0DB7-2104-EE37-B6921EFC6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000" y="2845740"/>
            <a:ext cx="265652" cy="2031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632E01-23D3-6446-5F4A-DB1B0F556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255" y="2843643"/>
            <a:ext cx="250346" cy="2418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9446AE-72A0-285B-D768-D03D33C22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486" y="2843642"/>
            <a:ext cx="238158" cy="2000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A88723-6588-CB88-C8F2-CE1449D4C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7582" y="2824589"/>
            <a:ext cx="228632" cy="2381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0C2BDFE-55FF-9C15-9CF7-661C7D5FB00A}"/>
              </a:ext>
            </a:extLst>
          </p:cNvPr>
          <p:cNvSpPr txBox="1"/>
          <p:nvPr/>
        </p:nvSpPr>
        <p:spPr>
          <a:xfrm>
            <a:off x="4838088" y="404228"/>
            <a:ext cx="204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nodes</a:t>
            </a:r>
            <a:r>
              <a:rPr lang="en-US" dirty="0"/>
              <a:t>/</a:t>
            </a:r>
            <a:r>
              <a:rPr lang="en-US" b="1" dirty="0"/>
              <a:t>neurons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E88602-68B6-5A16-0F2E-EAD8F8D19568}"/>
              </a:ext>
            </a:extLst>
          </p:cNvPr>
          <p:cNvGrpSpPr/>
          <p:nvPr/>
        </p:nvGrpSpPr>
        <p:grpSpPr>
          <a:xfrm>
            <a:off x="4175360" y="667360"/>
            <a:ext cx="819160" cy="1466640"/>
            <a:chOff x="4175360" y="667360"/>
            <a:chExt cx="819160" cy="14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8ADCCA-99AB-0B9A-952B-50A0F7A10E0A}"/>
                    </a:ext>
                  </a:extLst>
                </p14:cNvPr>
                <p14:cNvContentPartPr/>
                <p14:nvPr/>
              </p14:nvContentPartPr>
              <p14:xfrm>
                <a:off x="4175360" y="722440"/>
                <a:ext cx="596520" cy="425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8ADCCA-99AB-0B9A-952B-50A0F7A10E0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57720" y="704440"/>
                  <a:ext cx="6321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3CF85F-94DB-F299-CF36-0F2422B7EA3E}"/>
                    </a:ext>
                  </a:extLst>
                </p14:cNvPr>
                <p14:cNvContentPartPr/>
                <p14:nvPr/>
              </p14:nvContentPartPr>
              <p14:xfrm>
                <a:off x="4754240" y="773560"/>
                <a:ext cx="231480" cy="136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3CF85F-94DB-F299-CF36-0F2422B7EA3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36240" y="755920"/>
                  <a:ext cx="267120" cy="13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F4AFF1-12C0-1BB5-738A-71E950A87179}"/>
                    </a:ext>
                  </a:extLst>
                </p14:cNvPr>
                <p14:cNvContentPartPr/>
                <p14:nvPr/>
              </p14:nvContentPartPr>
              <p14:xfrm>
                <a:off x="4673240" y="667360"/>
                <a:ext cx="137160" cy="18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F4AFF1-12C0-1BB5-738A-71E950A871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55600" y="649360"/>
                  <a:ext cx="172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48C3DC-B434-1720-7769-B146140BADDB}"/>
                    </a:ext>
                  </a:extLst>
                </p14:cNvPr>
                <p14:cNvContentPartPr/>
                <p14:nvPr/>
              </p14:nvContentPartPr>
              <p14:xfrm>
                <a:off x="4861680" y="780840"/>
                <a:ext cx="132840" cy="14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48C3DC-B434-1720-7769-B146140BAD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43680" y="762840"/>
                  <a:ext cx="168480" cy="183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1D80C6BB-DF95-D46D-B430-B793746CF628}"/>
              </a:ext>
            </a:extLst>
          </p:cNvPr>
          <p:cNvSpPr/>
          <p:nvPr/>
        </p:nvSpPr>
        <p:spPr>
          <a:xfrm>
            <a:off x="5403428" y="3224382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18D530-6159-0B63-DDE7-7D72C10BD7D1}"/>
              </a:ext>
            </a:extLst>
          </p:cNvPr>
          <p:cNvSpPr txBox="1"/>
          <p:nvPr/>
        </p:nvSpPr>
        <p:spPr>
          <a:xfrm>
            <a:off x="5367304" y="3244333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(1)</a:t>
            </a:r>
            <a:endParaRPr lang="en-US" baseline="30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687B92-3E28-382B-820B-1FA17A9B46AE}"/>
              </a:ext>
            </a:extLst>
          </p:cNvPr>
          <p:cNvGrpSpPr/>
          <p:nvPr/>
        </p:nvGrpSpPr>
        <p:grpSpPr>
          <a:xfrm>
            <a:off x="5628360" y="2515960"/>
            <a:ext cx="472320" cy="654480"/>
            <a:chOff x="5628360" y="2515960"/>
            <a:chExt cx="472320" cy="65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22D8DC-A321-DA1C-3DA8-60636A560894}"/>
                    </a:ext>
                  </a:extLst>
                </p14:cNvPr>
                <p14:cNvContentPartPr/>
                <p14:nvPr/>
              </p14:nvContentPartPr>
              <p14:xfrm>
                <a:off x="5628360" y="2601280"/>
                <a:ext cx="384480" cy="56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22D8DC-A321-DA1C-3DA8-60636A56089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10360" y="2583640"/>
                  <a:ext cx="42012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0E1639-FAA0-397C-F6C9-1F7A3F21A78F}"/>
                    </a:ext>
                  </a:extLst>
                </p14:cNvPr>
                <p14:cNvContentPartPr/>
                <p14:nvPr/>
              </p14:nvContentPartPr>
              <p14:xfrm>
                <a:off x="5862000" y="2515960"/>
                <a:ext cx="238680" cy="129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0E1639-FAA0-397C-F6C9-1F7A3F21A7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44360" y="2498320"/>
                  <a:ext cx="274320" cy="165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258C62E-1EF3-3B7F-26A2-31947220CBF8}"/>
              </a:ext>
            </a:extLst>
          </p:cNvPr>
          <p:cNvSpPr txBox="1"/>
          <p:nvPr/>
        </p:nvSpPr>
        <p:spPr>
          <a:xfrm>
            <a:off x="5805110" y="1582655"/>
            <a:ext cx="2049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bias</a:t>
            </a:r>
            <a:r>
              <a:rPr lang="en-US" dirty="0"/>
              <a:t> – usually we don’t represent it in the diagrams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2D40CF8-1BA4-CBC3-923B-333DF10F4C85}"/>
              </a:ext>
            </a:extLst>
          </p:cNvPr>
          <p:cNvGrpSpPr/>
          <p:nvPr/>
        </p:nvGrpSpPr>
        <p:grpSpPr>
          <a:xfrm>
            <a:off x="4907280" y="3210400"/>
            <a:ext cx="725400" cy="975960"/>
            <a:chOff x="4907280" y="3210400"/>
            <a:chExt cx="725400" cy="9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C7BF7E-ABBA-0D26-EA33-975B0914FBFC}"/>
                    </a:ext>
                  </a:extLst>
                </p14:cNvPr>
                <p14:cNvContentPartPr/>
                <p14:nvPr/>
              </p14:nvContentPartPr>
              <p14:xfrm>
                <a:off x="4907280" y="3210400"/>
                <a:ext cx="668520" cy="941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C7BF7E-ABBA-0D26-EA33-975B0914FBF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89640" y="3192400"/>
                  <a:ext cx="704160" cy="9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E26B8D-E751-0C82-28BD-D282FDC466A3}"/>
                    </a:ext>
                  </a:extLst>
                </p14:cNvPr>
                <p14:cNvContentPartPr/>
                <p14:nvPr/>
              </p14:nvContentPartPr>
              <p14:xfrm>
                <a:off x="5466000" y="4063600"/>
                <a:ext cx="166680" cy="122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E26B8D-E751-0C82-28BD-D282FDC466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8360" y="4045960"/>
                  <a:ext cx="202320" cy="158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0F674F1-38E6-72E6-2F40-61E5B62E6AA5}"/>
              </a:ext>
            </a:extLst>
          </p:cNvPr>
          <p:cNvSpPr txBox="1"/>
          <p:nvPr/>
        </p:nvSpPr>
        <p:spPr>
          <a:xfrm>
            <a:off x="5604370" y="3954762"/>
            <a:ext cx="2307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weights</a:t>
            </a:r>
            <a:r>
              <a:rPr lang="en-US" dirty="0"/>
              <a:t> – the knowledge of the neural network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4D32E50-1C71-0944-C910-7E9572C37D5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41345" y="3398722"/>
            <a:ext cx="2987040" cy="5365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D702E3B-3887-75A5-4A20-F084EAEBC8E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58127" y="1635813"/>
            <a:ext cx="3821483" cy="135861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2AB965B-6504-082F-59E1-2E9160A3FD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33707" y="54747"/>
            <a:ext cx="2496235" cy="128855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30863363-4F39-BCCB-0C99-82246A9FA088}"/>
              </a:ext>
            </a:extLst>
          </p:cNvPr>
          <p:cNvGrpSpPr/>
          <p:nvPr/>
        </p:nvGrpSpPr>
        <p:grpSpPr>
          <a:xfrm>
            <a:off x="8010480" y="5811400"/>
            <a:ext cx="504000" cy="339840"/>
            <a:chOff x="8010480" y="5811400"/>
            <a:chExt cx="5040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FC86FC-ABCA-2AB7-2786-F857F3B8EE39}"/>
                    </a:ext>
                  </a:extLst>
                </p14:cNvPr>
                <p14:cNvContentPartPr/>
                <p14:nvPr/>
              </p14:nvContentPartPr>
              <p14:xfrm>
                <a:off x="8076000" y="5811400"/>
                <a:ext cx="438480" cy="28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FC86FC-ABCA-2AB7-2786-F857F3B8EE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58000" y="5793760"/>
                  <a:ext cx="4741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5E8F2BD-6ABE-D579-0392-D6E2B536AAA2}"/>
                    </a:ext>
                  </a:extLst>
                </p14:cNvPr>
                <p14:cNvContentPartPr/>
                <p14:nvPr/>
              </p14:nvContentPartPr>
              <p14:xfrm>
                <a:off x="8010480" y="6024520"/>
                <a:ext cx="176400" cy="126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5E8F2BD-6ABE-D579-0392-D6E2B536AA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92480" y="6006880"/>
                  <a:ext cx="212040" cy="16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889F3430-B4A8-DE1E-FAE9-2DBE4AFDEC6D}"/>
              </a:ext>
            </a:extLst>
          </p:cNvPr>
          <p:cNvSpPr txBox="1"/>
          <p:nvPr/>
        </p:nvSpPr>
        <p:spPr>
          <a:xfrm>
            <a:off x="6680541" y="6114413"/>
            <a:ext cx="3432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activation function </a:t>
            </a:r>
            <a:r>
              <a:rPr lang="en-US" dirty="0"/>
              <a:t>(we will discuss about it in a moment)</a:t>
            </a:r>
          </a:p>
        </p:txBody>
      </p:sp>
    </p:spTree>
    <p:extLst>
      <p:ext uri="{BB962C8B-B14F-4D97-AF65-F5344CB8AC3E}">
        <p14:creationId xmlns:p14="http://schemas.microsoft.com/office/powerpoint/2010/main" val="4292523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1F0-49F8-EA9A-2829-4C8E799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936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729DB-2353-2E7E-08BB-B294133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029"/>
            <a:ext cx="5127585" cy="2606053"/>
          </a:xfrm>
          <a:prstGeom prst="rect">
            <a:avLst/>
          </a:prstGeom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15D52D3A-839E-A56B-37D7-A6457312687E}"/>
              </a:ext>
            </a:extLst>
          </p:cNvPr>
          <p:cNvSpPr/>
          <p:nvPr/>
        </p:nvSpPr>
        <p:spPr>
          <a:xfrm>
            <a:off x="5674449" y="5064799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49B87-695A-5752-80C7-815E786C4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" y="4621572"/>
            <a:ext cx="5258972" cy="1371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49E43-6DA9-8199-7B79-98742A302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154" y="4968931"/>
            <a:ext cx="4591691" cy="676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2FD9B6-C41C-2BFF-8BFD-E21E7BB67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820" y="1801474"/>
            <a:ext cx="198253" cy="2352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1EAF92-BBAC-9171-08F7-621AF038C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061" y="1850166"/>
            <a:ext cx="166299" cy="1662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49C6F3-364F-14C8-E461-CC4960B277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347" y="1850166"/>
            <a:ext cx="194017" cy="1662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66B6F25-65E0-3146-4362-ED6E33144B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0221" y="1865971"/>
            <a:ext cx="198253" cy="170718"/>
          </a:xfrm>
          <a:prstGeom prst="rect">
            <a:avLst/>
          </a:prstGeom>
        </p:spPr>
      </p:pic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A7AA04-9AD3-2B4D-05E0-DE42055B1F8D}"/>
              </a:ext>
            </a:extLst>
          </p:cNvPr>
          <p:cNvSpPr/>
          <p:nvPr/>
        </p:nvSpPr>
        <p:spPr>
          <a:xfrm>
            <a:off x="5335897" y="2191437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2F8731-56A4-5AD8-E7A9-2FC7A5791E44}"/>
              </a:ext>
            </a:extLst>
          </p:cNvPr>
          <p:cNvSpPr txBox="1"/>
          <p:nvPr/>
        </p:nvSpPr>
        <p:spPr>
          <a:xfrm>
            <a:off x="5299773" y="2211388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(2)</a:t>
            </a:r>
            <a:endParaRPr lang="en-US" baseline="30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B60D69-FF96-0C4F-B384-F38CF3F86C18}"/>
              </a:ext>
            </a:extLst>
          </p:cNvPr>
          <p:cNvSpPr txBox="1"/>
          <p:nvPr/>
        </p:nvSpPr>
        <p:spPr>
          <a:xfrm>
            <a:off x="5982218" y="1489996"/>
            <a:ext cx="2049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bias</a:t>
            </a:r>
            <a:r>
              <a:rPr lang="en-US" dirty="0"/>
              <a:t> – usually we don’t represent it in the diagrams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D84051-4C48-20E4-7C98-48BF687FA908}"/>
              </a:ext>
            </a:extLst>
          </p:cNvPr>
          <p:cNvSpPr txBox="1"/>
          <p:nvPr/>
        </p:nvSpPr>
        <p:spPr>
          <a:xfrm>
            <a:off x="5457848" y="3416480"/>
            <a:ext cx="204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nodes</a:t>
            </a:r>
            <a:r>
              <a:rPr lang="en-US" dirty="0"/>
              <a:t>/</a:t>
            </a:r>
            <a:r>
              <a:rPr lang="en-US" b="1" dirty="0"/>
              <a:t>neurons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29189C-589B-FBCE-643F-EECF2EED9689}"/>
              </a:ext>
            </a:extLst>
          </p:cNvPr>
          <p:cNvSpPr txBox="1"/>
          <p:nvPr/>
        </p:nvSpPr>
        <p:spPr>
          <a:xfrm>
            <a:off x="4439723" y="164433"/>
            <a:ext cx="2307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weights</a:t>
            </a:r>
            <a:r>
              <a:rPr lang="en-US" dirty="0"/>
              <a:t> – the knowledge of the neural network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F69019-D701-98DA-6342-9F35B3729A20}"/>
              </a:ext>
            </a:extLst>
          </p:cNvPr>
          <p:cNvGrpSpPr/>
          <p:nvPr/>
        </p:nvGrpSpPr>
        <p:grpSpPr>
          <a:xfrm>
            <a:off x="4571400" y="1054720"/>
            <a:ext cx="149760" cy="723600"/>
            <a:chOff x="4571400" y="1054720"/>
            <a:chExt cx="149760" cy="7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244B22-EF40-2760-5C11-88C74FF17E4D}"/>
                    </a:ext>
                  </a:extLst>
                </p14:cNvPr>
                <p14:cNvContentPartPr/>
                <p14:nvPr/>
              </p14:nvContentPartPr>
              <p14:xfrm>
                <a:off x="4571400" y="1175680"/>
                <a:ext cx="96840" cy="60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244B22-EF40-2760-5C11-88C74FF17E4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53760" y="1158040"/>
                  <a:ext cx="13248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865D14-D15B-B5B1-31E2-85D1DAD78E2E}"/>
                    </a:ext>
                  </a:extLst>
                </p14:cNvPr>
                <p14:cNvContentPartPr/>
                <p14:nvPr/>
              </p14:nvContentPartPr>
              <p14:xfrm>
                <a:off x="4581840" y="1054720"/>
                <a:ext cx="139320" cy="198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865D14-D15B-B5B1-31E2-85D1DAD78E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64200" y="1037080"/>
                  <a:ext cx="17496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81534D-34BC-5EB7-4181-EABF5B2071F5}"/>
                  </a:ext>
                </a:extLst>
              </p14:cNvPr>
              <p14:cNvContentPartPr/>
              <p14:nvPr/>
            </p14:nvContentPartPr>
            <p14:xfrm>
              <a:off x="5486160" y="1793440"/>
              <a:ext cx="343080" cy="360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81534D-34BC-5EB7-4181-EABF5B2071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68520" y="1775800"/>
                <a:ext cx="37872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16769FE-4506-E943-6EF5-F4969CE1B337}"/>
                  </a:ext>
                </a:extLst>
              </p14:cNvPr>
              <p14:cNvContentPartPr/>
              <p14:nvPr/>
            </p14:nvContentPartPr>
            <p14:xfrm>
              <a:off x="4823220" y="3451320"/>
              <a:ext cx="621720" cy="38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16769FE-4506-E943-6EF5-F4969CE1B3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05220" y="3433680"/>
                <a:ext cx="65736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4C305A98-7621-2F4D-DE3F-A564945DDFC6}"/>
              </a:ext>
            </a:extLst>
          </p:cNvPr>
          <p:cNvGrpSpPr/>
          <p:nvPr/>
        </p:nvGrpSpPr>
        <p:grpSpPr>
          <a:xfrm>
            <a:off x="4952820" y="2575440"/>
            <a:ext cx="874440" cy="991080"/>
            <a:chOff x="4952820" y="2575440"/>
            <a:chExt cx="87444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3D23CA-0B13-FAD5-100D-2F6F82A72C9B}"/>
                    </a:ext>
                  </a:extLst>
                </p14:cNvPr>
                <p14:cNvContentPartPr/>
                <p14:nvPr/>
              </p14:nvContentPartPr>
              <p14:xfrm>
                <a:off x="5311020" y="3438360"/>
                <a:ext cx="185760" cy="128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3D23CA-0B13-FAD5-100D-2F6F82A72C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93020" y="3420720"/>
                  <a:ext cx="221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AA1451-566D-BAA5-A817-E369D7B42D59}"/>
                    </a:ext>
                  </a:extLst>
                </p14:cNvPr>
                <p14:cNvContentPartPr/>
                <p14:nvPr/>
              </p14:nvContentPartPr>
              <p14:xfrm>
                <a:off x="4952820" y="2575440"/>
                <a:ext cx="855000" cy="880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AA1451-566D-BAA5-A817-E369D7B42D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34820" y="2557440"/>
                  <a:ext cx="89064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848E5D6-1F72-8109-1E36-ABE05B7C49B0}"/>
                    </a:ext>
                  </a:extLst>
                </p14:cNvPr>
                <p14:cNvContentPartPr/>
                <p14:nvPr/>
              </p14:nvContentPartPr>
              <p14:xfrm>
                <a:off x="5676780" y="3305520"/>
                <a:ext cx="150480" cy="168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848E5D6-1F72-8109-1E36-ABE05B7C49B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59140" y="3287520"/>
                  <a:ext cx="18612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F3857-1A63-D12C-1166-49E1CA75AC31}"/>
              </a:ext>
            </a:extLst>
          </p:cNvPr>
          <p:cNvGrpSpPr/>
          <p:nvPr/>
        </p:nvGrpSpPr>
        <p:grpSpPr>
          <a:xfrm>
            <a:off x="5753100" y="1737360"/>
            <a:ext cx="167760" cy="142560"/>
            <a:chOff x="5753100" y="1737360"/>
            <a:chExt cx="16776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82707F-0273-208C-C904-37A3CDF008DC}"/>
                    </a:ext>
                  </a:extLst>
                </p14:cNvPr>
                <p14:cNvContentPartPr/>
                <p14:nvPr/>
              </p14:nvContentPartPr>
              <p14:xfrm>
                <a:off x="5753100" y="1739520"/>
                <a:ext cx="153720" cy="28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82707F-0273-208C-C904-37A3CDF008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35460" y="1721880"/>
                  <a:ext cx="189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823DF0-E13B-B06A-7B37-DDFD3505A53B}"/>
                    </a:ext>
                  </a:extLst>
                </p14:cNvPr>
                <p14:cNvContentPartPr/>
                <p14:nvPr/>
              </p14:nvContentPartPr>
              <p14:xfrm>
                <a:off x="5865420" y="1737360"/>
                <a:ext cx="55440" cy="142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823DF0-E13B-B06A-7B37-DDFD3505A5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47780" y="1719360"/>
                  <a:ext cx="91080" cy="178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B1706647-E7AD-DFC2-B7D2-7A074D3593B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53835" y="184753"/>
            <a:ext cx="3534228" cy="243768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BC1733B-2399-93C2-832D-F6656CF8DA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06209" y="2865102"/>
            <a:ext cx="342947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98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1F0-49F8-EA9A-2829-4C8E799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936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729DB-2353-2E7E-08BB-B294133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913" y="23979"/>
            <a:ext cx="4639733" cy="2358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107F4-0794-8E07-8E1E-832CC195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2" y="2078232"/>
            <a:ext cx="4051140" cy="2404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E54363-7145-BB31-D67E-8D8FD74A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73513"/>
            <a:ext cx="4382945" cy="6671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9A37B-0DB7-2104-EE37-B6921EFC6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114" y="1624218"/>
            <a:ext cx="265652" cy="2031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632E01-23D3-6446-5F4A-DB1B0F556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516" y="1611255"/>
            <a:ext cx="208572" cy="2015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3C619-1F50-02A5-DA78-ABD5C6429A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743454"/>
            <a:ext cx="5258972" cy="1371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5DBE85-E196-74BA-E634-1F4BCFDAB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81" y="5373513"/>
            <a:ext cx="4591691" cy="676369"/>
          </a:xfrm>
          <a:prstGeom prst="rect">
            <a:avLst/>
          </a:prstGeom>
        </p:spPr>
      </p:pic>
      <p:sp>
        <p:nvSpPr>
          <p:cNvPr id="6" name="Arrow: Up-Down 5">
            <a:extLst>
              <a:ext uri="{FF2B5EF4-FFF2-40B4-BE49-F238E27FC236}">
                <a16:creationId xmlns:a16="http://schemas.microsoft.com/office/drawing/2014/main" id="{A42B01A4-6D18-BEB6-EC5C-A90555506700}"/>
              </a:ext>
            </a:extLst>
          </p:cNvPr>
          <p:cNvSpPr/>
          <p:nvPr/>
        </p:nvSpPr>
        <p:spPr>
          <a:xfrm>
            <a:off x="1907192" y="4562922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A4B41C58-C29F-8701-3AAD-98B56B676FA6}"/>
              </a:ext>
            </a:extLst>
          </p:cNvPr>
          <p:cNvSpPr/>
          <p:nvPr/>
        </p:nvSpPr>
        <p:spPr>
          <a:xfrm>
            <a:off x="7671386" y="4499891"/>
            <a:ext cx="431800" cy="745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F2CE50-ABC4-2358-6421-294B400C9434}"/>
                  </a:ext>
                </a:extLst>
              </p14:cNvPr>
              <p14:cNvContentPartPr/>
              <p14:nvPr/>
            </p14:nvContentPartPr>
            <p14:xfrm>
              <a:off x="1877787" y="5288640"/>
              <a:ext cx="1052640" cy="783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3F2CE50-ABC4-2358-6421-294B400C94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60147" y="5271000"/>
                <a:ext cx="1088280" cy="8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3CB411-D53E-52F4-FB14-48F964859790}"/>
                  </a:ext>
                </a:extLst>
              </p14:cNvPr>
              <p14:cNvContentPartPr/>
              <p14:nvPr/>
            </p14:nvContentPartPr>
            <p14:xfrm>
              <a:off x="7677387" y="5164080"/>
              <a:ext cx="1256040" cy="923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3CB411-D53E-52F4-FB14-48F9648597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59747" y="5146080"/>
                <a:ext cx="1291680" cy="9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4F00A0-BC91-9705-B752-5FB5AB180281}"/>
                  </a:ext>
                </a:extLst>
              </p14:cNvPr>
              <p14:cNvContentPartPr/>
              <p14:nvPr/>
            </p14:nvContentPartPr>
            <p14:xfrm>
              <a:off x="3376467" y="5298720"/>
              <a:ext cx="833400" cy="777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4F00A0-BC91-9705-B752-5FB5AB1802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58467" y="5281080"/>
                <a:ext cx="86904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435B49-FF21-C9B1-1A35-58A8986800FE}"/>
                  </a:ext>
                </a:extLst>
              </p14:cNvPr>
              <p14:cNvContentPartPr/>
              <p14:nvPr/>
            </p14:nvContentPartPr>
            <p14:xfrm>
              <a:off x="9582867" y="5223120"/>
              <a:ext cx="994680" cy="873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435B49-FF21-C9B1-1A35-58A8986800F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64867" y="5205120"/>
                <a:ext cx="1030320" cy="9093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4DF9B62-28B7-7DF2-BED7-B58EA5600AE0}"/>
              </a:ext>
            </a:extLst>
          </p:cNvPr>
          <p:cNvSpPr txBox="1"/>
          <p:nvPr/>
        </p:nvSpPr>
        <p:spPr>
          <a:xfrm>
            <a:off x="3587900" y="6400588"/>
            <a:ext cx="511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We want to find these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51F8912-3F20-4A6C-0153-5AFD5AD52664}"/>
                  </a:ext>
                </a:extLst>
              </p14:cNvPr>
              <p14:cNvContentPartPr/>
              <p14:nvPr/>
            </p14:nvContentPartPr>
            <p14:xfrm>
              <a:off x="2565027" y="6070200"/>
              <a:ext cx="994680" cy="546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51F8912-3F20-4A6C-0153-5AFD5AD526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47387" y="6052560"/>
                <a:ext cx="103032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ECD29B-3F8C-2A63-1AA4-237555C38360}"/>
                  </a:ext>
                </a:extLst>
              </p14:cNvPr>
              <p14:cNvContentPartPr/>
              <p14:nvPr/>
            </p14:nvContentPartPr>
            <p14:xfrm>
              <a:off x="3533067" y="6527400"/>
              <a:ext cx="132480" cy="145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ECD29B-3F8C-2A63-1AA4-237555C3836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15067" y="6509760"/>
                <a:ext cx="16812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9F7C531-378F-0CAF-936C-7783A0716730}"/>
              </a:ext>
            </a:extLst>
          </p:cNvPr>
          <p:cNvGrpSpPr/>
          <p:nvPr/>
        </p:nvGrpSpPr>
        <p:grpSpPr>
          <a:xfrm>
            <a:off x="3894507" y="6079200"/>
            <a:ext cx="232200" cy="372600"/>
            <a:chOff x="3894507" y="6079200"/>
            <a:chExt cx="2322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5523F9-3100-1213-E627-25FBB584CEBA}"/>
                    </a:ext>
                  </a:extLst>
                </p14:cNvPr>
                <p14:cNvContentPartPr/>
                <p14:nvPr/>
              </p14:nvContentPartPr>
              <p14:xfrm>
                <a:off x="3894507" y="6079200"/>
                <a:ext cx="189720" cy="329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5523F9-3100-1213-E627-25FBB584CE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76507" y="6061200"/>
                  <a:ext cx="225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33F3D-88A6-551B-2042-18F10220A6A6}"/>
                    </a:ext>
                  </a:extLst>
                </p14:cNvPr>
                <p14:cNvContentPartPr/>
                <p14:nvPr/>
              </p14:nvContentPartPr>
              <p14:xfrm>
                <a:off x="4004667" y="6325080"/>
                <a:ext cx="122040" cy="126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33F3D-88A6-551B-2042-18F10220A6A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7027" y="6307440"/>
                  <a:ext cx="15768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26075BB-E995-D72D-A61C-186AD62F3D0C}"/>
                  </a:ext>
                </a:extLst>
              </p14:cNvPr>
              <p14:cNvContentPartPr/>
              <p14:nvPr/>
            </p14:nvContentPartPr>
            <p14:xfrm>
              <a:off x="7372467" y="6171547"/>
              <a:ext cx="501840" cy="336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26075BB-E995-D72D-A61C-186AD62F3D0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54467" y="6153907"/>
                <a:ext cx="537480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280D083-975E-F390-522C-1EA3C6DE9423}"/>
              </a:ext>
            </a:extLst>
          </p:cNvPr>
          <p:cNvGrpSpPr/>
          <p:nvPr/>
        </p:nvGrpSpPr>
        <p:grpSpPr>
          <a:xfrm>
            <a:off x="7360947" y="6180720"/>
            <a:ext cx="2392920" cy="621360"/>
            <a:chOff x="7360947" y="6180720"/>
            <a:chExt cx="2392920" cy="6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3FD306-744F-1452-2CFE-64374C638A0E}"/>
                    </a:ext>
                  </a:extLst>
                </p14:cNvPr>
                <p14:cNvContentPartPr/>
                <p14:nvPr/>
              </p14:nvContentPartPr>
              <p14:xfrm>
                <a:off x="7649667" y="6180720"/>
                <a:ext cx="2104200" cy="55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3FD306-744F-1452-2CFE-64374C638A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31667" y="6162720"/>
                  <a:ext cx="213984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834EBD-7F47-C0E5-FE77-55E879FC0CA0}"/>
                    </a:ext>
                  </a:extLst>
                </p14:cNvPr>
                <p14:cNvContentPartPr/>
                <p14:nvPr/>
              </p14:nvContentPartPr>
              <p14:xfrm>
                <a:off x="7605747" y="6654840"/>
                <a:ext cx="144000" cy="147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834EBD-7F47-C0E5-FE77-55E879FC0C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87747" y="6636840"/>
                  <a:ext cx="179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7C659F-6E99-9F19-54D3-73C8A7546071}"/>
                    </a:ext>
                  </a:extLst>
                </p14:cNvPr>
                <p14:cNvContentPartPr/>
                <p14:nvPr/>
              </p14:nvContentPartPr>
              <p14:xfrm>
                <a:off x="7360947" y="6417787"/>
                <a:ext cx="173520" cy="10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7C659F-6E99-9F19-54D3-73C8A75460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43307" y="6399787"/>
                  <a:ext cx="20916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7250046-9751-D517-37A0-5A978DEC91D9}"/>
                  </a:ext>
                </a:extLst>
              </p14:cNvPr>
              <p14:cNvContentPartPr/>
              <p14:nvPr/>
            </p14:nvContentPartPr>
            <p14:xfrm>
              <a:off x="956907" y="4199467"/>
              <a:ext cx="20052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7250046-9751-D517-37A0-5A978DEC91D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907" y="4091467"/>
                <a:ext cx="30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87C76A5-5738-7B4B-9E7A-2DD77932F179}"/>
                  </a:ext>
                </a:extLst>
              </p14:cNvPr>
              <p14:cNvContentPartPr/>
              <p14:nvPr/>
            </p14:nvContentPartPr>
            <p14:xfrm>
              <a:off x="939627" y="4266787"/>
              <a:ext cx="252000" cy="18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87C76A5-5738-7B4B-9E7A-2DD77932F17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85627" y="4159147"/>
                <a:ext cx="359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9734A46-1DC7-5B08-AAC8-D441D96BA53E}"/>
                  </a:ext>
                </a:extLst>
              </p14:cNvPr>
              <p14:cNvContentPartPr/>
              <p14:nvPr/>
            </p14:nvContentPartPr>
            <p14:xfrm>
              <a:off x="1667907" y="4216027"/>
              <a:ext cx="22464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9734A46-1DC7-5B08-AAC8-D441D96BA53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614267" y="4108387"/>
                <a:ext cx="332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F58A0D-E355-B6A6-492A-747D0005E0D0}"/>
                  </a:ext>
                </a:extLst>
              </p14:cNvPr>
              <p14:cNvContentPartPr/>
              <p14:nvPr/>
            </p14:nvContentPartPr>
            <p14:xfrm>
              <a:off x="1684827" y="4275427"/>
              <a:ext cx="189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F58A0D-E355-B6A6-492A-747D0005E0D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30827" y="4167427"/>
                <a:ext cx="297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1F6273C-1B6B-2BE4-2F58-98C9A74674E5}"/>
                  </a:ext>
                </a:extLst>
              </p14:cNvPr>
              <p14:cNvContentPartPr/>
              <p14:nvPr/>
            </p14:nvContentPartPr>
            <p14:xfrm>
              <a:off x="5867307" y="2878627"/>
              <a:ext cx="2307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1F6273C-1B6B-2BE4-2F58-98C9A74674E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13307" y="2770627"/>
                <a:ext cx="338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BE0E705-2781-665D-D136-6E4BDF43BFF8}"/>
                  </a:ext>
                </a:extLst>
              </p14:cNvPr>
              <p14:cNvContentPartPr/>
              <p14:nvPr/>
            </p14:nvContentPartPr>
            <p14:xfrm>
              <a:off x="5867307" y="2971867"/>
              <a:ext cx="27720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BE0E705-2781-665D-D136-6E4BDF43BFF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13307" y="2863867"/>
                <a:ext cx="384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4EB2CD6-4D9E-1387-B8BF-B632B88323BB}"/>
                  </a:ext>
                </a:extLst>
              </p14:cNvPr>
              <p14:cNvContentPartPr/>
              <p14:nvPr/>
            </p14:nvContentPartPr>
            <p14:xfrm>
              <a:off x="6722307" y="2872867"/>
              <a:ext cx="282600" cy="22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4EB2CD6-4D9E-1387-B8BF-B632B88323B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668667" y="2765227"/>
                <a:ext cx="3902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2D30502-6DAC-E832-F515-0913CD94E5CF}"/>
                  </a:ext>
                </a:extLst>
              </p14:cNvPr>
              <p14:cNvContentPartPr/>
              <p14:nvPr/>
            </p14:nvContentPartPr>
            <p14:xfrm>
              <a:off x="6747867" y="2954587"/>
              <a:ext cx="296640" cy="19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2D30502-6DAC-E832-F515-0913CD94E5C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94227" y="2846587"/>
                <a:ext cx="4042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4124F0F-C15E-B8EA-E510-BA47630A1F3F}"/>
                  </a:ext>
                </a:extLst>
              </p14:cNvPr>
              <p14:cNvContentPartPr/>
              <p14:nvPr/>
            </p14:nvContentPartPr>
            <p14:xfrm>
              <a:off x="7594227" y="2844427"/>
              <a:ext cx="30420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4124F0F-C15E-B8EA-E510-BA47630A1F3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40587" y="2736787"/>
                <a:ext cx="411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D15C8E5-76D0-2C33-CEBE-8E8DC9FE6A11}"/>
                  </a:ext>
                </a:extLst>
              </p14:cNvPr>
              <p14:cNvContentPartPr/>
              <p14:nvPr/>
            </p14:nvContentPartPr>
            <p14:xfrm>
              <a:off x="7611507" y="2971867"/>
              <a:ext cx="268920" cy="9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D15C8E5-76D0-2C33-CEBE-8E8DC9FE6A1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557867" y="2863867"/>
                <a:ext cx="3765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5E3779E-948C-7385-3A34-FD3B9CE2696A}"/>
                  </a:ext>
                </a:extLst>
              </p14:cNvPr>
              <p14:cNvContentPartPr/>
              <p14:nvPr/>
            </p14:nvContentPartPr>
            <p14:xfrm>
              <a:off x="8465940" y="2857500"/>
              <a:ext cx="27864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5E3779E-948C-7385-3A34-FD3B9CE2696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11940" y="2749500"/>
                <a:ext cx="386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19EE4FB-E3F6-0D09-8EC6-945EF987717E}"/>
                  </a:ext>
                </a:extLst>
              </p14:cNvPr>
              <p14:cNvContentPartPr/>
              <p14:nvPr/>
            </p14:nvContentPartPr>
            <p14:xfrm>
              <a:off x="8465940" y="2941380"/>
              <a:ext cx="266400" cy="162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19EE4FB-E3F6-0D09-8EC6-945EF987717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411940" y="2833380"/>
                <a:ext cx="3740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B5B3F2B-B4F8-0EB0-4CEF-0D994F7E4F5D}"/>
                  </a:ext>
                </a:extLst>
              </p14:cNvPr>
              <p14:cNvContentPartPr/>
              <p14:nvPr/>
            </p14:nvContentPartPr>
            <p14:xfrm>
              <a:off x="8465940" y="2858220"/>
              <a:ext cx="312840" cy="174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B5B3F2B-B4F8-0EB0-4CEF-0D994F7E4F5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11940" y="2750220"/>
                <a:ext cx="4204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7949C1C-AE49-AE19-9D78-A95F7292F751}"/>
                  </a:ext>
                </a:extLst>
              </p14:cNvPr>
              <p14:cNvContentPartPr/>
              <p14:nvPr/>
            </p14:nvContentPartPr>
            <p14:xfrm>
              <a:off x="9357300" y="2841300"/>
              <a:ext cx="332280" cy="16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7949C1C-AE49-AE19-9D78-A95F7292F75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303300" y="2733660"/>
                <a:ext cx="43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2E6B217-4CAE-7B05-3720-261ED184C52C}"/>
                  </a:ext>
                </a:extLst>
              </p14:cNvPr>
              <p14:cNvContentPartPr/>
              <p14:nvPr/>
            </p14:nvContentPartPr>
            <p14:xfrm>
              <a:off x="9357300" y="2964060"/>
              <a:ext cx="277920" cy="8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2E6B217-4CAE-7B05-3720-261ED184C52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303300" y="2856060"/>
                <a:ext cx="385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053521-CC44-F209-E49A-F2DB5669AC20}"/>
                  </a:ext>
                </a:extLst>
              </p14:cNvPr>
              <p14:cNvContentPartPr/>
              <p14:nvPr/>
            </p14:nvContentPartPr>
            <p14:xfrm>
              <a:off x="9639180" y="2979540"/>
              <a:ext cx="3240" cy="3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053521-CC44-F209-E49A-F2DB5669AC2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585180" y="2871540"/>
                <a:ext cx="1108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D321B9-E1BD-38F4-C4E1-14E1303C7860}"/>
                  </a:ext>
                </a:extLst>
              </p14:cNvPr>
              <p14:cNvContentPartPr/>
              <p14:nvPr/>
            </p14:nvContentPartPr>
            <p14:xfrm>
              <a:off x="5821740" y="3364740"/>
              <a:ext cx="277920" cy="196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D321B9-E1BD-38F4-C4E1-14E1303C786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767740" y="3256740"/>
                <a:ext cx="38556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AFE01B2-6689-EF17-2C31-71A8A0950B5C}"/>
                  </a:ext>
                </a:extLst>
              </p14:cNvPr>
              <p14:cNvContentPartPr/>
              <p14:nvPr/>
            </p14:nvContentPartPr>
            <p14:xfrm>
              <a:off x="6735780" y="3389220"/>
              <a:ext cx="248400" cy="194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AFE01B2-6689-EF17-2C31-71A8A0950B5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82140" y="3281220"/>
                <a:ext cx="356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32E5382-2E2C-6DE5-C045-5C4F9A5D6909}"/>
                  </a:ext>
                </a:extLst>
              </p14:cNvPr>
              <p14:cNvContentPartPr/>
              <p14:nvPr/>
            </p14:nvContentPartPr>
            <p14:xfrm>
              <a:off x="7574220" y="3352140"/>
              <a:ext cx="351720" cy="185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32E5382-2E2C-6DE5-C045-5C4F9A5D690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520220" y="3244500"/>
                <a:ext cx="45936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17DD045-7DCB-DD84-49DC-8CF41FF8F6C7}"/>
                  </a:ext>
                </a:extLst>
              </p14:cNvPr>
              <p14:cNvContentPartPr/>
              <p14:nvPr/>
            </p14:nvContentPartPr>
            <p14:xfrm>
              <a:off x="8481060" y="3370140"/>
              <a:ext cx="284760" cy="213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17DD045-7DCB-DD84-49DC-8CF41FF8F6C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27060" y="3262500"/>
                <a:ext cx="39240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3B71DD3-CE37-CDDE-5361-9A5354A5B6BA}"/>
                  </a:ext>
                </a:extLst>
              </p14:cNvPr>
              <p14:cNvContentPartPr/>
              <p14:nvPr/>
            </p14:nvContentPartPr>
            <p14:xfrm>
              <a:off x="10248660" y="2864700"/>
              <a:ext cx="192600" cy="137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3B71DD3-CE37-CDDE-5361-9A5354A5B6B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194660" y="2756700"/>
                <a:ext cx="30024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F21B58F-BA01-56DC-22A3-8368B8E12225}"/>
                  </a:ext>
                </a:extLst>
              </p14:cNvPr>
              <p14:cNvContentPartPr/>
              <p14:nvPr/>
            </p14:nvContentPartPr>
            <p14:xfrm>
              <a:off x="10241100" y="3017340"/>
              <a:ext cx="175320" cy="16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F21B58F-BA01-56DC-22A3-8368B8E1222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87100" y="2909340"/>
                <a:ext cx="2829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9035E54-7301-3EDE-D497-CA6ED9579587}"/>
                  </a:ext>
                </a:extLst>
              </p14:cNvPr>
              <p14:cNvContentPartPr/>
              <p14:nvPr/>
            </p14:nvContentPartPr>
            <p14:xfrm>
              <a:off x="10279260" y="3398580"/>
              <a:ext cx="16740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9035E54-7301-3EDE-D497-CA6ED957958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225260" y="3290580"/>
                <a:ext cx="275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156C22F-112D-A88F-CF9B-012EAAE7DD8A}"/>
                  </a:ext>
                </a:extLst>
              </p14:cNvPr>
              <p14:cNvContentPartPr/>
              <p14:nvPr/>
            </p14:nvContentPartPr>
            <p14:xfrm>
              <a:off x="10286820" y="3505140"/>
              <a:ext cx="1209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156C22F-112D-A88F-CF9B-012EAAE7DD8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232820" y="3397140"/>
                <a:ext cx="228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79F066-283E-054D-0960-B0FB2C9D1156}"/>
                  </a:ext>
                </a:extLst>
              </p14:cNvPr>
              <p14:cNvContentPartPr/>
              <p14:nvPr/>
            </p14:nvContentPartPr>
            <p14:xfrm>
              <a:off x="10439460" y="3402180"/>
              <a:ext cx="8280" cy="80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79F066-283E-054D-0960-B0FB2C9D115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385460" y="3294540"/>
                <a:ext cx="1159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75EDF66-7C45-3B3C-08D2-B697E8DDF441}"/>
                  </a:ext>
                </a:extLst>
              </p14:cNvPr>
              <p14:cNvContentPartPr/>
              <p14:nvPr/>
            </p14:nvContentPartPr>
            <p14:xfrm>
              <a:off x="5821740" y="4031100"/>
              <a:ext cx="24408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75EDF66-7C45-3B3C-08D2-B697E8DDF44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67740" y="3923100"/>
                <a:ext cx="351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3DAD7A7-A52E-3BCE-6952-DD563B76176E}"/>
                  </a:ext>
                </a:extLst>
              </p14:cNvPr>
              <p14:cNvContentPartPr/>
              <p14:nvPr/>
            </p14:nvContentPartPr>
            <p14:xfrm>
              <a:off x="5814180" y="3893580"/>
              <a:ext cx="307440" cy="90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3DAD7A7-A52E-3BCE-6952-DD563B76176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60180" y="3785940"/>
                <a:ext cx="4150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DA17A19-E107-157E-647C-5298DC00B1B7}"/>
                  </a:ext>
                </a:extLst>
              </p14:cNvPr>
              <p14:cNvContentPartPr/>
              <p14:nvPr/>
            </p14:nvContentPartPr>
            <p14:xfrm>
              <a:off x="6682860" y="3893220"/>
              <a:ext cx="264960" cy="38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DA17A19-E107-157E-647C-5298DC00B1B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628860" y="3785580"/>
                <a:ext cx="3726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475539-4B66-9E46-6E07-6C26D4421B41}"/>
                  </a:ext>
                </a:extLst>
              </p14:cNvPr>
              <p14:cNvContentPartPr/>
              <p14:nvPr/>
            </p14:nvContentPartPr>
            <p14:xfrm>
              <a:off x="6697980" y="4015620"/>
              <a:ext cx="25704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475539-4B66-9E46-6E07-6C26D4421B4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643980" y="3907620"/>
                <a:ext cx="364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DB581E-6DF0-EAD3-3ECC-DEADBEB95458}"/>
                  </a:ext>
                </a:extLst>
              </p14:cNvPr>
              <p14:cNvContentPartPr/>
              <p14:nvPr/>
            </p14:nvContentPartPr>
            <p14:xfrm>
              <a:off x="6976620" y="3886020"/>
              <a:ext cx="10800" cy="81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DB581E-6DF0-EAD3-3ECC-DEADBEB9545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922980" y="3778020"/>
                <a:ext cx="1184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49C675A-D10A-2D83-CF95-8F10672EA253}"/>
                  </a:ext>
                </a:extLst>
              </p14:cNvPr>
              <p14:cNvContentPartPr/>
              <p14:nvPr/>
            </p14:nvContentPartPr>
            <p14:xfrm>
              <a:off x="7566660" y="3917700"/>
              <a:ext cx="254520" cy="15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49C675A-D10A-2D83-CF95-8F10672EA25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512660" y="3810060"/>
                <a:ext cx="3621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AE2E1AC-F7EC-CC6B-0413-F2D6CAE3BC46}"/>
                  </a:ext>
                </a:extLst>
              </p14:cNvPr>
              <p14:cNvContentPartPr/>
              <p14:nvPr/>
            </p14:nvContentPartPr>
            <p14:xfrm>
              <a:off x="7581780" y="3992940"/>
              <a:ext cx="277560" cy="30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AE2E1AC-F7EC-CC6B-0413-F2D6CAE3BC4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527780" y="3884940"/>
                <a:ext cx="3852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A94AA21-EA10-E1FA-2E61-7259E948171C}"/>
                  </a:ext>
                </a:extLst>
              </p14:cNvPr>
              <p14:cNvContentPartPr/>
              <p14:nvPr/>
            </p14:nvContentPartPr>
            <p14:xfrm>
              <a:off x="7604820" y="3863340"/>
              <a:ext cx="2289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A94AA21-EA10-E1FA-2E61-7259E948171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50820" y="3755340"/>
                <a:ext cx="336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022872B-BFB2-5E42-7EDF-9504409CC40C}"/>
                  </a:ext>
                </a:extLst>
              </p14:cNvPr>
              <p14:cNvContentPartPr/>
              <p14:nvPr/>
            </p14:nvContentPartPr>
            <p14:xfrm>
              <a:off x="7894260" y="3863340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022872B-BFB2-5E42-7EDF-9504409CC40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840260" y="37553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E90E829-2D1B-E983-576C-3C9739900979}"/>
                  </a:ext>
                </a:extLst>
              </p14:cNvPr>
              <p14:cNvContentPartPr/>
              <p14:nvPr/>
            </p14:nvContentPartPr>
            <p14:xfrm>
              <a:off x="8480700" y="3866940"/>
              <a:ext cx="269640" cy="197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E90E829-2D1B-E983-576C-3C973990097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426700" y="3759300"/>
                <a:ext cx="3772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E088846-E81D-AD02-2D3A-5E715167FFF9}"/>
                  </a:ext>
                </a:extLst>
              </p14:cNvPr>
              <p14:cNvContentPartPr/>
              <p14:nvPr/>
            </p14:nvContentPartPr>
            <p14:xfrm>
              <a:off x="10256580" y="3802140"/>
              <a:ext cx="199800" cy="2822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E088846-E81D-AD02-2D3A-5E715167FFF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202580" y="3694500"/>
                <a:ext cx="30744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C35C956-4F36-5325-868F-B29D2505AF72}"/>
                  </a:ext>
                </a:extLst>
              </p14:cNvPr>
              <p14:cNvContentPartPr/>
              <p14:nvPr/>
            </p14:nvContentPartPr>
            <p14:xfrm>
              <a:off x="10348020" y="3977460"/>
              <a:ext cx="12600" cy="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C35C956-4F36-5325-868F-B29D2505AF7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294020" y="3869460"/>
                <a:ext cx="1202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6212100-37D2-1F5D-BFE0-F6C8B1E616AD}"/>
                  </a:ext>
                </a:extLst>
              </p14:cNvPr>
              <p14:cNvContentPartPr/>
              <p14:nvPr/>
            </p14:nvContentPartPr>
            <p14:xfrm>
              <a:off x="9396180" y="3337380"/>
              <a:ext cx="254160" cy="266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212100-37D2-1F5D-BFE0-F6C8B1E616A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342180" y="3229380"/>
                <a:ext cx="36180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F2FC6D6-F9D7-591F-A702-A0913C2EDC06}"/>
                  </a:ext>
                </a:extLst>
              </p14:cNvPr>
              <p14:cNvContentPartPr/>
              <p14:nvPr/>
            </p14:nvContentPartPr>
            <p14:xfrm>
              <a:off x="9459540" y="3466980"/>
              <a:ext cx="95760" cy="853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F2FC6D6-F9D7-591F-A702-A0913C2EDC0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405900" y="3358980"/>
                <a:ext cx="203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89DA8B4-8F10-30D2-998C-B0D97566C24C}"/>
                  </a:ext>
                </a:extLst>
              </p14:cNvPr>
              <p14:cNvContentPartPr/>
              <p14:nvPr/>
            </p14:nvContentPartPr>
            <p14:xfrm>
              <a:off x="9394740" y="3851460"/>
              <a:ext cx="214920" cy="232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89DA8B4-8F10-30D2-998C-B0D97566C24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340740" y="3743820"/>
                <a:ext cx="3225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935E667-385C-87A5-43C2-C96254082B53}"/>
                  </a:ext>
                </a:extLst>
              </p14:cNvPr>
              <p14:cNvContentPartPr/>
              <p14:nvPr/>
            </p14:nvContentPartPr>
            <p14:xfrm>
              <a:off x="944820" y="3787020"/>
              <a:ext cx="194040" cy="8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935E667-385C-87A5-43C2-C96254082B5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90820" y="3679020"/>
                <a:ext cx="3016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68E433E-B4A9-AC03-AC52-C641171B8BC8}"/>
                  </a:ext>
                </a:extLst>
              </p14:cNvPr>
              <p14:cNvContentPartPr/>
              <p14:nvPr/>
            </p14:nvContentPartPr>
            <p14:xfrm>
              <a:off x="914220" y="3718620"/>
              <a:ext cx="2109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68E433E-B4A9-AC03-AC52-C641171B8BC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60220" y="3610620"/>
                <a:ext cx="318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6FBD437-747C-02EE-0D25-7AB74B014458}"/>
                  </a:ext>
                </a:extLst>
              </p14:cNvPr>
              <p14:cNvContentPartPr/>
              <p14:nvPr/>
            </p14:nvContentPartPr>
            <p14:xfrm>
              <a:off x="1607940" y="3725820"/>
              <a:ext cx="246240" cy="131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6FBD437-747C-02EE-0D25-7AB74B01445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553940" y="3618180"/>
                <a:ext cx="3538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D559BCE-972A-925C-8DD6-3BD9D9E3AAD8}"/>
                  </a:ext>
                </a:extLst>
              </p14:cNvPr>
              <p14:cNvContentPartPr/>
              <p14:nvPr/>
            </p14:nvContentPartPr>
            <p14:xfrm>
              <a:off x="2377260" y="3787020"/>
              <a:ext cx="168120" cy="24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D559BCE-972A-925C-8DD6-3BD9D9E3AAD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323260" y="3679020"/>
                <a:ext cx="2757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A6600B1-7138-EBC1-4F7F-A9C8C1A6C801}"/>
                  </a:ext>
                </a:extLst>
              </p14:cNvPr>
              <p14:cNvContentPartPr/>
              <p14:nvPr/>
            </p14:nvContentPartPr>
            <p14:xfrm>
              <a:off x="2377260" y="3702780"/>
              <a:ext cx="228600" cy="91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A6600B1-7138-EBC1-4F7F-A9C8C1A6C80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323260" y="3594780"/>
                <a:ext cx="3362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048966-BADB-A9A0-8A3C-ECB4EDDC96F3}"/>
                  </a:ext>
                </a:extLst>
              </p14:cNvPr>
              <p14:cNvContentPartPr/>
              <p14:nvPr/>
            </p14:nvContentPartPr>
            <p14:xfrm>
              <a:off x="2383380" y="4134420"/>
              <a:ext cx="222120" cy="155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048966-BADB-A9A0-8A3C-ECB4EDDC96F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329740" y="4026420"/>
                <a:ext cx="3297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C694DD0-0F81-A55E-CD25-20C76CBB9B8D}"/>
                  </a:ext>
                </a:extLst>
              </p14:cNvPr>
              <p14:cNvContentPartPr/>
              <p14:nvPr/>
            </p14:nvContentPartPr>
            <p14:xfrm>
              <a:off x="3822288" y="4175448"/>
              <a:ext cx="20052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C694DD0-0F81-A55E-CD25-20C76CBB9B8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68288" y="4067808"/>
                <a:ext cx="30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65A82BA-9B99-0D12-A31A-78EE59021B33}"/>
                  </a:ext>
                </a:extLst>
              </p14:cNvPr>
              <p14:cNvContentPartPr/>
              <p14:nvPr/>
            </p14:nvContentPartPr>
            <p14:xfrm>
              <a:off x="3822288" y="4273008"/>
              <a:ext cx="177120" cy="79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65A82BA-9B99-0D12-A31A-78EE59021B3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768288" y="4165368"/>
                <a:ext cx="2847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89E7622-590E-1899-24AC-3E44A683FFEF}"/>
                  </a:ext>
                </a:extLst>
              </p14:cNvPr>
              <p14:cNvContentPartPr/>
              <p14:nvPr/>
            </p14:nvContentPartPr>
            <p14:xfrm>
              <a:off x="3852528" y="3730488"/>
              <a:ext cx="158760" cy="6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89E7622-590E-1899-24AC-3E44A683FFE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98528" y="3622848"/>
                <a:ext cx="2664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9D060A8-4EF7-BEE4-B2EE-AA2C0F6539A2}"/>
                  </a:ext>
                </a:extLst>
              </p14:cNvPr>
              <p14:cNvContentPartPr/>
              <p14:nvPr/>
            </p14:nvContentPartPr>
            <p14:xfrm>
              <a:off x="3840288" y="3815808"/>
              <a:ext cx="13320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9D060A8-4EF7-BEE4-B2EE-AA2C0F6539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786648" y="3708168"/>
                <a:ext cx="240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84335D9-28CD-4917-2556-D13EFEEAD188}"/>
                  </a:ext>
                </a:extLst>
              </p14:cNvPr>
              <p14:cNvContentPartPr/>
              <p14:nvPr/>
            </p14:nvContentPartPr>
            <p14:xfrm>
              <a:off x="3864768" y="3693408"/>
              <a:ext cx="140760" cy="1029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84335D9-28CD-4917-2556-D13EFEEAD18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11128" y="3585768"/>
                <a:ext cx="2484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5849C06-F121-3FDC-B94E-675E5AB8848C}"/>
                  </a:ext>
                </a:extLst>
              </p14:cNvPr>
              <p14:cNvContentPartPr/>
              <p14:nvPr/>
            </p14:nvContentPartPr>
            <p14:xfrm>
              <a:off x="920328" y="3175440"/>
              <a:ext cx="227520" cy="2055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5849C06-F121-3FDC-B94E-675E5AB8848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6328" y="3067800"/>
                <a:ext cx="33516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0369829-5EE3-8A0B-5D94-7A05C1A3C5E6}"/>
                  </a:ext>
                </a:extLst>
              </p14:cNvPr>
              <p14:cNvContentPartPr/>
              <p14:nvPr/>
            </p14:nvContentPartPr>
            <p14:xfrm>
              <a:off x="1621248" y="3279480"/>
              <a:ext cx="226800" cy="309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0369829-5EE3-8A0B-5D94-7A05C1A3C5E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567608" y="3171480"/>
                <a:ext cx="3344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B448C50-28F9-6D02-38EE-B61C5F437071}"/>
                  </a:ext>
                </a:extLst>
              </p14:cNvPr>
              <p14:cNvContentPartPr/>
              <p14:nvPr/>
            </p14:nvContentPartPr>
            <p14:xfrm>
              <a:off x="1615128" y="3183360"/>
              <a:ext cx="254520" cy="111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B448C50-28F9-6D02-38EE-B61C5F43707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561488" y="3075720"/>
                <a:ext cx="3621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88A51FC-9CA7-2301-8A84-6C065BD6AC23}"/>
                  </a:ext>
                </a:extLst>
              </p14:cNvPr>
              <p14:cNvContentPartPr/>
              <p14:nvPr/>
            </p14:nvContentPartPr>
            <p14:xfrm>
              <a:off x="2383368" y="3200280"/>
              <a:ext cx="21816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88A51FC-9CA7-2301-8A84-6C065BD6AC2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329368" y="3092280"/>
                <a:ext cx="325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6807C9D-6729-A6D8-E9CA-C3ED8DDC6FF8}"/>
                  </a:ext>
                </a:extLst>
              </p14:cNvPr>
              <p14:cNvContentPartPr/>
              <p14:nvPr/>
            </p14:nvContentPartPr>
            <p14:xfrm>
              <a:off x="2383368" y="3291720"/>
              <a:ext cx="219960" cy="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6807C9D-6729-A6D8-E9CA-C3ED8DDC6FF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329368" y="3184080"/>
                <a:ext cx="327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C4CF10C-CB5F-65AB-9DC1-2D955FB35030}"/>
                  </a:ext>
                </a:extLst>
              </p14:cNvPr>
              <p14:cNvContentPartPr/>
              <p14:nvPr/>
            </p14:nvContentPartPr>
            <p14:xfrm>
              <a:off x="3133248" y="3196680"/>
              <a:ext cx="191880" cy="3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C4CF10C-CB5F-65AB-9DC1-2D955FB3503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79608" y="3088680"/>
                <a:ext cx="299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75C4476-C01C-0D09-133C-90E5D3FF8111}"/>
                  </a:ext>
                </a:extLst>
              </p14:cNvPr>
              <p14:cNvContentPartPr/>
              <p14:nvPr/>
            </p14:nvContentPartPr>
            <p14:xfrm>
              <a:off x="3114888" y="3220080"/>
              <a:ext cx="219960" cy="90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75C4476-C01C-0D09-133C-90E5D3FF811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060888" y="3112440"/>
                <a:ext cx="3276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12B87D6-291D-3F79-5A3E-80B32B356819}"/>
                  </a:ext>
                </a:extLst>
              </p14:cNvPr>
              <p14:cNvContentPartPr/>
              <p14:nvPr/>
            </p14:nvContentPartPr>
            <p14:xfrm>
              <a:off x="3838488" y="3198480"/>
              <a:ext cx="150840" cy="126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12B87D6-291D-3F79-5A3E-80B32B35681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84848" y="3090480"/>
                <a:ext cx="2584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C785DB9-F582-40A0-50EF-29D7E052C361}"/>
                  </a:ext>
                </a:extLst>
              </p14:cNvPr>
              <p14:cNvContentPartPr/>
              <p14:nvPr/>
            </p14:nvContentPartPr>
            <p14:xfrm>
              <a:off x="913848" y="2231160"/>
              <a:ext cx="267840" cy="110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C785DB9-F582-40A0-50EF-29D7E052C36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0208" y="2123160"/>
                <a:ext cx="37548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880914D-B836-86C2-2859-06FE00BDB753}"/>
                  </a:ext>
                </a:extLst>
              </p14:cNvPr>
              <p14:cNvContentPartPr/>
              <p14:nvPr/>
            </p14:nvContentPartPr>
            <p14:xfrm>
              <a:off x="932568" y="2698440"/>
              <a:ext cx="231840" cy="9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880914D-B836-86C2-2859-06FE00BDB7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78928" y="2590800"/>
                <a:ext cx="339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D33E567-88B1-1AD7-81E7-439F239612BF}"/>
                  </a:ext>
                </a:extLst>
              </p14:cNvPr>
              <p14:cNvContentPartPr/>
              <p14:nvPr/>
            </p14:nvContentPartPr>
            <p14:xfrm>
              <a:off x="1621968" y="2222160"/>
              <a:ext cx="253080" cy="1321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D33E567-88B1-1AD7-81E7-439F239612B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567968" y="2114160"/>
                <a:ext cx="3607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97AF7B3-9B2E-3D18-727E-9BF3FC591393}"/>
                  </a:ext>
                </a:extLst>
              </p14:cNvPr>
              <p14:cNvContentPartPr/>
              <p14:nvPr/>
            </p14:nvContentPartPr>
            <p14:xfrm>
              <a:off x="1657248" y="2671080"/>
              <a:ext cx="197640" cy="182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97AF7B3-9B2E-3D18-727E-9BF3FC59139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603248" y="2563080"/>
                <a:ext cx="30528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9DD5C01-719B-88F9-224F-24D10AB3D039}"/>
                  </a:ext>
                </a:extLst>
              </p14:cNvPr>
              <p14:cNvContentPartPr/>
              <p14:nvPr/>
            </p14:nvContentPartPr>
            <p14:xfrm>
              <a:off x="1724928" y="2834520"/>
              <a:ext cx="79200" cy="3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9DD5C01-719B-88F9-224F-24D10AB3D03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71288" y="2726520"/>
                <a:ext cx="186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D700780-9558-8A24-44D6-19B4A847A32E}"/>
                  </a:ext>
                </a:extLst>
              </p14:cNvPr>
              <p14:cNvContentPartPr/>
              <p14:nvPr/>
            </p14:nvContentPartPr>
            <p14:xfrm>
              <a:off x="3139350" y="3817440"/>
              <a:ext cx="17208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D700780-9558-8A24-44D6-19B4A847A32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085350" y="3709800"/>
                <a:ext cx="279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DD01836-BABD-8267-AA83-4BCF45DF2D72}"/>
                  </a:ext>
                </a:extLst>
              </p14:cNvPr>
              <p14:cNvContentPartPr/>
              <p14:nvPr/>
            </p14:nvContentPartPr>
            <p14:xfrm>
              <a:off x="3120270" y="3710880"/>
              <a:ext cx="215640" cy="97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DD01836-BABD-8267-AA83-4BCF45DF2D7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066630" y="3602880"/>
                <a:ext cx="3232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C048EB5-2320-D948-3778-B2E961EF79EF}"/>
                  </a:ext>
                </a:extLst>
              </p14:cNvPr>
              <p14:cNvContentPartPr/>
              <p14:nvPr/>
            </p14:nvContentPartPr>
            <p14:xfrm>
              <a:off x="3135390" y="4149720"/>
              <a:ext cx="181440" cy="201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C048EB5-2320-D948-3778-B2E961EF79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081390" y="4041720"/>
                <a:ext cx="2890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8BD4C80-9B0E-416B-A608-ACD36A699BFD}"/>
                  </a:ext>
                </a:extLst>
              </p14:cNvPr>
              <p14:cNvContentPartPr/>
              <p14:nvPr/>
            </p14:nvContentPartPr>
            <p14:xfrm>
              <a:off x="3802320" y="2706480"/>
              <a:ext cx="176400" cy="132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8BD4C80-9B0E-416B-A608-ACD36A699BF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48680" y="2598480"/>
                <a:ext cx="2840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47DE5C6-1BC5-562A-1F88-ABDFD3712530}"/>
                  </a:ext>
                </a:extLst>
              </p14:cNvPr>
              <p14:cNvContentPartPr/>
              <p14:nvPr/>
            </p14:nvContentPartPr>
            <p14:xfrm>
              <a:off x="3858840" y="2196360"/>
              <a:ext cx="138960" cy="208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47DE5C6-1BC5-562A-1F88-ABDFD371253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805200" y="2088360"/>
                <a:ext cx="2466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53CA7D0C-5C9C-B05A-E4FF-057D50BF143C}"/>
                  </a:ext>
                </a:extLst>
              </p14:cNvPr>
              <p14:cNvContentPartPr/>
              <p14:nvPr/>
            </p14:nvContentPartPr>
            <p14:xfrm>
              <a:off x="2372760" y="2173680"/>
              <a:ext cx="218880" cy="211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53CA7D0C-5C9C-B05A-E4FF-057D50BF143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19120" y="2066040"/>
                <a:ext cx="32652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D475E8B-6AF4-C78F-0E0E-D61433B72DC6}"/>
                  </a:ext>
                </a:extLst>
              </p14:cNvPr>
              <p14:cNvContentPartPr/>
              <p14:nvPr/>
            </p14:nvContentPartPr>
            <p14:xfrm>
              <a:off x="2415600" y="2377440"/>
              <a:ext cx="13716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D475E8B-6AF4-C78F-0E0E-D61433B72DC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361600" y="2269440"/>
                <a:ext cx="244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BFAC195-55FB-73F4-2294-66D6F0369E39}"/>
                  </a:ext>
                </a:extLst>
              </p14:cNvPr>
              <p14:cNvContentPartPr/>
              <p14:nvPr/>
            </p14:nvContentPartPr>
            <p14:xfrm>
              <a:off x="3126240" y="2178720"/>
              <a:ext cx="188640" cy="1760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BFAC195-55FB-73F4-2294-66D6F0369E3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072600" y="2071080"/>
                <a:ext cx="2962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C4494E3-3A2C-5736-C092-4459A2AA4BA8}"/>
                  </a:ext>
                </a:extLst>
              </p14:cNvPr>
              <p14:cNvContentPartPr/>
              <p14:nvPr/>
            </p14:nvContentPartPr>
            <p14:xfrm>
              <a:off x="3129840" y="2698920"/>
              <a:ext cx="185040" cy="177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C4494E3-3A2C-5736-C092-4459A2AA4BA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075840" y="2591280"/>
                <a:ext cx="2926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A183A37-0C24-AAB6-63BD-22DD68D7BBAC}"/>
                  </a:ext>
                </a:extLst>
              </p14:cNvPr>
              <p14:cNvContentPartPr/>
              <p14:nvPr/>
            </p14:nvContentPartPr>
            <p14:xfrm>
              <a:off x="2392560" y="2717280"/>
              <a:ext cx="196920" cy="167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A183A37-0C24-AAB6-63BD-22DD68D7BBA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38920" y="2609280"/>
                <a:ext cx="304560" cy="382680"/>
              </a:xfrm>
              <a:prstGeom prst="rect">
                <a:avLst/>
              </a:prstGeom>
            </p:spPr>
          </p:pic>
        </mc:Fallback>
      </mc:AlternateContent>
      <p:pic>
        <p:nvPicPr>
          <p:cNvPr id="133" name="Picture 132">
            <a:extLst>
              <a:ext uri="{FF2B5EF4-FFF2-40B4-BE49-F238E27FC236}">
                <a16:creationId xmlns:a16="http://schemas.microsoft.com/office/drawing/2014/main" id="{500E86AA-7D8B-444B-FFE3-D75A2B835EAA}"/>
              </a:ext>
            </a:extLst>
      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7972682" y="631713"/>
            <a:ext cx="211194" cy="250569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CF9FF913-D00B-65D2-0FBD-BCEFF5CFB50F}"/>
              </a:ext>
            </a:extLst>
      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8146391" y="1600963"/>
            <a:ext cx="221319" cy="18590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8B5565E8-CE5A-0D31-4167-82BF352637FE}"/>
              </a:ext>
            </a:extLst>
          </p:cNvPr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10405572" y="1615463"/>
            <a:ext cx="186400" cy="19416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5DE37407-1263-75D5-F599-308F822D15E8}"/>
              </a:ext>
            </a:extLst>
      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8357860" y="687010"/>
            <a:ext cx="166299" cy="166299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9C78D7D-B7FF-BAE0-2DB2-8C08FEF828E8}"/>
              </a:ext>
            </a:extLst>
      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10241100" y="716962"/>
            <a:ext cx="176194" cy="15102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351D05BF-34FC-F113-EFE0-C099883CD6A3}"/>
              </a:ext>
            </a:extLst>
          </p:cNvPr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10562372" y="707114"/>
            <a:ext cx="198253" cy="170718"/>
          </a:xfrm>
          <a:prstGeom prst="rect">
            <a:avLst/>
          </a:prstGeom>
        </p:spPr>
      </p:pic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B4029F79-BC1A-9A76-4BAC-906E5F1F3DD2}"/>
              </a:ext>
            </a:extLst>
          </p:cNvPr>
          <p:cNvSpPr/>
          <p:nvPr/>
        </p:nvSpPr>
        <p:spPr>
          <a:xfrm>
            <a:off x="11274723" y="1932445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F9BAB2BE-2B78-401A-D966-498F7E311290}"/>
              </a:ext>
            </a:extLst>
          </p:cNvPr>
          <p:cNvSpPr/>
          <p:nvPr/>
        </p:nvSpPr>
        <p:spPr>
          <a:xfrm>
            <a:off x="11274723" y="1044134"/>
            <a:ext cx="401887" cy="409235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16FB90-02F5-CFC8-40C7-FB21EC9C8B5B}"/>
              </a:ext>
            </a:extLst>
          </p:cNvPr>
          <p:cNvSpPr txBox="1"/>
          <p:nvPr/>
        </p:nvSpPr>
        <p:spPr>
          <a:xfrm>
            <a:off x="11238599" y="1059292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(2)</a:t>
            </a:r>
            <a:endParaRPr lang="en-US" baseline="30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0CCA3B7-4311-34D2-C875-E43BE5EDABCB}"/>
              </a:ext>
            </a:extLst>
          </p:cNvPr>
          <p:cNvSpPr txBox="1"/>
          <p:nvPr/>
        </p:nvSpPr>
        <p:spPr>
          <a:xfrm>
            <a:off x="11238598" y="1952396"/>
            <a:ext cx="47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600" baseline="30000" dirty="0"/>
              <a:t>(1)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306920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872-14A2-39C9-EF91-ED1C1634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3035"/>
            <a:ext cx="10515600" cy="1325563"/>
          </a:xfrm>
        </p:spPr>
        <p:txBody>
          <a:bodyPr/>
          <a:lstStyle/>
          <a:p>
            <a:r>
              <a:rPr lang="en-US" dirty="0"/>
              <a:t>Some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F21BF-6DA2-9BC3-2D8B-D7A1059EA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94105"/>
            <a:ext cx="1228852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number of neurons per hidden layer </a:t>
            </a:r>
            <a:r>
              <a:rPr lang="en-US" dirty="0"/>
              <a:t>and the </a:t>
            </a:r>
            <a:r>
              <a:rPr lang="en-US" b="1" dirty="0"/>
              <a:t>number of hidden layers</a:t>
            </a:r>
          </a:p>
          <a:p>
            <a:pPr marL="0" indent="0">
              <a:buNone/>
            </a:pPr>
            <a:r>
              <a:rPr lang="en-US" dirty="0"/>
              <a:t> 	  </a:t>
            </a:r>
            <a:r>
              <a:rPr lang="en-US" b="1" i="1" dirty="0"/>
              <a:t>hyperparameters</a:t>
            </a:r>
            <a:r>
              <a:rPr lang="en-US" dirty="0"/>
              <a:t> that we need to decide about them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some of the most used activation functions (      ):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6D305D1-473D-DDA0-C282-255933F4218A}"/>
              </a:ext>
            </a:extLst>
          </p:cNvPr>
          <p:cNvSpPr/>
          <p:nvPr/>
        </p:nvSpPr>
        <p:spPr>
          <a:xfrm flipV="1">
            <a:off x="157480" y="1696720"/>
            <a:ext cx="978408" cy="294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DD461-EBD2-E6B3-1AE1-134D6B1B6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622" y="2575532"/>
            <a:ext cx="295316" cy="400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C8C8F5-C14A-B173-2B3B-BD41EFE24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46" y="3269774"/>
            <a:ext cx="3467108" cy="524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575368-1934-C0D7-5F52-80FFB39C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010" y="4222778"/>
            <a:ext cx="4621980" cy="779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62048B-A2B0-BF2A-18AD-C14E59052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285" y="5295100"/>
            <a:ext cx="2940910" cy="8889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BC92A6-9BDC-E3CB-D8B2-AF69F1662AD8}"/>
              </a:ext>
            </a:extLst>
          </p:cNvPr>
          <p:cNvSpPr txBox="1"/>
          <p:nvPr/>
        </p:nvSpPr>
        <p:spPr>
          <a:xfrm>
            <a:off x="8432800" y="5523866"/>
            <a:ext cx="436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- hyperbolic tangent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82C4D5-3975-49F4-3980-A9A63BC5A455}"/>
              </a:ext>
            </a:extLst>
          </p:cNvPr>
          <p:cNvSpPr txBox="1"/>
          <p:nvPr/>
        </p:nvSpPr>
        <p:spPr>
          <a:xfrm>
            <a:off x="8331200" y="3299432"/>
            <a:ext cx="436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- rectified linear unit</a:t>
            </a:r>
          </a:p>
        </p:txBody>
      </p:sp>
    </p:spTree>
    <p:extLst>
      <p:ext uri="{BB962C8B-B14F-4D97-AF65-F5344CB8AC3E}">
        <p14:creationId xmlns:p14="http://schemas.microsoft.com/office/powerpoint/2010/main" val="80116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F8CA-DC55-259A-AAD8-DBA20A42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6235"/>
            <a:ext cx="10515600" cy="1325563"/>
          </a:xfrm>
        </p:spPr>
        <p:txBody>
          <a:bodyPr/>
          <a:lstStyle/>
          <a:p>
            <a:r>
              <a:rPr lang="en-US" dirty="0"/>
              <a:t>Why should we use activation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5874-E497-EB0A-15C4-2F885592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29" y="969328"/>
            <a:ext cx="11998910" cy="4351338"/>
          </a:xfrm>
        </p:spPr>
        <p:txBody>
          <a:bodyPr/>
          <a:lstStyle/>
          <a:p>
            <a:r>
              <a:rPr lang="en-US" dirty="0"/>
              <a:t>Suppose we don’t use the activation function     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BAE55-9A27-227C-A638-5CB571D7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218" y="940531"/>
            <a:ext cx="295316" cy="400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64EE80-1F5C-B3F6-17E0-6E06F8988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992" y="1618522"/>
            <a:ext cx="3330229" cy="882261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3F488FAC-AC1B-7651-9899-AAF1C461448C}"/>
              </a:ext>
            </a:extLst>
          </p:cNvPr>
          <p:cNvSpPr/>
          <p:nvPr/>
        </p:nvSpPr>
        <p:spPr>
          <a:xfrm>
            <a:off x="5624369" y="2666059"/>
            <a:ext cx="336671" cy="650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EFC45F-1517-73E4-B876-F1B338A252FC}"/>
                  </a:ext>
                </a:extLst>
              </p14:cNvPr>
              <p14:cNvContentPartPr/>
              <p14:nvPr/>
            </p14:nvContentPartPr>
            <p14:xfrm>
              <a:off x="5124988" y="1704404"/>
              <a:ext cx="263880" cy="375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EFC45F-1517-73E4-B876-F1B338A252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7348" y="1686764"/>
                <a:ext cx="2995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68BA41-D987-F270-B92F-4310AA414FEE}"/>
                  </a:ext>
                </a:extLst>
              </p14:cNvPr>
              <p14:cNvContentPartPr/>
              <p14:nvPr/>
            </p14:nvContentPartPr>
            <p14:xfrm>
              <a:off x="5122468" y="1757684"/>
              <a:ext cx="303840" cy="291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68BA41-D987-F270-B92F-4310AA414F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4468" y="1740044"/>
                <a:ext cx="3394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5FFE17-14B4-29CB-0220-4182F1CF3172}"/>
                  </a:ext>
                </a:extLst>
              </p14:cNvPr>
              <p14:cNvContentPartPr/>
              <p14:nvPr/>
            </p14:nvContentPartPr>
            <p14:xfrm>
              <a:off x="7432228" y="1837604"/>
              <a:ext cx="87120" cy="20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5FFE17-14B4-29CB-0220-4182F1CF31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9588" y="1774604"/>
                <a:ext cx="21276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84171CB-6AD5-D8E9-5FAE-93D4860202D0}"/>
                  </a:ext>
                </a:extLst>
              </p14:cNvPr>
              <p14:cNvContentPartPr/>
              <p14:nvPr/>
            </p14:nvContentPartPr>
            <p14:xfrm>
              <a:off x="6959908" y="2467964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84171CB-6AD5-D8E9-5FAE-93D4860202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6908" y="2404964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C8695B6-10C5-E80B-75E6-F0E91AD31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992" y="3419626"/>
            <a:ext cx="3473426" cy="92019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C8E3C43-20AF-D02A-D29E-D1663C5D10EA}"/>
              </a:ext>
            </a:extLst>
          </p:cNvPr>
          <p:cNvGrpSpPr/>
          <p:nvPr/>
        </p:nvGrpSpPr>
        <p:grpSpPr>
          <a:xfrm>
            <a:off x="5150280" y="3456060"/>
            <a:ext cx="2424960" cy="849240"/>
            <a:chOff x="5150280" y="3456060"/>
            <a:chExt cx="2424960" cy="84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8E65B60-2EA5-45ED-254C-1B2AE11C0B59}"/>
                    </a:ext>
                  </a:extLst>
                </p14:cNvPr>
                <p14:cNvContentPartPr/>
                <p14:nvPr/>
              </p14:nvContentPartPr>
              <p14:xfrm>
                <a:off x="5150280" y="3456060"/>
                <a:ext cx="2424960" cy="66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8E65B60-2EA5-45ED-254C-1B2AE11C0B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7280" y="3393420"/>
                  <a:ext cx="25506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47772A-D803-4589-418E-34AC99773063}"/>
                    </a:ext>
                  </a:extLst>
                </p14:cNvPr>
                <p14:cNvContentPartPr/>
                <p14:nvPr/>
              </p14:nvContentPartPr>
              <p14:xfrm>
                <a:off x="7071240" y="430494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47772A-D803-4589-418E-34AC997730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08600" y="42423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F870D1C-CE52-F1A1-2A55-6E71F7790F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3208" y="3487415"/>
            <a:ext cx="1858032" cy="3795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B52F65-CAA0-BD73-25D9-1A76644436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0242" y="5485942"/>
            <a:ext cx="7692132" cy="1353014"/>
          </a:xfrm>
          <a:prstGeom prst="rect">
            <a:avLst/>
          </a:prstGeom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82833193-8177-590C-7D2C-085B6F3CFBED}"/>
              </a:ext>
            </a:extLst>
          </p:cNvPr>
          <p:cNvSpPr/>
          <p:nvPr/>
        </p:nvSpPr>
        <p:spPr>
          <a:xfrm>
            <a:off x="5624369" y="4656234"/>
            <a:ext cx="336671" cy="650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7301B32-0B82-409A-0E75-D776093490DE}"/>
              </a:ext>
            </a:extLst>
          </p:cNvPr>
          <p:cNvSpPr/>
          <p:nvPr/>
        </p:nvSpPr>
        <p:spPr>
          <a:xfrm>
            <a:off x="9743440" y="61615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0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F8CA-DC55-259A-AAD8-DBA20A42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6235"/>
            <a:ext cx="10515600" cy="1325563"/>
          </a:xfrm>
        </p:spPr>
        <p:txBody>
          <a:bodyPr/>
          <a:lstStyle/>
          <a:p>
            <a:r>
              <a:rPr lang="en-US" dirty="0"/>
              <a:t>Why should we use activation functions?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5FFE17-14B4-29CB-0220-4182F1CF3172}"/>
                  </a:ext>
                </a:extLst>
              </p14:cNvPr>
              <p14:cNvContentPartPr/>
              <p14:nvPr/>
            </p14:nvContentPartPr>
            <p14:xfrm>
              <a:off x="7432228" y="1837604"/>
              <a:ext cx="87120" cy="20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5FFE17-14B4-29CB-0220-4182F1CF31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9228" y="1774604"/>
                <a:ext cx="21276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84171CB-6AD5-D8E9-5FAE-93D4860202D0}"/>
                  </a:ext>
                </a:extLst>
              </p14:cNvPr>
              <p14:cNvContentPartPr/>
              <p14:nvPr/>
            </p14:nvContentPartPr>
            <p14:xfrm>
              <a:off x="6959908" y="2467964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84171CB-6AD5-D8E9-5FAE-93D4860202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96908" y="2404964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C8E3C43-20AF-D02A-D29E-D1663C5D10EA}"/>
              </a:ext>
            </a:extLst>
          </p:cNvPr>
          <p:cNvGrpSpPr/>
          <p:nvPr/>
        </p:nvGrpSpPr>
        <p:grpSpPr>
          <a:xfrm>
            <a:off x="5150280" y="3456060"/>
            <a:ext cx="2424960" cy="849240"/>
            <a:chOff x="5150280" y="3456060"/>
            <a:chExt cx="2424960" cy="84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8E65B60-2EA5-45ED-254C-1B2AE11C0B59}"/>
                    </a:ext>
                  </a:extLst>
                </p14:cNvPr>
                <p14:cNvContentPartPr/>
                <p14:nvPr/>
              </p14:nvContentPartPr>
              <p14:xfrm>
                <a:off x="5150280" y="3456060"/>
                <a:ext cx="2424960" cy="66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8E65B60-2EA5-45ED-254C-1B2AE11C0B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87280" y="3393060"/>
                  <a:ext cx="25506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47772A-D803-4589-418E-34AC99773063}"/>
                    </a:ext>
                  </a:extLst>
                </p14:cNvPr>
                <p14:cNvContentPartPr/>
                <p14:nvPr/>
              </p14:nvContentPartPr>
              <p14:xfrm>
                <a:off x="7071240" y="430494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47772A-D803-4589-418E-34AC997730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8240" y="42419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49D3113-B9D4-4D1B-14D8-66BC7DDD4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8215" y="1062640"/>
            <a:ext cx="4901305" cy="571026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E303A745-D0D4-6336-72E5-95A7405A527E}"/>
              </a:ext>
            </a:extLst>
          </p:cNvPr>
          <p:cNvSpPr/>
          <p:nvPr/>
        </p:nvSpPr>
        <p:spPr>
          <a:xfrm>
            <a:off x="579120" y="11611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C42EAC-89F1-9C2F-D119-99A1B540CF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893" y="1206426"/>
            <a:ext cx="5212707" cy="3827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4BD7D53-D69C-4407-2B5F-A3D1BDBD1776}"/>
                  </a:ext>
                </a:extLst>
              </p14:cNvPr>
              <p14:cNvContentPartPr/>
              <p14:nvPr/>
            </p14:nvContentPartPr>
            <p14:xfrm>
              <a:off x="7416840" y="1515880"/>
              <a:ext cx="957240" cy="144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4BD7D53-D69C-4407-2B5F-A3D1BDBD17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98840" y="1497880"/>
                <a:ext cx="9928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87ED91B-8F9C-80B4-0AE6-A7D6B73B7D68}"/>
                  </a:ext>
                </a:extLst>
              </p14:cNvPr>
              <p14:cNvContentPartPr/>
              <p14:nvPr/>
            </p14:nvContentPartPr>
            <p14:xfrm>
              <a:off x="8859360" y="1505800"/>
              <a:ext cx="1677960" cy="141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87ED91B-8F9C-80B4-0AE6-A7D6B73B7D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41360" y="1487800"/>
                <a:ext cx="17136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99A6DE7-3782-946A-1B9F-B84E80AE2D48}"/>
                  </a:ext>
                </a:extLst>
              </p14:cNvPr>
              <p14:cNvContentPartPr/>
              <p14:nvPr/>
            </p14:nvContentPartPr>
            <p14:xfrm>
              <a:off x="7467600" y="1828360"/>
              <a:ext cx="13788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99A6DE7-3782-946A-1B9F-B84E80AE2D4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49960" y="1810360"/>
                <a:ext cx="1735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BFFE646-49A0-85C0-A288-80B24DDB7FC0}"/>
                  </a:ext>
                </a:extLst>
              </p14:cNvPr>
              <p14:cNvContentPartPr/>
              <p14:nvPr/>
            </p14:nvContentPartPr>
            <p14:xfrm>
              <a:off x="7497840" y="1950760"/>
              <a:ext cx="99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BFFE646-49A0-85C0-A288-80B24DDB7FC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80200" y="1932760"/>
                <a:ext cx="135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65D8205-57B3-F195-8C54-64A799E4950B}"/>
                  </a:ext>
                </a:extLst>
              </p14:cNvPr>
              <p14:cNvContentPartPr/>
              <p14:nvPr/>
            </p14:nvContentPartPr>
            <p14:xfrm>
              <a:off x="9225120" y="1919800"/>
              <a:ext cx="12780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65D8205-57B3-F195-8C54-64A799E4950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07120" y="1902160"/>
                <a:ext cx="163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F6B8B08-CD3E-BD5C-27B8-4674D25601AE}"/>
                  </a:ext>
                </a:extLst>
              </p14:cNvPr>
              <p14:cNvContentPartPr/>
              <p14:nvPr/>
            </p14:nvContentPartPr>
            <p14:xfrm>
              <a:off x="9245640" y="2011600"/>
              <a:ext cx="11124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F6B8B08-CD3E-BD5C-27B8-4674D25601A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27640" y="1993600"/>
                <a:ext cx="14688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4AAB0875-65A0-58F9-D864-A8F5B9E2B34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62812" y="1744816"/>
            <a:ext cx="299428" cy="2994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3F83958-023F-5908-5CE2-02925DECE3D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22076" y="1744816"/>
            <a:ext cx="276264" cy="35247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6AF9D9F-5176-ACEA-FA16-65711EDBB62D}"/>
              </a:ext>
            </a:extLst>
          </p:cNvPr>
          <p:cNvGrpSpPr/>
          <p:nvPr/>
        </p:nvGrpSpPr>
        <p:grpSpPr>
          <a:xfrm>
            <a:off x="12071088" y="1468824"/>
            <a:ext cx="30072" cy="52920"/>
            <a:chOff x="12071088" y="1468824"/>
            <a:chExt cx="30072" cy="5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A34352-C53B-E07E-C0FF-C38FD51A9034}"/>
                    </a:ext>
                  </a:extLst>
                </p14:cNvPr>
                <p14:cNvContentPartPr/>
                <p14:nvPr/>
              </p14:nvContentPartPr>
              <p14:xfrm>
                <a:off x="12100800" y="149320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A34352-C53B-E07E-C0FF-C38FD51A90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091800" y="1484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C72027-A190-E794-E7D6-346C801D27C5}"/>
                    </a:ext>
                  </a:extLst>
                </p14:cNvPr>
                <p14:cNvContentPartPr/>
                <p14:nvPr/>
              </p14:nvContentPartPr>
              <p14:xfrm>
                <a:off x="12079920" y="148312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C72027-A190-E794-E7D6-346C801D27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071280" y="1474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D4BF33-3957-0962-D665-664CF3F9F065}"/>
                    </a:ext>
                  </a:extLst>
                </p14:cNvPr>
                <p14:cNvContentPartPr/>
                <p14:nvPr/>
              </p14:nvContentPartPr>
              <p14:xfrm>
                <a:off x="12071088" y="1468824"/>
                <a:ext cx="11160" cy="5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D4BF33-3957-0962-D665-664CF3F9F0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062448" y="1460184"/>
                  <a:ext cx="28800" cy="70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CDF0E8-8DF5-F879-F785-003435855BB7}"/>
              </a:ext>
            </a:extLst>
          </p:cNvPr>
          <p:cNvSpPr txBox="1"/>
          <p:nvPr/>
        </p:nvSpPr>
        <p:spPr>
          <a:xfrm>
            <a:off x="106531" y="2353365"/>
            <a:ext cx="118073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Conclusion</a:t>
            </a:r>
            <a:r>
              <a:rPr lang="en-US" sz="2000" dirty="0"/>
              <a:t>: this is </a:t>
            </a:r>
            <a:r>
              <a:rPr lang="en-US" sz="2000" b="1" dirty="0"/>
              <a:t>equivalent to a single-layer linear model</a:t>
            </a:r>
            <a:r>
              <a:rPr lang="en-US" sz="2000" dirty="0"/>
              <a:t>. As a result, no matter how many layers you stack, the model would be limited to learning </a:t>
            </a:r>
            <a:r>
              <a:rPr lang="en-US" sz="2000" b="1" dirty="0"/>
              <a:t>linear relationships</a:t>
            </a:r>
            <a:r>
              <a:rPr lang="en-US" sz="2000" dirty="0"/>
              <a:t> in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activation functions introduce </a:t>
            </a:r>
            <a:r>
              <a:rPr lang="en-US" sz="2000" b="1" dirty="0"/>
              <a:t>non-linearity</a:t>
            </a:r>
            <a:r>
              <a:rPr lang="en-US" sz="2000" dirty="0"/>
              <a:t> into the model. By applying a non-linear activation function (like </a:t>
            </a:r>
            <a:r>
              <a:rPr lang="en-US" sz="2000" dirty="0" err="1"/>
              <a:t>ReLU</a:t>
            </a:r>
            <a:r>
              <a:rPr lang="en-US" sz="2000" dirty="0"/>
              <a:t>, sigmoid, or tanh) to </a:t>
            </a:r>
            <a:r>
              <a:rPr lang="en-US" sz="2000" i="1" dirty="0"/>
              <a:t>H</a:t>
            </a:r>
            <a:r>
              <a:rPr lang="en-US" sz="2000" dirty="0"/>
              <a:t>, the model can learn non-linear patterns</a:t>
            </a:r>
          </a:p>
        </p:txBody>
      </p:sp>
    </p:spTree>
    <p:extLst>
      <p:ext uri="{BB962C8B-B14F-4D97-AF65-F5344CB8AC3E}">
        <p14:creationId xmlns:p14="http://schemas.microsoft.com/office/powerpoint/2010/main" val="2567106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30D2E-75A7-E6D1-45C2-DAA829CE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88" y="3939548"/>
            <a:ext cx="7821116" cy="1743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07828E-B9B7-71D6-1875-1FF6E0226288}"/>
              </a:ext>
            </a:extLst>
          </p:cNvPr>
          <p:cNvSpPr txBox="1"/>
          <p:nvPr/>
        </p:nvSpPr>
        <p:spPr>
          <a:xfrm>
            <a:off x="0" y="221212"/>
            <a:ext cx="907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Example: the XOR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BF8A5A-A399-BE78-0D6C-6CBAAF055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649" y="337785"/>
            <a:ext cx="7403756" cy="3532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E30C7-7E7E-073E-6903-C4A197F1E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36" y="932727"/>
            <a:ext cx="2002116" cy="2271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19F1FD-8468-7E2F-2C95-CF819C955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36" y="5969945"/>
            <a:ext cx="8268854" cy="6668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FE07B5D-5437-2E77-04DE-8EB0A22B6FAC}"/>
                  </a:ext>
                </a:extLst>
              </p14:cNvPr>
              <p14:cNvContentPartPr/>
              <p14:nvPr/>
            </p14:nvContentPartPr>
            <p14:xfrm>
              <a:off x="3701908" y="6380675"/>
              <a:ext cx="845280" cy="342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FE07B5D-5437-2E77-04DE-8EB0A22B6F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38908" y="6317675"/>
                <a:ext cx="97092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A75EDF1-F646-A584-61B3-21C64E00175B}"/>
                  </a:ext>
                </a:extLst>
              </p14:cNvPr>
              <p14:cNvContentPartPr/>
              <p14:nvPr/>
            </p14:nvContentPartPr>
            <p14:xfrm>
              <a:off x="896068" y="5805755"/>
              <a:ext cx="8786880" cy="951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A75EDF1-F646-A584-61B3-21C64E0017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8428" y="5787755"/>
                <a:ext cx="8822520" cy="9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6156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D5C391-7495-3323-B329-F5F63F33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381" y="2633164"/>
            <a:ext cx="7053475" cy="1902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B49781-AE3C-8319-8A80-F3ECE994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381" y="4777159"/>
            <a:ext cx="7084007" cy="20808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0E46BB8-E1FF-5033-3D87-EEF02A3B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6235"/>
            <a:ext cx="10515600" cy="1325563"/>
          </a:xfrm>
        </p:spPr>
        <p:txBody>
          <a:bodyPr/>
          <a:lstStyle/>
          <a:p>
            <a:r>
              <a:rPr lang="en-US" sz="4400" dirty="0"/>
              <a:t>Example of problems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08F1E-F7F0-0AEB-CFBE-44C5B750CF85}"/>
              </a:ext>
            </a:extLst>
          </p:cNvPr>
          <p:cNvSpPr txBox="1"/>
          <p:nvPr/>
        </p:nvSpPr>
        <p:spPr>
          <a:xfrm>
            <a:off x="147601" y="1486935"/>
            <a:ext cx="2717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b="1" dirty="0"/>
              <a:t>Image segmentation </a:t>
            </a:r>
            <a:r>
              <a:rPr lang="en-US" dirty="0"/>
              <a:t>(semantic segmentation):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6554CE-5E97-1072-E789-5031A8529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381" y="772553"/>
            <a:ext cx="7084007" cy="17356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362DB60-E9DC-7421-86D5-6C7F0099C76A}"/>
              </a:ext>
            </a:extLst>
          </p:cNvPr>
          <p:cNvSpPr txBox="1"/>
          <p:nvPr/>
        </p:nvSpPr>
        <p:spPr>
          <a:xfrm>
            <a:off x="187999" y="3681295"/>
            <a:ext cx="271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b="1" dirty="0"/>
              <a:t>Depth estimation</a:t>
            </a:r>
            <a:r>
              <a:rPr lang="en-US" dirty="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88D0E-67A0-F82D-F9F8-FD6CCF5273D6}"/>
              </a:ext>
            </a:extLst>
          </p:cNvPr>
          <p:cNvSpPr txBox="1"/>
          <p:nvPr/>
        </p:nvSpPr>
        <p:spPr>
          <a:xfrm>
            <a:off x="147601" y="5817579"/>
            <a:ext cx="271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b="1" dirty="0"/>
              <a:t>Image classification</a:t>
            </a:r>
            <a:r>
              <a:rPr lang="en-US" dirty="0"/>
              <a:t>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B9EC2C-F787-FE01-5A3F-6B9462CFB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561" y="1195480"/>
            <a:ext cx="1249114" cy="794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0E3C4C8-A941-838A-9537-D913598273AF}"/>
                  </a:ext>
                </a:extLst>
              </p14:cNvPr>
              <p14:cNvContentPartPr/>
              <p14:nvPr/>
            </p14:nvContentPartPr>
            <p14:xfrm>
              <a:off x="5874915" y="1894995"/>
              <a:ext cx="63360" cy="155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0E3C4C8-A941-838A-9537-D913598273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6915" y="1876995"/>
                <a:ext cx="99000" cy="19116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ACFF7677-3280-97CA-7436-21D82942D3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8765" y="3279135"/>
            <a:ext cx="1410706" cy="12077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7E278C-C7EB-102F-37F6-3A83DAB1B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8765" y="5516730"/>
            <a:ext cx="1410706" cy="120770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0889F-EF6B-BD46-31AB-7EAB4237EBD0}"/>
              </a:ext>
            </a:extLst>
          </p:cNvPr>
          <p:cNvCxnSpPr>
            <a:cxnSpLocks/>
          </p:cNvCxnSpPr>
          <p:nvPr/>
        </p:nvCxnSpPr>
        <p:spPr>
          <a:xfrm flipV="1">
            <a:off x="0" y="2583399"/>
            <a:ext cx="12192000" cy="1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DA15AF-A7D2-0C72-A520-2B071949EC19}"/>
              </a:ext>
            </a:extLst>
          </p:cNvPr>
          <p:cNvCxnSpPr>
            <a:cxnSpLocks/>
          </p:cNvCxnSpPr>
          <p:nvPr/>
        </p:nvCxnSpPr>
        <p:spPr>
          <a:xfrm flipV="1">
            <a:off x="0" y="4719683"/>
            <a:ext cx="12192000" cy="1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31ECCE-2AD5-1FA6-910A-1F75F3CD3657}"/>
                  </a:ext>
                </a:extLst>
              </p14:cNvPr>
              <p14:cNvContentPartPr/>
              <p14:nvPr/>
            </p14:nvContentPartPr>
            <p14:xfrm>
              <a:off x="6297690" y="2220930"/>
              <a:ext cx="301680" cy="1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31ECCE-2AD5-1FA6-910A-1F75F3CD36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35050" y="2158290"/>
                <a:ext cx="42732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7DD5315-82DA-B665-8434-AD4E964621D1}"/>
              </a:ext>
            </a:extLst>
          </p:cNvPr>
          <p:cNvGrpSpPr/>
          <p:nvPr/>
        </p:nvGrpSpPr>
        <p:grpSpPr>
          <a:xfrm>
            <a:off x="6004290" y="2022930"/>
            <a:ext cx="861840" cy="92160"/>
            <a:chOff x="6004290" y="2022930"/>
            <a:chExt cx="861840" cy="9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651B3E-00E7-1451-B15F-9060ABFDD4E4}"/>
                    </a:ext>
                  </a:extLst>
                </p14:cNvPr>
                <p14:cNvContentPartPr/>
                <p14:nvPr/>
              </p14:nvContentPartPr>
              <p14:xfrm>
                <a:off x="6617730" y="2086650"/>
                <a:ext cx="248400" cy="10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651B3E-00E7-1451-B15F-9060ABFDD4E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55090" y="2024010"/>
                  <a:ext cx="374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5258A4-6811-4E22-FFB3-203F5994ED28}"/>
                    </a:ext>
                  </a:extLst>
                </p14:cNvPr>
                <p14:cNvContentPartPr/>
                <p14:nvPr/>
              </p14:nvContentPartPr>
              <p14:xfrm>
                <a:off x="6762450" y="203445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5258A4-6811-4E22-FFB3-203F5994ED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99810" y="19714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BF5E67-3928-B62A-D586-F06669EB9D0A}"/>
                    </a:ext>
                  </a:extLst>
                </p14:cNvPr>
                <p14:cNvContentPartPr/>
                <p14:nvPr/>
              </p14:nvContentPartPr>
              <p14:xfrm>
                <a:off x="6004290" y="2022930"/>
                <a:ext cx="540720" cy="92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BF5E67-3928-B62A-D586-F06669EB9D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41650" y="1959930"/>
                  <a:ext cx="666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42D13D-DEE3-9CDD-8F67-D73EEAEC6946}"/>
                    </a:ext>
                  </a:extLst>
                </p14:cNvPr>
                <p14:cNvContentPartPr/>
                <p14:nvPr/>
              </p14:nvContentPartPr>
              <p14:xfrm>
                <a:off x="6450330" y="206109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42D13D-DEE3-9CDD-8F67-D73EEAEC69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87330" y="19980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3DD0CF-8BA3-5F1E-289D-140727C361EA}"/>
                    </a:ext>
                  </a:extLst>
                </p14:cNvPr>
                <p14:cNvContentPartPr/>
                <p14:nvPr/>
              </p14:nvContentPartPr>
              <p14:xfrm>
                <a:off x="6541770" y="209133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3DD0CF-8BA3-5F1E-289D-140727C361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8770" y="20286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0E8A57B-7607-DBDA-A05D-431538919278}"/>
                  </a:ext>
                </a:extLst>
              </p14:cNvPr>
              <p14:cNvContentPartPr/>
              <p14:nvPr/>
            </p14:nvContentPartPr>
            <p14:xfrm>
              <a:off x="6042450" y="4179330"/>
              <a:ext cx="828720" cy="53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0E8A57B-7607-DBDA-A05D-43153891927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79810" y="4116690"/>
                <a:ext cx="9543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61D567-2671-91C0-3650-98D597BFE4CC}"/>
                  </a:ext>
                </a:extLst>
              </p14:cNvPr>
              <p14:cNvContentPartPr/>
              <p14:nvPr/>
            </p14:nvContentPartPr>
            <p14:xfrm>
              <a:off x="6263490" y="4350690"/>
              <a:ext cx="353520" cy="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61D567-2671-91C0-3650-98D597BFE4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00490" y="4288050"/>
                <a:ext cx="479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8627B9-FA44-BC61-548B-5516F582444B}"/>
                  </a:ext>
                </a:extLst>
              </p14:cNvPr>
              <p14:cNvContentPartPr/>
              <p14:nvPr/>
            </p14:nvContentPartPr>
            <p14:xfrm>
              <a:off x="6773970" y="415269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8627B9-FA44-BC61-548B-5516F58244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1330" y="408969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91A654F-ECC8-6CD9-6195-108FBC270929}"/>
                  </a:ext>
                </a:extLst>
              </p14:cNvPr>
              <p14:cNvContentPartPr/>
              <p14:nvPr/>
            </p14:nvContentPartPr>
            <p14:xfrm>
              <a:off x="6476970" y="417537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91A654F-ECC8-6CD9-6195-108FBC2709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13970" y="41127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756AF2F-06E3-620D-9A8D-3748559DE179}"/>
                  </a:ext>
                </a:extLst>
              </p14:cNvPr>
              <p14:cNvContentPartPr/>
              <p14:nvPr/>
            </p14:nvContentPartPr>
            <p14:xfrm>
              <a:off x="6073050" y="6404280"/>
              <a:ext cx="805680" cy="207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756AF2F-06E3-620D-9A8D-3748559DE1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10050" y="6341640"/>
                <a:ext cx="9313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FB71EEC-3C6B-D7BD-8A37-558A7A3FA9D0}"/>
                  </a:ext>
                </a:extLst>
              </p14:cNvPr>
              <p14:cNvContentPartPr/>
              <p14:nvPr/>
            </p14:nvContentPartPr>
            <p14:xfrm>
              <a:off x="6229290" y="6423360"/>
              <a:ext cx="634320" cy="20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FB71EEC-3C6B-D7BD-8A37-558A7A3FA9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66290" y="6360720"/>
                <a:ext cx="759960" cy="1458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D9F77DB-B656-8968-6045-C1DF1E7F5C3F}"/>
              </a:ext>
            </a:extLst>
          </p:cNvPr>
          <p:cNvSpPr txBox="1"/>
          <p:nvPr/>
        </p:nvSpPr>
        <p:spPr>
          <a:xfrm>
            <a:off x="6180029" y="1950616"/>
            <a:ext cx="136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MLP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32ECD8-C0E0-00C0-44D6-D101AA1F7CE3}"/>
              </a:ext>
            </a:extLst>
          </p:cNvPr>
          <p:cNvSpPr txBox="1"/>
          <p:nvPr/>
        </p:nvSpPr>
        <p:spPr>
          <a:xfrm>
            <a:off x="6180029" y="4085468"/>
            <a:ext cx="136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MLP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0C9825-8B5C-2DA2-D3D4-5A779720FF9D}"/>
              </a:ext>
            </a:extLst>
          </p:cNvPr>
          <p:cNvSpPr txBox="1"/>
          <p:nvPr/>
        </p:nvSpPr>
        <p:spPr>
          <a:xfrm>
            <a:off x="6180028" y="6323294"/>
            <a:ext cx="136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2410388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E46BB8-E1FF-5033-3D87-EEF02A3B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6235"/>
            <a:ext cx="10515600" cy="1325563"/>
          </a:xfrm>
        </p:spPr>
        <p:txBody>
          <a:bodyPr/>
          <a:lstStyle/>
          <a:p>
            <a:r>
              <a:rPr lang="en-US" sz="4400" dirty="0"/>
              <a:t>Example of problems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0E3C4C8-A941-838A-9537-D913598273AF}"/>
                  </a:ext>
                </a:extLst>
              </p14:cNvPr>
              <p14:cNvContentPartPr/>
              <p14:nvPr/>
            </p14:nvContentPartPr>
            <p14:xfrm>
              <a:off x="5874915" y="1894995"/>
              <a:ext cx="63360" cy="155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0E3C4C8-A941-838A-9537-D913598273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7017" y="1876995"/>
                <a:ext cx="98799" cy="191160"/>
              </a:xfrm>
              <a:prstGeom prst="rect">
                <a:avLst/>
              </a:prstGeom>
            </p:spPr>
          </p:pic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0889F-EF6B-BD46-31AB-7EAB4237EBD0}"/>
              </a:ext>
            </a:extLst>
          </p:cNvPr>
          <p:cNvCxnSpPr>
            <a:cxnSpLocks/>
          </p:cNvCxnSpPr>
          <p:nvPr/>
        </p:nvCxnSpPr>
        <p:spPr>
          <a:xfrm flipV="1">
            <a:off x="0" y="3743449"/>
            <a:ext cx="12192000" cy="1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22678ED-216D-C59A-7875-366DD4D6D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898" y="1218596"/>
            <a:ext cx="7244342" cy="21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5B8526-AF6F-3D30-ABB6-06C0C6460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898" y="4217634"/>
            <a:ext cx="7284978" cy="2164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9B1203-B8F7-5600-7206-4047067424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716" y="1972755"/>
            <a:ext cx="1410706" cy="1207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76AD1E-7DE2-FB46-729B-0BCA5DE13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716" y="5001895"/>
            <a:ext cx="1489330" cy="12750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0A3466-DBB9-1CE2-A3E7-635FA25DD994}"/>
              </a:ext>
            </a:extLst>
          </p:cNvPr>
          <p:cNvSpPr txBox="1"/>
          <p:nvPr/>
        </p:nvSpPr>
        <p:spPr>
          <a:xfrm>
            <a:off x="583396" y="2207276"/>
            <a:ext cx="271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b="1" dirty="0"/>
              <a:t>Translation</a:t>
            </a:r>
            <a:r>
              <a:rPr lang="en-US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35BED-AF57-06D6-26A9-72AEC9F1F796}"/>
              </a:ext>
            </a:extLst>
          </p:cNvPr>
          <p:cNvSpPr txBox="1"/>
          <p:nvPr/>
        </p:nvSpPr>
        <p:spPr>
          <a:xfrm>
            <a:off x="275237" y="5270071"/>
            <a:ext cx="271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b="1" dirty="0"/>
              <a:t>Text classification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102BD6-46E6-0E5D-A40E-A638AC000F3B}"/>
                  </a:ext>
                </a:extLst>
              </p14:cNvPr>
              <p14:cNvContentPartPr/>
              <p14:nvPr/>
            </p14:nvContentPartPr>
            <p14:xfrm>
              <a:off x="6126330" y="5943300"/>
              <a:ext cx="865080" cy="10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102BD6-46E6-0E5D-A40E-A638AC000F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63330" y="5880660"/>
                <a:ext cx="9907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A20220C-21D5-A3C7-CC00-1175A0F62446}"/>
                  </a:ext>
                </a:extLst>
              </p14:cNvPr>
              <p14:cNvContentPartPr/>
              <p14:nvPr/>
            </p14:nvContentPartPr>
            <p14:xfrm>
              <a:off x="6347370" y="6126180"/>
              <a:ext cx="354960" cy="16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A20220C-21D5-A3C7-CC00-1175A0F624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84370" y="6063540"/>
                <a:ext cx="4806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E6051A9-BE8D-68B4-4E27-274A69CC3307}"/>
                  </a:ext>
                </a:extLst>
              </p14:cNvPr>
              <p14:cNvContentPartPr/>
              <p14:nvPr/>
            </p14:nvContentPartPr>
            <p14:xfrm>
              <a:off x="6217770" y="5950860"/>
              <a:ext cx="599760" cy="43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E6051A9-BE8D-68B4-4E27-274A69CC33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54770" y="5888220"/>
                <a:ext cx="7254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304AC8-FD7F-958A-31E1-F8C4738A6AA5}"/>
                  </a:ext>
                </a:extLst>
              </p14:cNvPr>
              <p14:cNvContentPartPr/>
              <p14:nvPr/>
            </p14:nvContentPartPr>
            <p14:xfrm>
              <a:off x="6095730" y="2857380"/>
              <a:ext cx="788040" cy="57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304AC8-FD7F-958A-31E1-F8C4738A6A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33090" y="2794380"/>
                <a:ext cx="9136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B21E74-D1BA-6B4D-7700-9BDED5068109}"/>
                  </a:ext>
                </a:extLst>
              </p14:cNvPr>
              <p14:cNvContentPartPr/>
              <p14:nvPr/>
            </p14:nvContentPartPr>
            <p14:xfrm>
              <a:off x="6259530" y="3032700"/>
              <a:ext cx="404280" cy="7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B21E74-D1BA-6B4D-7700-9BDED50681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6890" y="2969700"/>
                <a:ext cx="529920" cy="1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C300316C-C4B2-0C94-1261-4B8876CE3EDA}"/>
              </a:ext>
            </a:extLst>
          </p:cNvPr>
          <p:cNvGrpSpPr/>
          <p:nvPr/>
        </p:nvGrpSpPr>
        <p:grpSpPr>
          <a:xfrm>
            <a:off x="6484530" y="2868540"/>
            <a:ext cx="304920" cy="5040"/>
            <a:chOff x="6484530" y="2868540"/>
            <a:chExt cx="304920" cy="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047A0A-A8F3-8553-1CA7-6023A36F97EA}"/>
                    </a:ext>
                  </a:extLst>
                </p14:cNvPr>
                <p14:cNvContentPartPr/>
                <p14:nvPr/>
              </p14:nvContentPartPr>
              <p14:xfrm>
                <a:off x="6484530" y="286854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047A0A-A8F3-8553-1CA7-6023A36F97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21530" y="28059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C01E91-5568-1B6B-D118-49FD00317971}"/>
                    </a:ext>
                  </a:extLst>
                </p14:cNvPr>
                <p14:cNvContentPartPr/>
                <p14:nvPr/>
              </p14:nvContentPartPr>
              <p14:xfrm>
                <a:off x="6789090" y="2872500"/>
                <a:ext cx="360" cy="1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C01E91-5568-1B6B-D118-49FD003179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26450" y="280986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3DB92F2-7E0D-7D7A-6005-C03776847700}"/>
              </a:ext>
            </a:extLst>
          </p:cNvPr>
          <p:cNvSpPr txBox="1"/>
          <p:nvPr/>
        </p:nvSpPr>
        <p:spPr>
          <a:xfrm>
            <a:off x="6200189" y="2790697"/>
            <a:ext cx="136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MLP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FEC388-7EE7-4FA1-20CE-57976ABC0D6B}"/>
              </a:ext>
            </a:extLst>
          </p:cNvPr>
          <p:cNvSpPr txBox="1"/>
          <p:nvPr/>
        </p:nvSpPr>
        <p:spPr>
          <a:xfrm>
            <a:off x="6200189" y="5862314"/>
            <a:ext cx="136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4166264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4A80-8AAC-F764-4F40-6BC3BDA1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" y="41937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234C-88A9-B365-CB8E-07B476D9D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2013930"/>
            <a:ext cx="119532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Even though the previously mentioned problems can be solved using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MLPs</a:t>
            </a:r>
            <a:r>
              <a:rPr lang="en-US" sz="4000" dirty="0"/>
              <a:t>, it is more appropriate to choose and use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CNNs</a:t>
            </a:r>
            <a:r>
              <a:rPr lang="en-US" sz="4000" dirty="0"/>
              <a:t> (for images) or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RNNs</a:t>
            </a:r>
            <a:r>
              <a:rPr lang="en-US" sz="4000" dirty="0"/>
              <a:t> (for text) to address them (as we will see in the next two labs) !</a:t>
            </a:r>
          </a:p>
        </p:txBody>
      </p:sp>
    </p:spTree>
    <p:extLst>
      <p:ext uri="{BB962C8B-B14F-4D97-AF65-F5344CB8AC3E}">
        <p14:creationId xmlns:p14="http://schemas.microsoft.com/office/powerpoint/2010/main" val="2497294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987769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439833-4482-721E-0FFD-8EE0030D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9" y="1752366"/>
            <a:ext cx="4887007" cy="335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0B667-CF7A-7941-AA7B-62BAC2E2E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62" y="944741"/>
            <a:ext cx="4438405" cy="49685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47DB07-110E-D6EA-8175-EEA2D4B6F971}"/>
                  </a:ext>
                </a:extLst>
              </p14:cNvPr>
              <p14:cNvContentPartPr/>
              <p14:nvPr/>
            </p14:nvContentPartPr>
            <p14:xfrm>
              <a:off x="8813547" y="5840720"/>
              <a:ext cx="2845440" cy="11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47DB07-110E-D6EA-8175-EEA2D4B6F9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50907" y="5777720"/>
                <a:ext cx="2971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FC46326-2C92-62A2-AFAC-ED3F46C5ACC6}"/>
                  </a:ext>
                </a:extLst>
              </p14:cNvPr>
              <p14:cNvContentPartPr/>
              <p14:nvPr/>
            </p14:nvContentPartPr>
            <p14:xfrm>
              <a:off x="6876168" y="5876208"/>
              <a:ext cx="512280" cy="25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FC46326-2C92-62A2-AFAC-ED3F46C5AC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13168" y="5813568"/>
                <a:ext cx="6379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6917E2-8A94-F1FA-D598-DB9DB6D2CF2B}"/>
                  </a:ext>
                </a:extLst>
              </p14:cNvPr>
              <p14:cNvContentPartPr/>
              <p14:nvPr/>
            </p14:nvContentPartPr>
            <p14:xfrm>
              <a:off x="8595280" y="5902800"/>
              <a:ext cx="1605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6917E2-8A94-F1FA-D598-DB9DB6D2CF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77280" y="5885160"/>
                <a:ext cx="196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5B6717A-E171-EDA1-30A9-6FA953891AEE}"/>
                  </a:ext>
                </a:extLst>
              </p14:cNvPr>
              <p14:cNvContentPartPr/>
              <p14:nvPr/>
            </p14:nvContentPartPr>
            <p14:xfrm>
              <a:off x="7476520" y="5907840"/>
              <a:ext cx="192240" cy="12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5B6717A-E171-EDA1-30A9-6FA953891A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58520" y="5890200"/>
                <a:ext cx="2278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2D84D1-CC3B-DD5C-CE66-76036919D355}"/>
                  </a:ext>
                </a:extLst>
              </p14:cNvPr>
              <p14:cNvContentPartPr/>
              <p14:nvPr/>
            </p14:nvContentPartPr>
            <p14:xfrm>
              <a:off x="7429720" y="5907480"/>
              <a:ext cx="41400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2D84D1-CC3B-DD5C-CE66-76036919D3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12080" y="5889840"/>
                <a:ext cx="4496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AA42F8C-E86B-ABEA-1F66-20DA49E3AEBC}"/>
                  </a:ext>
                </a:extLst>
              </p14:cNvPr>
              <p14:cNvContentPartPr/>
              <p14:nvPr/>
            </p14:nvContentPartPr>
            <p14:xfrm>
              <a:off x="7876480" y="5923320"/>
              <a:ext cx="737280" cy="31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AA42F8C-E86B-ABEA-1F66-20DA49E3AE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40480" y="5887320"/>
                <a:ext cx="8089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6DA104-1302-A2F7-6F39-D2328A25EFF7}"/>
                  </a:ext>
                </a:extLst>
              </p14:cNvPr>
              <p14:cNvContentPartPr/>
              <p14:nvPr/>
            </p14:nvContentPartPr>
            <p14:xfrm>
              <a:off x="7614760" y="5915400"/>
              <a:ext cx="148320" cy="2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6DA104-1302-A2F7-6F39-D2328A25EF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78760" y="5879760"/>
                <a:ext cx="219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3379805-5E5F-5F79-4036-7C8C6DB5EF27}"/>
                  </a:ext>
                </a:extLst>
              </p14:cNvPr>
              <p14:cNvContentPartPr/>
              <p14:nvPr/>
            </p14:nvContentPartPr>
            <p14:xfrm>
              <a:off x="7517920" y="5915400"/>
              <a:ext cx="61560" cy="8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3379805-5E5F-5F79-4036-7C8C6DB5EF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82280" y="5879760"/>
                <a:ext cx="13320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C17346B-75A8-55D1-C997-C43FEDAA7246}"/>
              </a:ext>
            </a:extLst>
          </p:cNvPr>
          <p:cNvGrpSpPr/>
          <p:nvPr/>
        </p:nvGrpSpPr>
        <p:grpSpPr>
          <a:xfrm>
            <a:off x="8143240" y="5915400"/>
            <a:ext cx="429480" cy="19080"/>
            <a:chOff x="8143240" y="5915400"/>
            <a:chExt cx="429480" cy="1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2B49D8-79F1-124E-AC27-DBDF1916E486}"/>
                    </a:ext>
                  </a:extLst>
                </p14:cNvPr>
                <p14:cNvContentPartPr/>
                <p14:nvPr/>
              </p14:nvContentPartPr>
              <p14:xfrm>
                <a:off x="8285440" y="5915400"/>
                <a:ext cx="16992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2B49D8-79F1-124E-AC27-DBDF1916E4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9440" y="5879760"/>
                  <a:ext cx="241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124CEF-43B3-42B4-E9C0-0F477E3212A1}"/>
                    </a:ext>
                  </a:extLst>
                </p14:cNvPr>
                <p14:cNvContentPartPr/>
                <p14:nvPr/>
              </p14:nvContentPartPr>
              <p14:xfrm>
                <a:off x="8572360" y="591540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124CEF-43B3-42B4-E9C0-0F477E3212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36360" y="58797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37B31D-4C24-739F-532C-9AC0973641AD}"/>
                    </a:ext>
                  </a:extLst>
                </p14:cNvPr>
                <p14:cNvContentPartPr/>
                <p14:nvPr/>
              </p14:nvContentPartPr>
              <p14:xfrm>
                <a:off x="8143240" y="591540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37B31D-4C24-739F-532C-9AC0973641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07240" y="58797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F275F4-F64C-0563-ADD2-7F836F129928}"/>
                    </a:ext>
                  </a:extLst>
                </p14:cNvPr>
                <p14:cNvContentPartPr/>
                <p14:nvPr/>
              </p14:nvContentPartPr>
              <p14:xfrm>
                <a:off x="8153320" y="5915400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F275F4-F64C-0563-ADD2-7F836F1299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17320" y="58797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6CB4B2-49FB-0416-0307-433E41BBFF6F}"/>
                    </a:ext>
                  </a:extLst>
                </p14:cNvPr>
                <p14:cNvContentPartPr/>
                <p14:nvPr/>
              </p14:nvContentPartPr>
              <p14:xfrm>
                <a:off x="8209120" y="5933400"/>
                <a:ext cx="360" cy="1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6CB4B2-49FB-0416-0307-433E41BBFF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73120" y="5897400"/>
                  <a:ext cx="72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98F481-B6CB-6F88-F1DA-4F5571D05895}"/>
                    </a:ext>
                  </a:extLst>
                </p14:cNvPr>
                <p14:cNvContentPartPr/>
                <p14:nvPr/>
              </p14:nvContentPartPr>
              <p14:xfrm>
                <a:off x="8247280" y="592044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98F481-B6CB-6F88-F1DA-4F5571D058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11280" y="58848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0DAF0C1-69B5-E480-9DB3-DC4507B7AF4F}"/>
              </a:ext>
            </a:extLst>
          </p:cNvPr>
          <p:cNvSpPr/>
          <p:nvPr/>
        </p:nvSpPr>
        <p:spPr>
          <a:xfrm>
            <a:off x="5461314" y="3178231"/>
            <a:ext cx="1269372" cy="501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66A9CB1-B4F0-6608-93BA-AC32D02D61E8}"/>
                  </a:ext>
                </a:extLst>
              </p14:cNvPr>
              <p14:cNvContentPartPr/>
              <p14:nvPr/>
            </p14:nvContentPartPr>
            <p14:xfrm>
              <a:off x="6598741" y="4178634"/>
              <a:ext cx="1214640" cy="1028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66A9CB1-B4F0-6608-93BA-AC32D02D61E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80741" y="4160634"/>
                <a:ext cx="1250280" cy="10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E0487DC-9D18-B463-23FC-3A19F70130F2}"/>
              </a:ext>
            </a:extLst>
          </p:cNvPr>
          <p:cNvGrpSpPr/>
          <p:nvPr/>
        </p:nvGrpSpPr>
        <p:grpSpPr>
          <a:xfrm>
            <a:off x="8889061" y="1074354"/>
            <a:ext cx="709200" cy="951840"/>
            <a:chOff x="8889061" y="1074354"/>
            <a:chExt cx="709200" cy="95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AA9490-D9D5-049B-2021-149A97E8DCD9}"/>
                    </a:ext>
                  </a:extLst>
                </p14:cNvPr>
                <p14:cNvContentPartPr/>
                <p14:nvPr/>
              </p14:nvContentPartPr>
              <p14:xfrm>
                <a:off x="8889061" y="1213314"/>
                <a:ext cx="623160" cy="812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AA9490-D9D5-049B-2021-149A97E8DC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71421" y="1195314"/>
                  <a:ext cx="65880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DF52D0-6CBA-3DAB-B8FF-F7E6C9798181}"/>
                    </a:ext>
                  </a:extLst>
                </p14:cNvPr>
                <p14:cNvContentPartPr/>
                <p14:nvPr/>
              </p14:nvContentPartPr>
              <p14:xfrm>
                <a:off x="9386941" y="1074354"/>
                <a:ext cx="211320" cy="32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DF52D0-6CBA-3DAB-B8FF-F7E6C97981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68941" y="1056714"/>
                  <a:ext cx="246960" cy="364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1AE693E-0DE2-D3B2-FD45-93A2C5CCC189}"/>
              </a:ext>
            </a:extLst>
          </p:cNvPr>
          <p:cNvSpPr txBox="1"/>
          <p:nvPr/>
        </p:nvSpPr>
        <p:spPr>
          <a:xfrm>
            <a:off x="8889061" y="635542"/>
            <a:ext cx="225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256</a:t>
            </a:r>
            <a:r>
              <a:rPr lang="en-US" sz="1800" i="1" dirty="0"/>
              <a:t>×</a:t>
            </a:r>
            <a:r>
              <a:rPr lang="en-US" i="1" dirty="0"/>
              <a:t>64</a:t>
            </a:r>
            <a:r>
              <a:rPr lang="en-US" dirty="0"/>
              <a:t> weights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18AA17-11AF-9A32-DF36-12D2B1D310A3}"/>
              </a:ext>
            </a:extLst>
          </p:cNvPr>
          <p:cNvSpPr txBox="1"/>
          <p:nvPr/>
        </p:nvSpPr>
        <p:spPr>
          <a:xfrm>
            <a:off x="5266979" y="5386153"/>
            <a:ext cx="225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/>
              <a:t>784×256</a:t>
            </a:r>
            <a:r>
              <a:rPr lang="en-US" dirty="0"/>
              <a:t> weights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7FE03B-0F8A-4A2F-6FC8-6D38DC86C3D1}"/>
              </a:ext>
            </a:extLst>
          </p:cNvPr>
          <p:cNvSpPr txBox="1"/>
          <p:nvPr/>
        </p:nvSpPr>
        <p:spPr>
          <a:xfrm>
            <a:off x="11250592" y="3105834"/>
            <a:ext cx="225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64</a:t>
            </a:r>
            <a:r>
              <a:rPr lang="en-US" sz="1800" i="1" dirty="0"/>
              <a:t>×10</a:t>
            </a:r>
            <a:r>
              <a:rPr lang="en-US" dirty="0"/>
              <a:t> </a:t>
            </a:r>
          </a:p>
          <a:p>
            <a:r>
              <a:rPr lang="en-US" dirty="0"/>
              <a:t>weights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BC7387C-6987-4FE2-AFB0-76944D078325}"/>
              </a:ext>
            </a:extLst>
          </p:cNvPr>
          <p:cNvGrpSpPr/>
          <p:nvPr/>
        </p:nvGrpSpPr>
        <p:grpSpPr>
          <a:xfrm>
            <a:off x="10532821" y="3332994"/>
            <a:ext cx="733680" cy="173160"/>
            <a:chOff x="10532821" y="3332994"/>
            <a:chExt cx="73368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6BFECB-2897-9EDE-2911-4BB1C5829FC8}"/>
                    </a:ext>
                  </a:extLst>
                </p14:cNvPr>
                <p14:cNvContentPartPr/>
                <p14:nvPr/>
              </p14:nvContentPartPr>
              <p14:xfrm>
                <a:off x="10532821" y="3332994"/>
                <a:ext cx="692280" cy="101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6BFECB-2897-9EDE-2911-4BB1C5829F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15181" y="3315354"/>
                  <a:ext cx="727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F31547-4DB0-3081-B02B-41A371EA2136}"/>
                    </a:ext>
                  </a:extLst>
                </p14:cNvPr>
                <p14:cNvContentPartPr/>
                <p14:nvPr/>
              </p14:nvContentPartPr>
              <p14:xfrm>
                <a:off x="11158501" y="3356754"/>
                <a:ext cx="108000" cy="149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F31547-4DB0-3081-B02B-41A371EA21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40861" y="3338754"/>
                  <a:ext cx="14364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0CE3787-9B44-CE2D-D53E-662E85DE9005}"/>
                  </a:ext>
                </a:extLst>
              </p14:cNvPr>
              <p14:cNvContentPartPr/>
              <p14:nvPr/>
            </p14:nvContentPartPr>
            <p14:xfrm>
              <a:off x="6505029" y="4963731"/>
              <a:ext cx="250560" cy="314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0CE3787-9B44-CE2D-D53E-662E85DE900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87389" y="4945731"/>
                <a:ext cx="286200" cy="3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59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589F6-60A5-5DA6-9799-5301E04C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" y="2270313"/>
            <a:ext cx="5882556" cy="479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8A64FB-A4BD-2A23-9B38-2599E3AA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029" y="2074679"/>
            <a:ext cx="4082969" cy="1075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F70FBD-C9D1-7936-D6CF-470837B84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80" y="3919729"/>
            <a:ext cx="6004446" cy="967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B3BDA1-AF9B-3EF4-F1E2-ECB52FB83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83" y="3919729"/>
            <a:ext cx="5973235" cy="96778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77969-4D19-74BC-31B4-22FF2C8217C5}"/>
              </a:ext>
            </a:extLst>
          </p:cNvPr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370C32-7E73-6AE8-E535-C117E23C6868}"/>
              </a:ext>
            </a:extLst>
          </p:cNvPr>
          <p:cNvSpPr txBox="1"/>
          <p:nvPr/>
        </p:nvSpPr>
        <p:spPr>
          <a:xfrm>
            <a:off x="666410" y="390842"/>
            <a:ext cx="5338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from the second section of the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D91B2-B011-586B-3E7D-EBDC1C28CD60}"/>
              </a:ext>
            </a:extLst>
          </p:cNvPr>
          <p:cNvSpPr txBox="1"/>
          <p:nvPr/>
        </p:nvSpPr>
        <p:spPr>
          <a:xfrm>
            <a:off x="7040983" y="390841"/>
            <a:ext cx="47649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with an increased network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ED752A-B637-537F-6260-4702531A406C}"/>
              </a:ext>
            </a:extLst>
          </p:cNvPr>
          <p:cNvCxnSpPr>
            <a:cxnSpLocks/>
          </p:cNvCxnSpPr>
          <p:nvPr/>
        </p:nvCxnSpPr>
        <p:spPr>
          <a:xfrm flipH="1">
            <a:off x="0" y="329981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EE42-2272-C6CC-F515-95AA78333647}"/>
              </a:ext>
            </a:extLst>
          </p:cNvPr>
          <p:cNvCxnSpPr>
            <a:cxnSpLocks/>
          </p:cNvCxnSpPr>
          <p:nvPr/>
        </p:nvCxnSpPr>
        <p:spPr>
          <a:xfrm flipH="1">
            <a:off x="0" y="181645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7DA001A-8E67-65B1-1EE2-6DF9F7E6A1D5}"/>
                  </a:ext>
                </a:extLst>
              </p14:cNvPr>
              <p14:cNvContentPartPr/>
              <p14:nvPr/>
            </p14:nvContentPartPr>
            <p14:xfrm>
              <a:off x="3017240" y="4947760"/>
              <a:ext cx="6320880" cy="762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7DA001A-8E67-65B1-1EE2-6DF9F7E6A1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99600" y="4930120"/>
                <a:ext cx="635652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1174C5-6F50-E932-411E-13E2D0362F9E}"/>
                  </a:ext>
                </a:extLst>
              </p14:cNvPr>
              <p14:cNvContentPartPr/>
              <p14:nvPr/>
            </p14:nvContentPartPr>
            <p14:xfrm>
              <a:off x="9174320" y="4975840"/>
              <a:ext cx="307800" cy="166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1174C5-6F50-E932-411E-13E2D0362F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56320" y="4957840"/>
                <a:ext cx="343440" cy="20232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A2E5B6E5-D886-FF5E-D9A0-0E5475E294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7237" y="5163553"/>
            <a:ext cx="1327004" cy="17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11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5) </a:t>
            </a:r>
            <a:r>
              <a:rPr lang="en-US" sz="6000" dirty="0"/>
              <a:t>Weight decay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24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6E0A-6CE4-35C2-B20D-FA245F5A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4" y="-109008"/>
            <a:ext cx="10515600" cy="1325563"/>
          </a:xfrm>
        </p:spPr>
        <p:txBody>
          <a:bodyPr/>
          <a:lstStyle/>
          <a:p>
            <a:r>
              <a:rPr lang="en-US" dirty="0"/>
              <a:t>Kind reminder: overfitting vs underfitting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742A8-4677-39B7-C9E2-F8BD316D627F}"/>
              </a:ext>
            </a:extLst>
          </p:cNvPr>
          <p:cNvSpPr txBox="1"/>
          <p:nvPr/>
        </p:nvSpPr>
        <p:spPr>
          <a:xfrm>
            <a:off x="298447" y="1196357"/>
            <a:ext cx="117072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Underfitting</a:t>
            </a:r>
            <a:r>
              <a:rPr lang="en-US" dirty="0"/>
              <a:t> occurs when a model is too simple to capture the underlying patterns in the data. It means the model does not fit the training data well and has high </a:t>
            </a:r>
            <a:r>
              <a:rPr lang="en-US" b="1" dirty="0"/>
              <a:t>bias </a:t>
            </a:r>
            <a:r>
              <a:rPr lang="en-US" dirty="0"/>
              <a:t>but low </a:t>
            </a:r>
            <a:r>
              <a:rPr lang="en-US" b="1" dirty="0"/>
              <a:t>variance</a:t>
            </a:r>
            <a:r>
              <a:rPr lang="en-US" dirty="0"/>
              <a:t>, resulting in poor performance on both training and test datasets.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E699E-32E5-E434-18C6-78D267C375C1}"/>
              </a:ext>
            </a:extLst>
          </p:cNvPr>
          <p:cNvSpPr txBox="1"/>
          <p:nvPr/>
        </p:nvSpPr>
        <p:spPr>
          <a:xfrm>
            <a:off x="298446" y="2211968"/>
            <a:ext cx="117072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Overfitting</a:t>
            </a:r>
            <a:r>
              <a:rPr lang="en-US" dirty="0"/>
              <a:t> happens when a model is too complex and fits the training data "too well," even capturing noise and random fluctuations. As a result, it has low </a:t>
            </a:r>
            <a:r>
              <a:rPr lang="en-US" b="1" dirty="0"/>
              <a:t>bias</a:t>
            </a:r>
            <a:r>
              <a:rPr lang="en-US" dirty="0"/>
              <a:t> but high </a:t>
            </a:r>
            <a:r>
              <a:rPr lang="en-US" b="1" dirty="0"/>
              <a:t>variance</a:t>
            </a:r>
            <a:r>
              <a:rPr lang="en-US" dirty="0"/>
              <a:t>—it performs very well on the training data but poorly on unseen data because it lacks generalization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7A0FD6-FE7C-EC08-16E3-261DBF6C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697" y="3227579"/>
            <a:ext cx="5967703" cy="355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06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C393F0-6637-1E22-FD07-2F005D1FC548}"/>
              </a:ext>
            </a:extLst>
          </p:cNvPr>
          <p:cNvSpPr txBox="1"/>
          <p:nvPr/>
        </p:nvSpPr>
        <p:spPr>
          <a:xfrm>
            <a:off x="304800" y="660400"/>
            <a:ext cx="11582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simply adds a penalty term to the loss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example, consider the MSE loss given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the model below, the </a:t>
            </a:r>
            <a:r>
              <a:rPr lang="en-US" sz="24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sz="2400" dirty="0"/>
              <a:t>new</a:t>
            </a:r>
            <a:r>
              <a:rPr lang="en-US" sz="24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sz="2400" dirty="0"/>
              <a:t> loss function will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BDD46-1D06-B07F-2F39-509C33DC9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64" y="2026029"/>
            <a:ext cx="4563112" cy="1114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08D53C-8A0C-2D75-E3A2-CF8CD0E4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69" y="4235994"/>
            <a:ext cx="8236027" cy="1570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6E3E0F-9782-95F6-B07F-4F226EFAE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7" y="4381891"/>
            <a:ext cx="3536236" cy="19058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D49B4-C239-6A6E-8B85-D4B8532B0B9A}"/>
                  </a:ext>
                </a:extLst>
              </p14:cNvPr>
              <p14:cNvContentPartPr/>
              <p14:nvPr/>
            </p14:nvContentPartPr>
            <p14:xfrm>
              <a:off x="6816680" y="4103200"/>
              <a:ext cx="3405960" cy="1058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D49B4-C239-6A6E-8B85-D4B8532B0B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98680" y="4085560"/>
                <a:ext cx="3441600" cy="10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D1A9985-CF6D-B97F-6054-52680D1E46E2}"/>
              </a:ext>
            </a:extLst>
          </p:cNvPr>
          <p:cNvGrpSpPr/>
          <p:nvPr/>
        </p:nvGrpSpPr>
        <p:grpSpPr>
          <a:xfrm>
            <a:off x="9377720" y="3801160"/>
            <a:ext cx="540720" cy="253080"/>
            <a:chOff x="9377720" y="3801160"/>
            <a:chExt cx="54072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989275-5154-73E2-211C-BEA54C8B6415}"/>
                    </a:ext>
                  </a:extLst>
                </p14:cNvPr>
                <p14:cNvContentPartPr/>
                <p14:nvPr/>
              </p14:nvContentPartPr>
              <p14:xfrm>
                <a:off x="9377720" y="3838960"/>
                <a:ext cx="441000" cy="215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989275-5154-73E2-211C-BEA54C8B64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60080" y="3821320"/>
                  <a:ext cx="476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6542EF-2824-30B7-383B-D33744809850}"/>
                    </a:ext>
                  </a:extLst>
                </p14:cNvPr>
                <p14:cNvContentPartPr/>
                <p14:nvPr/>
              </p14:nvContentPartPr>
              <p14:xfrm>
                <a:off x="9641600" y="3801160"/>
                <a:ext cx="276840" cy="21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6542EF-2824-30B7-383B-D337448098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23960" y="3783520"/>
                  <a:ext cx="312480" cy="250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79F4EE-364A-F408-D268-8CC599D6AAB6}"/>
              </a:ext>
            </a:extLst>
          </p:cNvPr>
          <p:cNvSpPr txBox="1"/>
          <p:nvPr/>
        </p:nvSpPr>
        <p:spPr>
          <a:xfrm>
            <a:off x="9918440" y="3401050"/>
            <a:ext cx="188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penalty term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A58ADF-E40E-D424-47D0-3DA85782A5DE}"/>
              </a:ext>
            </a:extLst>
          </p:cNvPr>
          <p:cNvGrpSpPr/>
          <p:nvPr/>
        </p:nvGrpSpPr>
        <p:grpSpPr>
          <a:xfrm>
            <a:off x="3433760" y="5740480"/>
            <a:ext cx="505440" cy="226800"/>
            <a:chOff x="3433760" y="5740480"/>
            <a:chExt cx="5054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A9A2F3B-8FAA-94B1-0CDF-F864E88E1A3A}"/>
                    </a:ext>
                  </a:extLst>
                </p14:cNvPr>
                <p14:cNvContentPartPr/>
                <p14:nvPr/>
              </p14:nvContentPartPr>
              <p14:xfrm>
                <a:off x="3433760" y="5740480"/>
                <a:ext cx="494640" cy="171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A9A2F3B-8FAA-94B1-0CDF-F864E88E1A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16120" y="5722480"/>
                  <a:ext cx="530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F052614-48AE-6683-C994-5CA9F51D8B18}"/>
                    </a:ext>
                  </a:extLst>
                </p14:cNvPr>
                <p14:cNvContentPartPr/>
                <p14:nvPr/>
              </p14:nvContentPartPr>
              <p14:xfrm>
                <a:off x="3832640" y="5831560"/>
                <a:ext cx="106560" cy="135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F052614-48AE-6683-C994-5CA9F51D8B1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14640" y="5813920"/>
                  <a:ext cx="1422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2C9C77C-D0B6-CF2F-3A47-5B63BA18889B}"/>
                  </a:ext>
                </a:extLst>
              </p14:cNvPr>
              <p14:cNvContentPartPr/>
              <p14:nvPr/>
            </p14:nvContentPartPr>
            <p14:xfrm>
              <a:off x="3233907" y="4837760"/>
              <a:ext cx="423720" cy="149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2C9C77C-D0B6-CF2F-3A47-5B63BA18889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16267" y="4819760"/>
                <a:ext cx="4593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C03AE4E-C9E4-C4DA-7FDE-20999A8239C2}"/>
                  </a:ext>
                </a:extLst>
              </p14:cNvPr>
              <p14:cNvContentPartPr/>
              <p14:nvPr/>
            </p14:nvContentPartPr>
            <p14:xfrm>
              <a:off x="3564387" y="4766480"/>
              <a:ext cx="226800" cy="151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C03AE4E-C9E4-C4DA-7FDE-20999A8239C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46387" y="4748840"/>
                <a:ext cx="262440" cy="1872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13F8F59E-E49D-B6EB-8EF2-8C296A357D7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11774" y="5882487"/>
            <a:ext cx="763425" cy="4653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18F3C8-7779-A981-6344-42851D352B7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85920" y="4479546"/>
            <a:ext cx="801079" cy="5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02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02793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57A59-AF75-B5C9-1A26-4F59A6FB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02" y="3010502"/>
            <a:ext cx="10110922" cy="8369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298E10-0303-FD14-7C83-4552D339E934}"/>
              </a:ext>
            </a:extLst>
          </p:cNvPr>
          <p:cNvSpPr txBox="1"/>
          <p:nvPr/>
        </p:nvSpPr>
        <p:spPr>
          <a:xfrm>
            <a:off x="254000" y="1400016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because </a:t>
            </a:r>
            <a:r>
              <a:rPr lang="en-US" sz="2400" b="1" dirty="0"/>
              <a:t>weight decay </a:t>
            </a:r>
            <a:r>
              <a:rPr lang="en-US" sz="2400" dirty="0"/>
              <a:t>is ubiquitous in neural network optimization, </a:t>
            </a:r>
            <a:r>
              <a:rPr lang="en-US" sz="2400" dirty="0" err="1"/>
              <a:t>PyTorch</a:t>
            </a:r>
            <a:r>
              <a:rPr lang="en-US" sz="2400" dirty="0"/>
              <a:t> makes it especially convenient, integrating weight decay into the optimization algorithm itself, for easy use in combination with any loss function: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BABC48-FC2D-CB50-41F6-D743D157A13C}"/>
              </a:ext>
            </a:extLst>
          </p:cNvPr>
          <p:cNvGrpSpPr/>
          <p:nvPr/>
        </p:nvGrpSpPr>
        <p:grpSpPr>
          <a:xfrm>
            <a:off x="7782200" y="3806920"/>
            <a:ext cx="673200" cy="765360"/>
            <a:chOff x="7782200" y="3806920"/>
            <a:chExt cx="673200" cy="76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679FED-2AD8-D581-B3E3-8574D9651F07}"/>
                    </a:ext>
                  </a:extLst>
                </p14:cNvPr>
                <p14:cNvContentPartPr/>
                <p14:nvPr/>
              </p14:nvContentPartPr>
              <p14:xfrm>
                <a:off x="7782200" y="3806920"/>
                <a:ext cx="632880" cy="765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679FED-2AD8-D581-B3E3-8574D9651F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64560" y="3789280"/>
                  <a:ext cx="6685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EEAAF85-CFF7-C36A-FAB5-CFCF2BF891A2}"/>
                    </a:ext>
                  </a:extLst>
                </p14:cNvPr>
                <p14:cNvContentPartPr/>
                <p14:nvPr/>
              </p14:nvContentPartPr>
              <p14:xfrm>
                <a:off x="8077040" y="3811600"/>
                <a:ext cx="378360" cy="208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EEAAF85-CFF7-C36A-FAB5-CFCF2BF891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59040" y="3793600"/>
                  <a:ext cx="414000" cy="244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40C69D6-C9CB-B35C-9BDC-1C308B5C019E}"/>
              </a:ext>
            </a:extLst>
          </p:cNvPr>
          <p:cNvSpPr txBox="1"/>
          <p:nvPr/>
        </p:nvSpPr>
        <p:spPr>
          <a:xfrm>
            <a:off x="6745880" y="4559528"/>
            <a:ext cx="207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that’s all</a:t>
            </a:r>
          </a:p>
        </p:txBody>
      </p:sp>
    </p:spTree>
    <p:extLst>
      <p:ext uri="{BB962C8B-B14F-4D97-AF65-F5344CB8AC3E}">
        <p14:creationId xmlns:p14="http://schemas.microsoft.com/office/powerpoint/2010/main" val="2006522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589F6-60A5-5DA6-9799-5301E04C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" y="2270313"/>
            <a:ext cx="5882556" cy="479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8A64FB-A4BD-2A23-9B38-2599E3AA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029" y="2074679"/>
            <a:ext cx="4082969" cy="107506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77969-4D19-74BC-31B4-22FF2C8217C5}"/>
              </a:ext>
            </a:extLst>
          </p:cNvPr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370C32-7E73-6AE8-E535-C117E23C6868}"/>
              </a:ext>
            </a:extLst>
          </p:cNvPr>
          <p:cNvSpPr txBox="1"/>
          <p:nvPr/>
        </p:nvSpPr>
        <p:spPr>
          <a:xfrm>
            <a:off x="666410" y="390842"/>
            <a:ext cx="5338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from the second section of the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D91B2-B011-586B-3E7D-EBDC1C28CD60}"/>
              </a:ext>
            </a:extLst>
          </p:cNvPr>
          <p:cNvSpPr txBox="1"/>
          <p:nvPr/>
        </p:nvSpPr>
        <p:spPr>
          <a:xfrm>
            <a:off x="6945752" y="186549"/>
            <a:ext cx="4764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with an increased network and </a:t>
            </a:r>
            <a:r>
              <a:rPr lang="en-US" sz="3200" b="1" dirty="0"/>
              <a:t>weight decay </a:t>
            </a:r>
            <a:r>
              <a:rPr lang="en-US" sz="3200" dirty="0"/>
              <a:t>applied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ED752A-B637-537F-6260-4702531A406C}"/>
              </a:ext>
            </a:extLst>
          </p:cNvPr>
          <p:cNvCxnSpPr>
            <a:cxnSpLocks/>
          </p:cNvCxnSpPr>
          <p:nvPr/>
        </p:nvCxnSpPr>
        <p:spPr>
          <a:xfrm flipH="1">
            <a:off x="0" y="329981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EE42-2272-C6CC-F515-95AA78333647}"/>
              </a:ext>
            </a:extLst>
          </p:cNvPr>
          <p:cNvCxnSpPr>
            <a:cxnSpLocks/>
          </p:cNvCxnSpPr>
          <p:nvPr/>
        </p:nvCxnSpPr>
        <p:spPr>
          <a:xfrm flipH="1">
            <a:off x="0" y="181645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79C6C5-2616-7C94-782F-5DE5F8E28865}"/>
              </a:ext>
            </a:extLst>
          </p:cNvPr>
          <p:cNvCxnSpPr>
            <a:cxnSpLocks/>
          </p:cNvCxnSpPr>
          <p:nvPr/>
        </p:nvCxnSpPr>
        <p:spPr>
          <a:xfrm flipH="1">
            <a:off x="0" y="416849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33BAC9A-EEA1-D466-961A-195B6216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444" y="3447704"/>
            <a:ext cx="5821547" cy="5036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F8A96D-ACD4-D16C-50B2-DCD53A983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66" y="3551889"/>
            <a:ext cx="5789651" cy="2517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2356D0-2C86-165F-C58F-48C543370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43" y="4547141"/>
            <a:ext cx="5882548" cy="865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2862D4-14DB-EFD4-C463-D021FE9BC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83" y="4495939"/>
            <a:ext cx="5973235" cy="96778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D85C413-324D-0F10-1547-8D676684F141}"/>
              </a:ext>
            </a:extLst>
          </p:cNvPr>
          <p:cNvGrpSpPr/>
          <p:nvPr/>
        </p:nvGrpSpPr>
        <p:grpSpPr>
          <a:xfrm>
            <a:off x="3017240" y="5492800"/>
            <a:ext cx="6359040" cy="482400"/>
            <a:chOff x="3017240" y="5492800"/>
            <a:chExt cx="635904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DDB328E-99E3-0113-0828-3817480D54DC}"/>
                    </a:ext>
                  </a:extLst>
                </p14:cNvPr>
                <p14:cNvContentPartPr/>
                <p14:nvPr/>
              </p14:nvContentPartPr>
              <p14:xfrm>
                <a:off x="3017240" y="5526640"/>
                <a:ext cx="6256440" cy="448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DDB328E-99E3-0113-0828-3817480D54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9600" y="5509000"/>
                  <a:ext cx="629208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AB1461-BDCC-5157-394A-6A9D643DD59D}"/>
                    </a:ext>
                  </a:extLst>
                </p14:cNvPr>
                <p14:cNvContentPartPr/>
                <p14:nvPr/>
              </p14:nvContentPartPr>
              <p14:xfrm>
                <a:off x="9134000" y="5492800"/>
                <a:ext cx="242280" cy="167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AB1461-BDCC-5157-394A-6A9D643DD5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16000" y="5475160"/>
                  <a:ext cx="277920" cy="20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8682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6) </a:t>
            </a:r>
            <a:r>
              <a:rPr lang="en-US" sz="6000" dirty="0"/>
              <a:t>Dropout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651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4EBB-F50F-486D-EB75-A2C7C388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4" y="-363008"/>
            <a:ext cx="10515600" cy="1325563"/>
          </a:xfrm>
        </p:spPr>
        <p:txBody>
          <a:bodyPr/>
          <a:lstStyle/>
          <a:p>
            <a:r>
              <a:rPr lang="en-US" dirty="0"/>
              <a:t>Dropout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EA7A-2512-CAA5-768B-6C350643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792691"/>
            <a:ext cx="11633200" cy="590444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dropout</a:t>
            </a:r>
            <a:r>
              <a:rPr lang="en-US" dirty="0"/>
              <a:t> is a regularization technique commonly used in neural networks to prevent overfitting</a:t>
            </a:r>
          </a:p>
          <a:p>
            <a:endParaRPr lang="en-US" dirty="0"/>
          </a:p>
          <a:p>
            <a:r>
              <a:rPr lang="en-US" dirty="0"/>
              <a:t>it works by randomly "dropping out" (setting to zero) a subset of neurons during training, effectively forcing the network to not overfit to specific neurons or weights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at each training iteration, for each hidden neuron, decide whether to "drop" it based on a predefined dropout rate, 𝑝 </a:t>
            </a:r>
            <a:r>
              <a:rPr lang="en-US" dirty="0"/>
              <a:t>(a probability value between 0 and 1)</a:t>
            </a:r>
          </a:p>
          <a:p>
            <a:endParaRPr lang="en-US" dirty="0"/>
          </a:p>
          <a:p>
            <a:r>
              <a:rPr lang="en-US" dirty="0"/>
              <a:t> for a dropout rate 𝑝, each neuron is retained with a probability 1 − 𝑝. This decision is made independently for every neuron in the layer </a:t>
            </a:r>
          </a:p>
          <a:p>
            <a:endParaRPr lang="en-US" dirty="0"/>
          </a:p>
          <a:p>
            <a:r>
              <a:rPr lang="en-US" dirty="0"/>
              <a:t>the neurons that are "dropped out" have their activations set to zero for that iteration.</a:t>
            </a:r>
          </a:p>
        </p:txBody>
      </p:sp>
    </p:spTree>
    <p:extLst>
      <p:ext uri="{BB962C8B-B14F-4D97-AF65-F5344CB8AC3E}">
        <p14:creationId xmlns:p14="http://schemas.microsoft.com/office/powerpoint/2010/main" val="31508097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4EBB-F50F-486D-EB75-A2C7C388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4" y="-363008"/>
            <a:ext cx="10515600" cy="1325563"/>
          </a:xfrm>
        </p:spPr>
        <p:txBody>
          <a:bodyPr/>
          <a:lstStyle/>
          <a:p>
            <a:r>
              <a:rPr lang="en-US" dirty="0"/>
              <a:t>Dropout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EA7A-2512-CAA5-768B-6C350643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792691"/>
            <a:ext cx="11370734" cy="5904441"/>
          </a:xfrm>
        </p:spPr>
        <p:txBody>
          <a:bodyPr>
            <a:normAutofit/>
          </a:bodyPr>
          <a:lstStyle/>
          <a:p>
            <a:r>
              <a:rPr lang="en-US" dirty="0"/>
              <a:t>example: if 𝑝 =0.2, each neuron has an 80% chance of being retained and a 20% chance of being dropped</a:t>
            </a:r>
          </a:p>
          <a:p>
            <a:endParaRPr lang="en-US" dirty="0"/>
          </a:p>
          <a:p>
            <a:r>
              <a:rPr lang="en-US" dirty="0"/>
              <a:t>to maintain the expected value of the layer's output unchanged, </a:t>
            </a:r>
            <a:r>
              <a:rPr lang="en-US" b="1" dirty="0">
                <a:highlight>
                  <a:srgbClr val="FFFF00"/>
                </a:highlight>
              </a:rPr>
              <a:t>the retained neurons' activations are scaled by 1/(1− 𝑝) 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during inference, dropout is not applied</a:t>
            </a:r>
          </a:p>
          <a:p>
            <a:endParaRPr lang="en-US" b="1" dirty="0"/>
          </a:p>
          <a:p>
            <a:r>
              <a:rPr lang="en-US" b="1" dirty="0">
                <a:highlight>
                  <a:srgbClr val="FFFF00"/>
                </a:highlight>
              </a:rPr>
              <a:t>instead, the weights of all neurons are scaled down by (1− 𝑝)</a:t>
            </a:r>
            <a:r>
              <a:rPr lang="en-US" dirty="0">
                <a:highlight>
                  <a:srgbClr val="FFFF00"/>
                </a:highlight>
              </a:rPr>
              <a:t>. </a:t>
            </a:r>
            <a:r>
              <a:rPr lang="en-US" dirty="0"/>
              <a:t>This ensures that the output remains consistent with the effective behavior during training, where only a fraction of the neurons were active at a time</a:t>
            </a:r>
          </a:p>
        </p:txBody>
      </p:sp>
    </p:spTree>
    <p:extLst>
      <p:ext uri="{BB962C8B-B14F-4D97-AF65-F5344CB8AC3E}">
        <p14:creationId xmlns:p14="http://schemas.microsoft.com/office/powerpoint/2010/main" val="9619238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118C1-584D-E682-7AB1-D99DA662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227"/>
            <a:ext cx="10115240" cy="54378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8273B1-870F-DD98-20C2-42299988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111" y="3184660"/>
            <a:ext cx="2758889" cy="382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D5B97C-27E0-6025-BC3A-7A9EECB13DB0}"/>
                  </a:ext>
                </a:extLst>
              </p14:cNvPr>
              <p14:cNvContentPartPr/>
              <p14:nvPr/>
            </p14:nvContentPartPr>
            <p14:xfrm>
              <a:off x="1879640" y="3645280"/>
              <a:ext cx="452520" cy="377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D5B97C-27E0-6025-BC3A-7A9EECB13D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7000" y="3582280"/>
                <a:ext cx="578160" cy="50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2018A73-0EBF-9C3B-6134-CD5433398C44}"/>
              </a:ext>
            </a:extLst>
          </p:cNvPr>
          <p:cNvGrpSpPr/>
          <p:nvPr/>
        </p:nvGrpSpPr>
        <p:grpSpPr>
          <a:xfrm>
            <a:off x="632187" y="3623480"/>
            <a:ext cx="3778560" cy="489960"/>
            <a:chOff x="632187" y="3623480"/>
            <a:chExt cx="377856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6D6852-5D63-392F-7DCA-4EF270CDD05F}"/>
                    </a:ext>
                  </a:extLst>
                </p14:cNvPr>
                <p14:cNvContentPartPr/>
                <p14:nvPr/>
              </p14:nvContentPartPr>
              <p14:xfrm>
                <a:off x="632187" y="3623480"/>
                <a:ext cx="3778560" cy="489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6D6852-5D63-392F-7DCA-4EF270CDD0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9547" y="3560840"/>
                  <a:ext cx="39042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9D1712-4E5B-2EE7-1AEF-4BBCD16DA1BB}"/>
                    </a:ext>
                  </a:extLst>
                </p14:cNvPr>
                <p14:cNvContentPartPr/>
                <p14:nvPr/>
              </p14:nvContentPartPr>
              <p14:xfrm>
                <a:off x="2424267" y="3841280"/>
                <a:ext cx="291960" cy="21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9D1712-4E5B-2EE7-1AEF-4BBCD16DA1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61267" y="3778640"/>
                  <a:ext cx="417600" cy="33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08488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1A734EC7-9B12-B992-C782-9D1389143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3" y="2763520"/>
            <a:ext cx="7927658" cy="40429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51ADE3-D886-D56E-FB50-1DA942F3C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56" y="3105129"/>
            <a:ext cx="643853" cy="6624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35466B-0828-DFA1-29EE-89236FBC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57" y="3964557"/>
            <a:ext cx="643853" cy="6624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993744-36EB-940D-1426-3730E0E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59" y="4981070"/>
            <a:ext cx="643853" cy="6624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2BCED0-0764-BE46-203D-C38076617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58" y="5919535"/>
            <a:ext cx="643853" cy="6624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E7C11B-E9D0-7BCA-8422-98FBD2CBA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100" y="52783"/>
            <a:ext cx="3321678" cy="271709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9A11B232-BFF7-2442-F057-DB99DF6E9E5C}"/>
              </a:ext>
            </a:extLst>
          </p:cNvPr>
          <p:cNvSpPr/>
          <p:nvPr/>
        </p:nvSpPr>
        <p:spPr>
          <a:xfrm>
            <a:off x="5442713" y="141132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4475C3-CA65-90F6-41DA-7683256D3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468" y="166621"/>
            <a:ext cx="2926082" cy="260325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22B3D08-9DE3-A965-0E0B-1427211D8E2E}"/>
              </a:ext>
            </a:extLst>
          </p:cNvPr>
          <p:cNvCxnSpPr>
            <a:cxnSpLocks/>
          </p:cNvCxnSpPr>
          <p:nvPr/>
        </p:nvCxnSpPr>
        <p:spPr>
          <a:xfrm>
            <a:off x="9710" y="2976664"/>
            <a:ext cx="12192000" cy="904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53014AC-1998-698E-AF93-C5C161D68B18}"/>
                  </a:ext>
                </a:extLst>
              </p14:cNvPr>
              <p14:cNvContentPartPr/>
              <p14:nvPr/>
            </p14:nvContentPartPr>
            <p14:xfrm>
              <a:off x="1898200" y="3383160"/>
              <a:ext cx="22320" cy="181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53014AC-1998-698E-AF93-C5C161D68B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0560" y="3365160"/>
                <a:ext cx="5796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3DA31A6-9160-3A35-7E78-C40C6C595221}"/>
              </a:ext>
            </a:extLst>
          </p:cNvPr>
          <p:cNvGrpSpPr/>
          <p:nvPr/>
        </p:nvGrpSpPr>
        <p:grpSpPr>
          <a:xfrm>
            <a:off x="1872640" y="3389280"/>
            <a:ext cx="57960" cy="284400"/>
            <a:chOff x="1872640" y="3389280"/>
            <a:chExt cx="579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5EE926-DF16-1382-6B3A-D1AE82BF9BCC}"/>
                    </a:ext>
                  </a:extLst>
                </p14:cNvPr>
                <p14:cNvContentPartPr/>
                <p14:nvPr/>
              </p14:nvContentPartPr>
              <p14:xfrm>
                <a:off x="1872640" y="3418800"/>
                <a:ext cx="17640" cy="254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5EE926-DF16-1382-6B3A-D1AE82BF9B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4640" y="3400800"/>
                  <a:ext cx="53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7DC478-692E-817B-B76C-4E7FCA702213}"/>
                    </a:ext>
                  </a:extLst>
                </p14:cNvPr>
                <p14:cNvContentPartPr/>
                <p14:nvPr/>
              </p14:nvContentPartPr>
              <p14:xfrm>
                <a:off x="1899640" y="3389280"/>
                <a:ext cx="30960" cy="212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7DC478-692E-817B-B76C-4E7FCA7022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2000" y="3371280"/>
                  <a:ext cx="6660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2B5EE35-E7E2-E7B4-11CE-60BB752A3A1A}"/>
                  </a:ext>
                </a:extLst>
              </p14:cNvPr>
              <p14:cNvContentPartPr/>
              <p14:nvPr/>
            </p14:nvContentPartPr>
            <p14:xfrm>
              <a:off x="1892080" y="4256880"/>
              <a:ext cx="8280" cy="171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2B5EE35-E7E2-E7B4-11CE-60BB752A3A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74440" y="4238880"/>
                <a:ext cx="439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4230675-ABFD-A5B9-908A-67ACC8E60B3D}"/>
                  </a:ext>
                </a:extLst>
              </p14:cNvPr>
              <p14:cNvContentPartPr/>
              <p14:nvPr/>
            </p14:nvContentPartPr>
            <p14:xfrm>
              <a:off x="1849470" y="4240800"/>
              <a:ext cx="74520" cy="258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4230675-ABFD-A5B9-908A-67ACC8E60B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31830" y="4222800"/>
                <a:ext cx="1101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032319-C3AF-58BD-85CD-2F878249DF67}"/>
                  </a:ext>
                </a:extLst>
              </p14:cNvPr>
              <p14:cNvContentPartPr/>
              <p14:nvPr/>
            </p14:nvContentPartPr>
            <p14:xfrm>
              <a:off x="1887630" y="4267080"/>
              <a:ext cx="17280" cy="103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032319-C3AF-58BD-85CD-2F878249DF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69990" y="4249440"/>
                <a:ext cx="529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FBDBCF9-24A8-0A07-51DB-1B35D59AF531}"/>
                  </a:ext>
                </a:extLst>
              </p14:cNvPr>
              <p14:cNvContentPartPr/>
              <p14:nvPr/>
            </p14:nvContentPartPr>
            <p14:xfrm>
              <a:off x="1900230" y="5253840"/>
              <a:ext cx="24480" cy="194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FBDBCF9-24A8-0A07-51DB-1B35D59AF53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2590" y="5236200"/>
                <a:ext cx="601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88115E-9EDC-3C1B-595F-764CF7919416}"/>
                  </a:ext>
                </a:extLst>
              </p14:cNvPr>
              <p14:cNvContentPartPr/>
              <p14:nvPr/>
            </p14:nvContentPartPr>
            <p14:xfrm>
              <a:off x="1884750" y="6154560"/>
              <a:ext cx="25920" cy="258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88115E-9EDC-3C1B-595F-764CF79194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66750" y="6136560"/>
                <a:ext cx="615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929609B-83B9-6439-82B6-3BE1F272C7F5}"/>
                  </a:ext>
                </a:extLst>
              </p14:cNvPr>
              <p14:cNvContentPartPr/>
              <p14:nvPr/>
            </p14:nvContentPartPr>
            <p14:xfrm>
              <a:off x="1904910" y="6156720"/>
              <a:ext cx="8280" cy="213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929609B-83B9-6439-82B6-3BE1F272C7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86910" y="6138720"/>
                <a:ext cx="439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9D6F047-D58D-D24A-F5BB-F0FD47CA9B86}"/>
                  </a:ext>
                </a:extLst>
              </p14:cNvPr>
              <p14:cNvContentPartPr/>
              <p14:nvPr/>
            </p14:nvContentPartPr>
            <p14:xfrm>
              <a:off x="1896990" y="4240590"/>
              <a:ext cx="11880" cy="163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9D6F047-D58D-D24A-F5BB-F0FD47CA9B8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79350" y="4222590"/>
                <a:ext cx="47520" cy="1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4285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4804931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C894B-C5FC-C7E4-3897-DCC35B05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750" y="3763445"/>
            <a:ext cx="7019370" cy="3009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83FBB-1344-C214-503B-5854F2E8D90C}"/>
              </a:ext>
            </a:extLst>
          </p:cNvPr>
          <p:cNvSpPr txBox="1"/>
          <p:nvPr/>
        </p:nvSpPr>
        <p:spPr>
          <a:xfrm>
            <a:off x="162560" y="440174"/>
            <a:ext cx="118668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we need to do is add a </a:t>
            </a:r>
            <a:r>
              <a:rPr lang="en-US" sz="2000" b="1" i="1" dirty="0" err="1"/>
              <a:t>nn.Dropout</a:t>
            </a:r>
            <a:r>
              <a:rPr lang="en-US" sz="2000" b="1" i="1" dirty="0"/>
              <a:t> </a:t>
            </a:r>
            <a:r>
              <a:rPr lang="en-US" sz="2000" dirty="0"/>
              <a:t>layer after each fully-connected layer, passing in the dropout probability as the only argument to its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during training, the </a:t>
            </a:r>
            <a:r>
              <a:rPr lang="en-US" sz="2000" b="1" i="1" dirty="0" err="1"/>
              <a:t>nn.Dropout</a:t>
            </a:r>
            <a:r>
              <a:rPr lang="en-US" sz="2000" b="1" i="1" dirty="0"/>
              <a:t> </a:t>
            </a:r>
            <a:r>
              <a:rPr lang="en-US" sz="2000" dirty="0"/>
              <a:t>layer will randomly drop out outputs of the previous layer (or equivalently, the inputs to the subsequent layer) according to the specified dropout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the example below, we will drop 20% of the outputs of the first hidden layer, and 30% of the outputs of the second hidden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not in training mode, the </a:t>
            </a:r>
            <a:r>
              <a:rPr lang="en-US" sz="2000" b="1" i="1" dirty="0" err="1"/>
              <a:t>nn.Dropout</a:t>
            </a:r>
            <a:r>
              <a:rPr lang="en-US" sz="2000" b="1" i="1" dirty="0"/>
              <a:t>  </a:t>
            </a:r>
            <a:r>
              <a:rPr lang="en-US" sz="2000" dirty="0"/>
              <a:t>layer simply passes the data through, during testing</a:t>
            </a:r>
          </a:p>
        </p:txBody>
      </p:sp>
    </p:spTree>
    <p:extLst>
      <p:ext uri="{BB962C8B-B14F-4D97-AF65-F5344CB8AC3E}">
        <p14:creationId xmlns:p14="http://schemas.microsoft.com/office/powerpoint/2010/main" val="1256431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589F6-60A5-5DA6-9799-5301E04C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2" y="3061833"/>
            <a:ext cx="5882556" cy="479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B3BDA1-AF9B-3EF4-F1E2-ECB52FB83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" y="4931656"/>
            <a:ext cx="5973235" cy="96778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77969-4D19-74BC-31B4-22FF2C8217C5}"/>
              </a:ext>
            </a:extLst>
          </p:cNvPr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370C32-7E73-6AE8-E535-C117E23C6868}"/>
              </a:ext>
            </a:extLst>
          </p:cNvPr>
          <p:cNvSpPr txBox="1"/>
          <p:nvPr/>
        </p:nvSpPr>
        <p:spPr>
          <a:xfrm>
            <a:off x="666410" y="390842"/>
            <a:ext cx="5338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from the second section of the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D91B2-B011-586B-3E7D-EBDC1C28CD60}"/>
              </a:ext>
            </a:extLst>
          </p:cNvPr>
          <p:cNvSpPr txBox="1"/>
          <p:nvPr/>
        </p:nvSpPr>
        <p:spPr>
          <a:xfrm>
            <a:off x="7099652" y="144621"/>
            <a:ext cx="4764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Softmax</a:t>
            </a:r>
            <a:r>
              <a:rPr lang="en-US" sz="3200" dirty="0"/>
              <a:t> regression with an increased network and </a:t>
            </a:r>
            <a:r>
              <a:rPr lang="en-US" sz="3200" b="1" dirty="0"/>
              <a:t>dropout</a:t>
            </a:r>
            <a:r>
              <a:rPr lang="en-US" sz="3200" dirty="0"/>
              <a:t> applied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ED752A-B637-537F-6260-4702531A406C}"/>
              </a:ext>
            </a:extLst>
          </p:cNvPr>
          <p:cNvCxnSpPr>
            <a:cxnSpLocks/>
          </p:cNvCxnSpPr>
          <p:nvPr/>
        </p:nvCxnSpPr>
        <p:spPr>
          <a:xfrm flipH="1">
            <a:off x="30480" y="475269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EE42-2272-C6CC-F515-95AA78333647}"/>
              </a:ext>
            </a:extLst>
          </p:cNvPr>
          <p:cNvCxnSpPr>
            <a:cxnSpLocks/>
          </p:cNvCxnSpPr>
          <p:nvPr/>
        </p:nvCxnSpPr>
        <p:spPr>
          <a:xfrm flipH="1">
            <a:off x="0" y="181645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D3FBE2C-B8B3-1C8E-FAF2-6535F7B8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873" y="2029631"/>
            <a:ext cx="5916734" cy="2544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517DF-6AD7-0DA3-FA46-E5575691A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873" y="5007880"/>
            <a:ext cx="5898842" cy="8915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907CCD-458F-331C-4426-5D7C58258804}"/>
                  </a:ext>
                </a:extLst>
              </p14:cNvPr>
              <p14:cNvContentPartPr/>
              <p14:nvPr/>
            </p14:nvContentPartPr>
            <p14:xfrm>
              <a:off x="3027320" y="5933440"/>
              <a:ext cx="6189840" cy="204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907CCD-458F-331C-4426-5D7C582588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9680" y="5915440"/>
                <a:ext cx="62254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EBEA95-5591-0DD1-911F-D5B202CDF4E5}"/>
                  </a:ext>
                </a:extLst>
              </p14:cNvPr>
              <p14:cNvContentPartPr/>
              <p14:nvPr/>
            </p14:nvContentPartPr>
            <p14:xfrm>
              <a:off x="9060300" y="5934240"/>
              <a:ext cx="215640" cy="231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EBEA95-5591-0DD1-911F-D5B202CDF4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42300" y="5916240"/>
                <a:ext cx="251280" cy="2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839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50234E-D67D-A015-10F4-FA7B6CEA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610" y="0"/>
            <a:ext cx="4830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04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86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7) </a:t>
            </a:r>
            <a:r>
              <a:rPr lang="en-US" sz="6000" dirty="0"/>
              <a:t>Deep learning computation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154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B2BB-0FAC-4A99-1834-0CE2123F7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87" y="351930"/>
            <a:ext cx="12904432" cy="6253055"/>
          </a:xfrm>
        </p:spPr>
        <p:txBody>
          <a:bodyPr/>
          <a:lstStyle/>
          <a:p>
            <a:r>
              <a:rPr lang="en-US" dirty="0"/>
              <a:t>if we deal with complex neural networks, we will need to work with </a:t>
            </a:r>
            <a:r>
              <a:rPr lang="en-US" b="1" dirty="0">
                <a:highlight>
                  <a:srgbClr val="FFFF00"/>
                </a:highlight>
              </a:rPr>
              <a:t>blocks (classes)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inspect the parameters (weights and biases – w and b) of the neural network: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E458A-3F9C-44FA-FDC4-37DDBCAE2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17" y="990260"/>
            <a:ext cx="6799710" cy="358174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6840821-A0F4-ABAC-3176-5FD175A37A6F}"/>
              </a:ext>
            </a:extLst>
          </p:cNvPr>
          <p:cNvGrpSpPr/>
          <p:nvPr/>
        </p:nvGrpSpPr>
        <p:grpSpPr>
          <a:xfrm>
            <a:off x="4340908" y="2378555"/>
            <a:ext cx="5644800" cy="383040"/>
            <a:chOff x="4340908" y="2378555"/>
            <a:chExt cx="56448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D6CE80-A021-3EF6-086D-4E17303C6D7D}"/>
                    </a:ext>
                  </a:extLst>
                </p14:cNvPr>
                <p14:cNvContentPartPr/>
                <p14:nvPr/>
              </p14:nvContentPartPr>
              <p14:xfrm>
                <a:off x="4340908" y="2463155"/>
                <a:ext cx="5362920" cy="298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D6CE80-A021-3EF6-086D-4E17303C6D7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23268" y="2445155"/>
                  <a:ext cx="53985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F3DC20-69E5-82B4-1AFB-3460AC9310BB}"/>
                    </a:ext>
                  </a:extLst>
                </p14:cNvPr>
                <p14:cNvContentPartPr/>
                <p14:nvPr/>
              </p14:nvContentPartPr>
              <p14:xfrm>
                <a:off x="9525628" y="2378555"/>
                <a:ext cx="460080" cy="25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F3DC20-69E5-82B4-1AFB-3460AC9310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07988" y="2360915"/>
                  <a:ext cx="495720" cy="28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A04F6A3-B4B3-DCD0-AB51-9FECA34C9091}"/>
              </a:ext>
            </a:extLst>
          </p:cNvPr>
          <p:cNvSpPr txBox="1"/>
          <p:nvPr/>
        </p:nvSpPr>
        <p:spPr>
          <a:xfrm>
            <a:off x="10037472" y="2138103"/>
            <a:ext cx="220629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AICI E MIEZUL !</a:t>
            </a:r>
          </a:p>
          <a:p>
            <a:endParaRPr lang="en-US" dirty="0"/>
          </a:p>
          <a:p>
            <a:r>
              <a:rPr lang="en-US" dirty="0"/>
              <a:t>Here we implement the </a:t>
            </a:r>
            <a:r>
              <a:rPr lang="en-US" dirty="0" err="1"/>
              <a:t>behaviour</a:t>
            </a:r>
            <a:r>
              <a:rPr lang="en-US" dirty="0"/>
              <a:t>/logic  of the network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6C42AB-1261-A6DA-4394-3BEC5A41F4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7480" y="5463795"/>
            <a:ext cx="7709992" cy="10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647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F419B-89DF-B5D9-9241-89C438C2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55" y="991175"/>
            <a:ext cx="6846739" cy="2335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4CFC66-FB02-A3D0-B4D2-C09ED3EAEC6C}"/>
              </a:ext>
            </a:extLst>
          </p:cNvPr>
          <p:cNvSpPr txBox="1"/>
          <p:nvPr/>
        </p:nvSpPr>
        <p:spPr>
          <a:xfrm>
            <a:off x="337352" y="399495"/>
            <a:ext cx="9942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put the model on the GPU if the GPU is available: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C02703-8D33-0C24-096C-BCABC8E61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29" y="3531811"/>
            <a:ext cx="4060361" cy="324280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BC68C35-4293-4E57-791E-14EE0E823205}"/>
              </a:ext>
            </a:extLst>
          </p:cNvPr>
          <p:cNvSpPr/>
          <p:nvPr/>
        </p:nvSpPr>
        <p:spPr>
          <a:xfrm>
            <a:off x="4819643" y="49060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1018DC-718F-16A1-86C7-462F261C8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989" y="3522093"/>
            <a:ext cx="5601809" cy="32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342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739" y="2460625"/>
            <a:ext cx="6719993" cy="1325563"/>
          </a:xfrm>
        </p:spPr>
        <p:txBody>
          <a:bodyPr>
            <a:normAutofit fontScale="90000"/>
          </a:bodyPr>
          <a:lstStyle/>
          <a:p>
            <a:r>
              <a:rPr lang="en-US" sz="8800" dirty="0"/>
              <a:t> Old Exercises</a:t>
            </a:r>
            <a:br>
              <a:rPr lang="en-US" sz="8800" dirty="0"/>
            </a:br>
            <a:r>
              <a:rPr lang="en-US" sz="8800" dirty="0"/>
              <a:t>(same as for PI)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52AFE1-8224-B08C-E00D-12E98CD3B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54" y="0"/>
            <a:ext cx="4237128" cy="62971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15AC90-A517-9892-9CB9-2B016798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311" y="6297168"/>
            <a:ext cx="3095030" cy="46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22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D657C-A8F8-EFBB-80F7-9AA8EC16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174"/>
            <a:ext cx="6011333" cy="2652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65B3C1-D2C9-1AA3-3402-196CAEB4E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30" y="3358640"/>
            <a:ext cx="8514836" cy="34993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E23183-E5B1-DEE0-5E2D-936E6DDEC181}"/>
                  </a:ext>
                </a:extLst>
              </p14:cNvPr>
              <p14:cNvContentPartPr/>
              <p14:nvPr/>
            </p14:nvContentPartPr>
            <p14:xfrm>
              <a:off x="3047787" y="2299560"/>
              <a:ext cx="4136760" cy="249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E23183-E5B1-DEE0-5E2D-936E6DDEC1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9787" y="2281534"/>
                <a:ext cx="4172400" cy="284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B1FC81-D475-7DB9-D1C1-846C2E933DB0}"/>
                  </a:ext>
                </a:extLst>
              </p14:cNvPr>
              <p14:cNvContentPartPr/>
              <p14:nvPr/>
            </p14:nvContentPartPr>
            <p14:xfrm>
              <a:off x="7027227" y="2235120"/>
              <a:ext cx="260640" cy="166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B1FC81-D475-7DB9-D1C1-846C2E933D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09227" y="2217120"/>
                <a:ext cx="296280" cy="201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D222F1B-0EC0-2347-A64E-C0B30707B5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7867" y="1386573"/>
            <a:ext cx="1415811" cy="12616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C5D611-BE28-CE89-9536-00F04ACA3C95}"/>
              </a:ext>
            </a:extLst>
          </p:cNvPr>
          <p:cNvSpPr txBox="1"/>
          <p:nvPr/>
        </p:nvSpPr>
        <p:spPr>
          <a:xfrm>
            <a:off x="8564401" y="1495045"/>
            <a:ext cx="302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go back to slide 11 to see the difference between epoch and iteration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09BA85-EEFE-2952-4896-BC7EF07B73CF}"/>
              </a:ext>
            </a:extLst>
          </p:cNvPr>
          <p:cNvGrpSpPr/>
          <p:nvPr/>
        </p:nvGrpSpPr>
        <p:grpSpPr>
          <a:xfrm>
            <a:off x="4696200" y="4618720"/>
            <a:ext cx="561600" cy="489600"/>
            <a:chOff x="5350680" y="4565040"/>
            <a:chExt cx="561600" cy="4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96681E-CB44-45A5-4075-E6AC1349FA20}"/>
                    </a:ext>
                  </a:extLst>
                </p14:cNvPr>
                <p14:cNvContentPartPr/>
                <p14:nvPr/>
              </p14:nvContentPartPr>
              <p14:xfrm>
                <a:off x="5350680" y="4640640"/>
                <a:ext cx="474480" cy="414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96681E-CB44-45A5-4075-E6AC1349FA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1680" y="4632000"/>
                  <a:ext cx="4921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FCEDB2-BBBC-C8D3-F09B-42950EA50798}"/>
                    </a:ext>
                  </a:extLst>
                </p14:cNvPr>
                <p14:cNvContentPartPr/>
                <p14:nvPr/>
              </p14:nvContentPartPr>
              <p14:xfrm>
                <a:off x="5638680" y="4565040"/>
                <a:ext cx="273600" cy="183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FCEDB2-BBBC-C8D3-F09B-42950EA50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29680" y="4556400"/>
                  <a:ext cx="291240" cy="201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2AD6AFE-43BB-9C56-3A14-6EE37DA65998}"/>
              </a:ext>
            </a:extLst>
          </p:cNvPr>
          <p:cNvSpPr txBox="1"/>
          <p:nvPr/>
        </p:nvSpPr>
        <p:spPr>
          <a:xfrm>
            <a:off x="5050941" y="3411415"/>
            <a:ext cx="5024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generated sequence will be: -3.0, -2.9, -2.8,…2.9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it results in 60 values in total because the range spans from -3 to 2.9 with steps of 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 = torch.linspace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-3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steps=num_examples * </a:t>
            </a:r>
            <a:r>
              <a:rPr lang="pt-BR" sz="12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.reshape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num_examples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2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pt-BR" sz="12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pt-BR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-&gt;   this is an alternative which creates a 1D tensor with steps evenly spaced between -3 and 3 (inclusive)</a:t>
            </a:r>
          </a:p>
        </p:txBody>
      </p:sp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180B66B-D6C3-A659-5012-19DA0443D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65" y="397604"/>
            <a:ext cx="10694410" cy="5867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FF5F1-0EE9-0CFC-8138-766EA7811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315" y="1459230"/>
            <a:ext cx="1043085" cy="198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C31C4F-B763-D80B-B933-E629099E5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071" y="1428948"/>
            <a:ext cx="492489" cy="228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1DDF1-666C-F433-6828-C9DCBE818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57" y="1418212"/>
            <a:ext cx="292943" cy="23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233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0C51BA-0021-339E-61AC-2E63E923C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2" y="448114"/>
            <a:ext cx="8495274" cy="5961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3C78AD-008F-DB25-3496-3489E1F0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649" y="2031924"/>
            <a:ext cx="2906417" cy="1397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5B6A91-2ECF-550B-AB0B-17CADA71C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649" y="3699901"/>
            <a:ext cx="2616872" cy="5842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9A517F-4A4D-0BF5-146A-39604D4C7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467" y="4449000"/>
            <a:ext cx="2616872" cy="23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898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C00CD5-6EEF-21CA-BEC2-5AA131986593}"/>
              </a:ext>
            </a:extLst>
          </p:cNvPr>
          <p:cNvSpPr txBox="1"/>
          <p:nvPr/>
        </p:nvSpPr>
        <p:spPr>
          <a:xfrm>
            <a:off x="-93133" y="-133810"/>
            <a:ext cx="3344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9064B-68D7-6DB9-F931-07E42EDC5900}"/>
              </a:ext>
            </a:extLst>
          </p:cNvPr>
          <p:cNvSpPr txBox="1"/>
          <p:nvPr/>
        </p:nvSpPr>
        <p:spPr>
          <a:xfrm>
            <a:off x="1413933" y="47627"/>
            <a:ext cx="1113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had specified </a:t>
            </a:r>
            <a:r>
              <a:rPr lang="en-US" b="1" dirty="0"/>
              <a:t>epochs</a:t>
            </a:r>
            <a:r>
              <a:rPr lang="en-US" dirty="0"/>
              <a:t> instead of </a:t>
            </a:r>
            <a:r>
              <a:rPr lang="en-US" b="1" dirty="0"/>
              <a:t>iterations</a:t>
            </a:r>
            <a:r>
              <a:rPr lang="en-US" dirty="0"/>
              <a:t> in the statement we would have had the following solution: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6EEBA-0480-02CE-C8E0-C73D67C3D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89" y="459499"/>
            <a:ext cx="6289743" cy="3440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EFA187-2BDB-AE65-FC94-3976F08DF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90" y="4011222"/>
            <a:ext cx="6289743" cy="2836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A95E3E-6931-0978-0ECA-001B16468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847" y="3371995"/>
            <a:ext cx="1623619" cy="3486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3EB8DE-9BF2-F315-7CDF-BF2FCB598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300" y="767189"/>
            <a:ext cx="4691510" cy="144260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97F171-9505-F69D-728D-226CE2DA458E}"/>
              </a:ext>
            </a:extLst>
          </p:cNvPr>
          <p:cNvSpPr/>
          <p:nvPr/>
        </p:nvSpPr>
        <p:spPr>
          <a:xfrm>
            <a:off x="6771953" y="524933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0DDCA9-D70D-D8E1-1828-24419A1D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299" y="2397538"/>
            <a:ext cx="3007633" cy="67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558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F17949-96C4-FDDC-9683-6169CB87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120640" cy="2824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746B27-B528-21E7-8834-9F72723A6FC9}"/>
              </a:ext>
            </a:extLst>
          </p:cNvPr>
          <p:cNvSpPr txBox="1"/>
          <p:nvPr/>
        </p:nvSpPr>
        <p:spPr>
          <a:xfrm>
            <a:off x="375920" y="2983716"/>
            <a:ext cx="1148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construct the MNIST dataset and access it in mini-batches: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878CAE-AF8D-3685-1D7A-E90AB23B5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94" y="3504953"/>
            <a:ext cx="10974332" cy="3324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36210-FDFF-2424-93C9-4FF34F547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126" y="1412077"/>
            <a:ext cx="3740994" cy="113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09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-426720"/>
            <a:ext cx="11616267" cy="72847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define the </a:t>
            </a:r>
            <a:r>
              <a:rPr lang="en-US" dirty="0" err="1"/>
              <a:t>softmax</a:t>
            </a:r>
            <a:r>
              <a:rPr lang="en-US" dirty="0"/>
              <a:t> regression model: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initialize the parameters: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specify the loss function to be used: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specify the optimizer to be used: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85F1E8-F55B-980A-EEE5-7B8204C8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73" y="661635"/>
            <a:ext cx="10068747" cy="623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3684A-8DF5-FA82-102A-3497FB2B1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315" y="2098667"/>
            <a:ext cx="7276062" cy="1455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884494-7FBA-801A-7E59-4DBB3B070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542" y="4262912"/>
            <a:ext cx="5851608" cy="628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16F7C8-37EA-3157-1DCD-1EFFB77D2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698" y="5822821"/>
            <a:ext cx="7080601" cy="74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761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i="1" dirty="0" err="1"/>
              <a:t>evaluate_accuracy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99F0D-01EB-3A40-C25B-6D9CBAD9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96" y="1405812"/>
            <a:ext cx="7488650" cy="3234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02C14-BFF2-AA5E-EB7A-5B918381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42" y="5224872"/>
            <a:ext cx="5081579" cy="871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2BEC89-A779-9BB3-C7F9-9CD2B7C6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06" y="5158782"/>
            <a:ext cx="6165922" cy="142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554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i="1" dirty="0" err="1"/>
              <a:t>train_epoch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i="1" dirty="0"/>
              <a:t>train()</a:t>
            </a:r>
            <a:r>
              <a:rPr lang="en-US" dirty="0"/>
              <a:t> function which is already done in lab: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EF58D-89C9-4534-6C3D-2C7F5FB9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3" y="1148874"/>
            <a:ext cx="5461188" cy="3017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781CB-15BD-9CF7-E5A7-D533274D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13" y="4726077"/>
            <a:ext cx="8005227" cy="19660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25087E-672B-29FD-9209-B331A686CD33}"/>
              </a:ext>
            </a:extLst>
          </p:cNvPr>
          <p:cNvSpPr txBox="1"/>
          <p:nvPr/>
        </p:nvSpPr>
        <p:spPr>
          <a:xfrm>
            <a:off x="7757159" y="2288007"/>
            <a:ext cx="3889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1 epoch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FF971B-77B3-C87D-BC4F-04FEA8F13BFA}"/>
              </a:ext>
            </a:extLst>
          </p:cNvPr>
          <p:cNvGrpSpPr/>
          <p:nvPr/>
        </p:nvGrpSpPr>
        <p:grpSpPr>
          <a:xfrm>
            <a:off x="6410960" y="2417680"/>
            <a:ext cx="1347840" cy="221400"/>
            <a:chOff x="6410960" y="2417680"/>
            <a:chExt cx="13478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14:cNvPr>
                <p14:cNvContentPartPr/>
                <p14:nvPr/>
              </p14:nvContentPartPr>
              <p14:xfrm>
                <a:off x="6410960" y="2518840"/>
                <a:ext cx="123444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2960" y="2501200"/>
                  <a:ext cx="1270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14:cNvPr>
                <p14:cNvContentPartPr/>
                <p14:nvPr/>
              </p14:nvContentPartPr>
              <p14:xfrm>
                <a:off x="7569080" y="2417680"/>
                <a:ext cx="189720" cy="221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51440" y="2400040"/>
                  <a:ext cx="225360" cy="25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9C91F7-95E4-5989-E7F3-9128CE4E221F}"/>
              </a:ext>
            </a:extLst>
          </p:cNvPr>
          <p:cNvSpPr txBox="1"/>
          <p:nvPr/>
        </p:nvSpPr>
        <p:spPr>
          <a:xfrm>
            <a:off x="9393387" y="4726077"/>
            <a:ext cx="2789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multiple epochs, specified by </a:t>
            </a:r>
            <a:r>
              <a:rPr lang="en-US" sz="2400" b="1" i="1" dirty="0" err="1"/>
              <a:t>num_epochs</a:t>
            </a:r>
            <a:endParaRPr lang="en-US" sz="2400" b="1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E694E3-B55D-E866-8734-FE9DDE23BEEC}"/>
              </a:ext>
            </a:extLst>
          </p:cNvPr>
          <p:cNvGrpSpPr/>
          <p:nvPr/>
        </p:nvGrpSpPr>
        <p:grpSpPr>
          <a:xfrm>
            <a:off x="8889920" y="5282200"/>
            <a:ext cx="537120" cy="236880"/>
            <a:chOff x="8889920" y="5282200"/>
            <a:chExt cx="5371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14:cNvPr>
                <p14:cNvContentPartPr/>
                <p14:nvPr/>
              </p14:nvContentPartPr>
              <p14:xfrm>
                <a:off x="8889920" y="5388040"/>
                <a:ext cx="429120" cy="9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72280" y="5370040"/>
                  <a:ext cx="464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14:cNvPr>
                <p14:cNvContentPartPr/>
                <p14:nvPr/>
              </p14:nvContentPartPr>
              <p14:xfrm>
                <a:off x="9154160" y="5282200"/>
                <a:ext cx="272880" cy="23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160" y="5264560"/>
                  <a:ext cx="30852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19117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6" y="21187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train the model for 15 epochs by running </a:t>
            </a:r>
            <a:r>
              <a:rPr lang="en-US" i="1" dirty="0"/>
              <a:t>train()</a:t>
            </a:r>
            <a:r>
              <a:rPr lang="en-US" dirty="0"/>
              <a:t> function: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51B22-06A9-1D81-B0EC-1D6C1767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835" y="4788748"/>
            <a:ext cx="1486806" cy="2003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F4CEA-CEC6-4A14-0E09-C351194A4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08" y="779867"/>
            <a:ext cx="10963382" cy="38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96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9993"/>
            <a:ext cx="12192000" cy="4351338"/>
          </a:xfrm>
        </p:spPr>
        <p:txBody>
          <a:bodyPr/>
          <a:lstStyle/>
          <a:p>
            <a:r>
              <a:rPr lang="en-US" dirty="0"/>
              <a:t>plot the loss for the training and validation sets using the </a:t>
            </a:r>
            <a:r>
              <a:rPr lang="en-US" i="1" dirty="0" err="1"/>
              <a:t>plot_loss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9773-0722-DBCC-18AC-CAC54D0A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739" y="1127851"/>
            <a:ext cx="5010530" cy="211108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91022" y="194107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136331" y="49392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9F514A-0A71-1DB4-56D0-299B88E79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032" y="3505201"/>
            <a:ext cx="430196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349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0497"/>
            <a:ext cx="12192000" cy="4351338"/>
          </a:xfrm>
        </p:spPr>
        <p:txBody>
          <a:bodyPr/>
          <a:lstStyle/>
          <a:p>
            <a:r>
              <a:rPr lang="en-US" dirty="0"/>
              <a:t>plot the accuracy for the training and validation sets using the </a:t>
            </a:r>
            <a:r>
              <a:rPr lang="en-US" i="1" dirty="0" err="1"/>
              <a:t>plot_accuracy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86800" y="22228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419340" y="503830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E63FB-5D97-B692-9AE1-FBA5B5C7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44" y="1226830"/>
            <a:ext cx="5447453" cy="2364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D4A69F-35DB-0734-EFC4-FE3178A2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099" y="3703234"/>
            <a:ext cx="3997741" cy="315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81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728"/>
            <a:ext cx="12192000" cy="4351338"/>
          </a:xfrm>
        </p:spPr>
        <p:txBody>
          <a:bodyPr/>
          <a:lstStyle/>
          <a:p>
            <a:r>
              <a:rPr lang="en-US" dirty="0"/>
              <a:t>evaluate the trained model on the test set, which was not used at all during the training process: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9875A-D410-1A6A-426D-FC83FCAD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05" y="934720"/>
            <a:ext cx="6318341" cy="10456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575A1C-EBEF-C653-14E1-257EF1075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72" y="3317308"/>
            <a:ext cx="5039109" cy="343496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77606BE-3E88-8EA7-BBF0-BAD65FF10252}"/>
              </a:ext>
            </a:extLst>
          </p:cNvPr>
          <p:cNvGrpSpPr/>
          <p:nvPr/>
        </p:nvGrpSpPr>
        <p:grpSpPr>
          <a:xfrm>
            <a:off x="5842160" y="4734280"/>
            <a:ext cx="1581840" cy="234360"/>
            <a:chOff x="5842160" y="4734280"/>
            <a:chExt cx="15818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14:cNvPr>
                <p14:cNvContentPartPr/>
                <p14:nvPr/>
              </p14:nvContentPartPr>
              <p14:xfrm>
                <a:off x="5842160" y="4846240"/>
                <a:ext cx="1302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24160" y="4828240"/>
                  <a:ext cx="1337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14:cNvPr>
                <p14:cNvContentPartPr/>
                <p14:nvPr/>
              </p14:nvContentPartPr>
              <p14:xfrm>
                <a:off x="7010360" y="4734280"/>
                <a:ext cx="413640" cy="23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92720" y="4716640"/>
                  <a:ext cx="449280" cy="27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8626666-37D8-44FF-80EA-10970A783EA5}"/>
              </a:ext>
            </a:extLst>
          </p:cNvPr>
          <p:cNvSpPr txBox="1"/>
          <p:nvPr/>
        </p:nvSpPr>
        <p:spPr>
          <a:xfrm>
            <a:off x="7424000" y="4457066"/>
            <a:ext cx="429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 already done in lab at </a:t>
            </a:r>
            <a:r>
              <a:rPr lang="en-US" sz="2400" dirty="0" err="1"/>
              <a:t>FashionMNIST</a:t>
            </a:r>
            <a:r>
              <a:rPr lang="en-US" sz="2400" dirty="0"/>
              <a:t> dataset section (slide 14) </a:t>
            </a:r>
          </a:p>
        </p:txBody>
      </p:sp>
    </p:spTree>
    <p:extLst>
      <p:ext uri="{BB962C8B-B14F-4D97-AF65-F5344CB8AC3E}">
        <p14:creationId xmlns:p14="http://schemas.microsoft.com/office/powerpoint/2010/main" val="19478658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4CB42D-17C4-679F-3ABF-FBE63996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50" y="438775"/>
            <a:ext cx="6845901" cy="1001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5FBD9C-A823-68C7-E867-3B9217341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92" y="4385663"/>
            <a:ext cx="10559288" cy="2105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78AB50-FAEF-99BF-6E0B-1E2BE537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50" y="1990260"/>
            <a:ext cx="6382641" cy="210531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98B1756-15E3-7511-8065-CDF537846183}"/>
              </a:ext>
            </a:extLst>
          </p:cNvPr>
          <p:cNvSpPr/>
          <p:nvPr/>
        </p:nvSpPr>
        <p:spPr>
          <a:xfrm>
            <a:off x="7390542" y="280060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FF157E-0C0A-1861-74B8-6DDD7D3B2D38}"/>
              </a:ext>
            </a:extLst>
          </p:cNvPr>
          <p:cNvSpPr/>
          <p:nvPr/>
        </p:nvSpPr>
        <p:spPr>
          <a:xfrm>
            <a:off x="237902" y="519600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6A835E-C7E1-22F7-7DB2-0B839CA5DF9E}"/>
              </a:ext>
            </a:extLst>
          </p:cNvPr>
          <p:cNvGrpSpPr/>
          <p:nvPr/>
        </p:nvGrpSpPr>
        <p:grpSpPr>
          <a:xfrm>
            <a:off x="7321962" y="758499"/>
            <a:ext cx="1410480" cy="280440"/>
            <a:chOff x="7396280" y="751600"/>
            <a:chExt cx="14104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14:cNvPr>
                <p14:cNvContentPartPr/>
                <p14:nvPr/>
              </p14:nvContentPartPr>
              <p14:xfrm>
                <a:off x="7396280" y="883720"/>
                <a:ext cx="10807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78640" y="866080"/>
                  <a:ext cx="111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14:cNvPr>
                <p14:cNvContentPartPr/>
                <p14:nvPr/>
              </p14:nvContentPartPr>
              <p14:xfrm>
                <a:off x="8412560" y="751600"/>
                <a:ext cx="394200" cy="28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4560" y="733960"/>
                  <a:ext cx="429840" cy="31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83856B-C174-464E-7C4D-E0AFED4180C7}"/>
              </a:ext>
            </a:extLst>
          </p:cNvPr>
          <p:cNvSpPr txBox="1"/>
          <p:nvPr/>
        </p:nvSpPr>
        <p:spPr>
          <a:xfrm>
            <a:off x="8732442" y="438775"/>
            <a:ext cx="314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of 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 from </a:t>
            </a:r>
            <a:r>
              <a:rPr lang="en-US" dirty="0" err="1"/>
              <a:t>FashionMNIST</a:t>
            </a:r>
            <a:r>
              <a:rPr lang="en-US" dirty="0"/>
              <a:t> dataset section (slide 14)</a:t>
            </a:r>
          </a:p>
        </p:txBody>
      </p:sp>
    </p:spTree>
    <p:extLst>
      <p:ext uri="{BB962C8B-B14F-4D97-AF65-F5344CB8AC3E}">
        <p14:creationId xmlns:p14="http://schemas.microsoft.com/office/powerpoint/2010/main" val="36115165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78A43A-193B-DCBD-7EC8-F71C184C6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986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1BA15-0A9F-3021-31E5-AE6F39A1C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39" y="3429000"/>
            <a:ext cx="10983858" cy="3324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21C1A6-1F61-64B5-F89D-30B4369AD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793" y="2543051"/>
            <a:ext cx="2896004" cy="885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E85EB5-8651-91CA-F7DF-E981931B5C18}"/>
              </a:ext>
            </a:extLst>
          </p:cNvPr>
          <p:cNvSpPr txBox="1"/>
          <p:nvPr/>
        </p:nvSpPr>
        <p:spPr>
          <a:xfrm>
            <a:off x="375920" y="2983716"/>
            <a:ext cx="1148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construct the MNIST dataset and access it in mini-batches: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814F6-44A5-7DDB-AAD3-6E3BC145C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86" y="1749124"/>
            <a:ext cx="4737947" cy="7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09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4" y="-335280"/>
            <a:ext cx="11616267" cy="72847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define the </a:t>
            </a:r>
            <a:r>
              <a:rPr lang="en-US" sz="2000" dirty="0" err="1"/>
              <a:t>softmax</a:t>
            </a:r>
            <a:r>
              <a:rPr lang="en-US" sz="2000" dirty="0"/>
              <a:t> regression model: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r>
              <a:rPr lang="en-US" sz="2000" dirty="0"/>
              <a:t>initialize the parameters: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specify the loss function to be used: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specify the optimizer to be used: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884494-7FBA-801A-7E59-4DBB3B070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4" y="4859909"/>
            <a:ext cx="5851608" cy="628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16F7C8-37EA-3157-1DCD-1EFFB77D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606" y="6034552"/>
            <a:ext cx="6618782" cy="698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0D2DD-3FA5-7F22-615D-DA58718E8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104" y="3274495"/>
            <a:ext cx="7893967" cy="1155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C6358-E7E7-52ED-BADD-E19EE9A7F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155" y="474268"/>
            <a:ext cx="9119690" cy="237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3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i="1" dirty="0" err="1"/>
              <a:t>evaluate_accuracy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99F0D-01EB-3A40-C25B-6D9CBAD9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96" y="1405812"/>
            <a:ext cx="7488650" cy="3234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02C14-BFF2-AA5E-EB7A-5B918381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42" y="5224872"/>
            <a:ext cx="5081579" cy="871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2BEC89-A779-9BB3-C7F9-9CD2B7C6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06" y="5158782"/>
            <a:ext cx="6165922" cy="142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099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i="1" dirty="0" err="1"/>
              <a:t>train_epoch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i="1" dirty="0"/>
              <a:t>train()</a:t>
            </a:r>
            <a:r>
              <a:rPr lang="en-US" dirty="0"/>
              <a:t> function which is already done in lab: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EF58D-89C9-4534-6C3D-2C7F5FB9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3" y="1148874"/>
            <a:ext cx="5461188" cy="3017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781CB-15BD-9CF7-E5A7-D533274D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13" y="4726077"/>
            <a:ext cx="8005227" cy="19660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25087E-672B-29FD-9209-B331A686CD33}"/>
              </a:ext>
            </a:extLst>
          </p:cNvPr>
          <p:cNvSpPr txBox="1"/>
          <p:nvPr/>
        </p:nvSpPr>
        <p:spPr>
          <a:xfrm>
            <a:off x="7757159" y="2288007"/>
            <a:ext cx="3889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1 epoch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FF971B-77B3-C87D-BC4F-04FEA8F13BFA}"/>
              </a:ext>
            </a:extLst>
          </p:cNvPr>
          <p:cNvGrpSpPr/>
          <p:nvPr/>
        </p:nvGrpSpPr>
        <p:grpSpPr>
          <a:xfrm>
            <a:off x="6410960" y="2417680"/>
            <a:ext cx="1347840" cy="221400"/>
            <a:chOff x="6410960" y="2417680"/>
            <a:chExt cx="13478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14:cNvPr>
                <p14:cNvContentPartPr/>
                <p14:nvPr/>
              </p14:nvContentPartPr>
              <p14:xfrm>
                <a:off x="6410960" y="2518840"/>
                <a:ext cx="123444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2960" y="2501200"/>
                  <a:ext cx="1270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14:cNvPr>
                <p14:cNvContentPartPr/>
                <p14:nvPr/>
              </p14:nvContentPartPr>
              <p14:xfrm>
                <a:off x="7569080" y="2417680"/>
                <a:ext cx="189720" cy="221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51440" y="2400040"/>
                  <a:ext cx="225360" cy="25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9C91F7-95E4-5989-E7F3-9128CE4E221F}"/>
              </a:ext>
            </a:extLst>
          </p:cNvPr>
          <p:cNvSpPr txBox="1"/>
          <p:nvPr/>
        </p:nvSpPr>
        <p:spPr>
          <a:xfrm>
            <a:off x="9393387" y="4726077"/>
            <a:ext cx="2789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multiple epochs, specified by </a:t>
            </a:r>
            <a:r>
              <a:rPr lang="en-US" sz="2400" b="1" i="1" dirty="0" err="1"/>
              <a:t>num_epochs</a:t>
            </a:r>
            <a:endParaRPr lang="en-US" sz="2400" b="1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E694E3-B55D-E866-8734-FE9DDE23BEEC}"/>
              </a:ext>
            </a:extLst>
          </p:cNvPr>
          <p:cNvGrpSpPr/>
          <p:nvPr/>
        </p:nvGrpSpPr>
        <p:grpSpPr>
          <a:xfrm>
            <a:off x="8889920" y="5282200"/>
            <a:ext cx="537120" cy="236880"/>
            <a:chOff x="8889920" y="5282200"/>
            <a:chExt cx="5371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14:cNvPr>
                <p14:cNvContentPartPr/>
                <p14:nvPr/>
              </p14:nvContentPartPr>
              <p14:xfrm>
                <a:off x="8889920" y="5388040"/>
                <a:ext cx="429120" cy="9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72280" y="5370040"/>
                  <a:ext cx="464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14:cNvPr>
                <p14:cNvContentPartPr/>
                <p14:nvPr/>
              </p14:nvContentPartPr>
              <p14:xfrm>
                <a:off x="9154160" y="5282200"/>
                <a:ext cx="272880" cy="23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160" y="5264560"/>
                  <a:ext cx="30852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61427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6" y="21187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train the model for 15 epochs by running </a:t>
            </a:r>
            <a:r>
              <a:rPr lang="en-US" i="1" dirty="0"/>
              <a:t>train()</a:t>
            </a:r>
            <a:r>
              <a:rPr lang="en-US" dirty="0"/>
              <a:t> function: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51B22-06A9-1D81-B0EC-1D6C1767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835" y="4788748"/>
            <a:ext cx="1486806" cy="2003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B10C59-7D67-210A-528F-AB46CED8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44" y="904240"/>
            <a:ext cx="10537510" cy="362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498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9993"/>
            <a:ext cx="12192000" cy="4351338"/>
          </a:xfrm>
        </p:spPr>
        <p:txBody>
          <a:bodyPr/>
          <a:lstStyle/>
          <a:p>
            <a:r>
              <a:rPr lang="en-US" dirty="0"/>
              <a:t>plot the loss for the training and validation sets using the </a:t>
            </a:r>
            <a:r>
              <a:rPr lang="en-US" i="1" dirty="0" err="1"/>
              <a:t>plot_loss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9773-0722-DBCC-18AC-CAC54D0A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739" y="1127851"/>
            <a:ext cx="5010530" cy="211108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91022" y="194107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136331" y="49392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5A264-CFFF-3266-AC60-136F6E6E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945" y="3342640"/>
            <a:ext cx="4463163" cy="35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7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0497"/>
            <a:ext cx="12192000" cy="4351338"/>
          </a:xfrm>
        </p:spPr>
        <p:txBody>
          <a:bodyPr/>
          <a:lstStyle/>
          <a:p>
            <a:r>
              <a:rPr lang="en-US" dirty="0"/>
              <a:t>plot the accuracy for the training and validation sets using the </a:t>
            </a:r>
            <a:r>
              <a:rPr lang="en-US" i="1" dirty="0" err="1"/>
              <a:t>plot_accuracy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86800" y="22228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419340" y="503830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E63FB-5D97-B692-9AE1-FBA5B5C7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44" y="1226830"/>
            <a:ext cx="5447453" cy="2364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4A5177-C655-BCF7-6D86-F58212D56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778" y="3715614"/>
            <a:ext cx="3866582" cy="31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639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728"/>
            <a:ext cx="12192000" cy="4351338"/>
          </a:xfrm>
        </p:spPr>
        <p:txBody>
          <a:bodyPr/>
          <a:lstStyle/>
          <a:p>
            <a:r>
              <a:rPr lang="en-US" dirty="0"/>
              <a:t>evaluate the trained model on the test set, which was not used at all during the training process: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575A1C-EBEF-C653-14E1-257EF1075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72" y="3317308"/>
            <a:ext cx="5039109" cy="343496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77606BE-3E88-8EA7-BBF0-BAD65FF10252}"/>
              </a:ext>
            </a:extLst>
          </p:cNvPr>
          <p:cNvGrpSpPr/>
          <p:nvPr/>
        </p:nvGrpSpPr>
        <p:grpSpPr>
          <a:xfrm>
            <a:off x="5842160" y="4734280"/>
            <a:ext cx="1581840" cy="234360"/>
            <a:chOff x="5842160" y="4734280"/>
            <a:chExt cx="15818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14:cNvPr>
                <p14:cNvContentPartPr/>
                <p14:nvPr/>
              </p14:nvContentPartPr>
              <p14:xfrm>
                <a:off x="5842160" y="4846240"/>
                <a:ext cx="1302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24160" y="4828240"/>
                  <a:ext cx="1337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14:cNvPr>
                <p14:cNvContentPartPr/>
                <p14:nvPr/>
              </p14:nvContentPartPr>
              <p14:xfrm>
                <a:off x="7010360" y="4734280"/>
                <a:ext cx="413640" cy="23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92720" y="4716640"/>
                  <a:ext cx="449280" cy="27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8626666-37D8-44FF-80EA-10970A783EA5}"/>
              </a:ext>
            </a:extLst>
          </p:cNvPr>
          <p:cNvSpPr txBox="1"/>
          <p:nvPr/>
        </p:nvSpPr>
        <p:spPr>
          <a:xfrm>
            <a:off x="7424000" y="4457066"/>
            <a:ext cx="429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 already done in lab at </a:t>
            </a:r>
            <a:r>
              <a:rPr lang="en-US" sz="2400" dirty="0" err="1"/>
              <a:t>FashionMNIST</a:t>
            </a:r>
            <a:r>
              <a:rPr lang="en-US" sz="2400" dirty="0"/>
              <a:t> dataset section (slide 14)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F8CF8-92B9-721C-E465-E7851ED52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1660" y="1022102"/>
            <a:ext cx="6454293" cy="95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614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4CB42D-17C4-679F-3ABF-FBE63996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50" y="438775"/>
            <a:ext cx="6845901" cy="1001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5FBD9C-A823-68C7-E867-3B9217341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92" y="4385663"/>
            <a:ext cx="10559288" cy="2105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78AB50-FAEF-99BF-6E0B-1E2BE537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50" y="1990260"/>
            <a:ext cx="6382641" cy="210531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98B1756-15E3-7511-8065-CDF537846183}"/>
              </a:ext>
            </a:extLst>
          </p:cNvPr>
          <p:cNvSpPr/>
          <p:nvPr/>
        </p:nvSpPr>
        <p:spPr>
          <a:xfrm>
            <a:off x="7390542" y="280060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FF157E-0C0A-1861-74B8-6DDD7D3B2D38}"/>
              </a:ext>
            </a:extLst>
          </p:cNvPr>
          <p:cNvSpPr/>
          <p:nvPr/>
        </p:nvSpPr>
        <p:spPr>
          <a:xfrm>
            <a:off x="237902" y="519600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6A835E-C7E1-22F7-7DB2-0B839CA5DF9E}"/>
              </a:ext>
            </a:extLst>
          </p:cNvPr>
          <p:cNvGrpSpPr/>
          <p:nvPr/>
        </p:nvGrpSpPr>
        <p:grpSpPr>
          <a:xfrm>
            <a:off x="7321962" y="758499"/>
            <a:ext cx="1410480" cy="280440"/>
            <a:chOff x="7396280" y="751600"/>
            <a:chExt cx="14104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14:cNvPr>
                <p14:cNvContentPartPr/>
                <p14:nvPr/>
              </p14:nvContentPartPr>
              <p14:xfrm>
                <a:off x="7396280" y="883720"/>
                <a:ext cx="10807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78640" y="866080"/>
                  <a:ext cx="111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14:cNvPr>
                <p14:cNvContentPartPr/>
                <p14:nvPr/>
              </p14:nvContentPartPr>
              <p14:xfrm>
                <a:off x="8412560" y="751600"/>
                <a:ext cx="394200" cy="28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4560" y="733960"/>
                  <a:ext cx="429840" cy="31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83856B-C174-464E-7C4D-E0AFED4180C7}"/>
              </a:ext>
            </a:extLst>
          </p:cNvPr>
          <p:cNvSpPr txBox="1"/>
          <p:nvPr/>
        </p:nvSpPr>
        <p:spPr>
          <a:xfrm>
            <a:off x="8732442" y="438775"/>
            <a:ext cx="314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of 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 from </a:t>
            </a:r>
            <a:r>
              <a:rPr lang="en-US" dirty="0" err="1"/>
              <a:t>FashionMNIST</a:t>
            </a:r>
            <a:r>
              <a:rPr lang="en-US" dirty="0"/>
              <a:t> dataset section (slide 14)</a:t>
            </a:r>
          </a:p>
        </p:txBody>
      </p:sp>
    </p:spTree>
    <p:extLst>
      <p:ext uri="{BB962C8B-B14F-4D97-AF65-F5344CB8AC3E}">
        <p14:creationId xmlns:p14="http://schemas.microsoft.com/office/powerpoint/2010/main" val="1951354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467" y="2435225"/>
            <a:ext cx="6600613" cy="1325563"/>
          </a:xfrm>
        </p:spPr>
        <p:txBody>
          <a:bodyPr>
            <a:normAutofit fontScale="90000"/>
          </a:bodyPr>
          <a:lstStyle/>
          <a:p>
            <a:r>
              <a:rPr lang="en-US" sz="8800" dirty="0"/>
              <a:t>New Exercises</a:t>
            </a:r>
          </a:p>
        </p:txBody>
      </p:sp>
    </p:spTree>
    <p:extLst>
      <p:ext uri="{BB962C8B-B14F-4D97-AF65-F5344CB8AC3E}">
        <p14:creationId xmlns:p14="http://schemas.microsoft.com/office/powerpoint/2010/main" val="30676009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2B8A4-567B-A829-1327-72BC7E9A9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638" y="0"/>
            <a:ext cx="4025462" cy="56034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BFBC4A-7F12-CF12-46D5-9DE175B61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638" y="5603443"/>
            <a:ext cx="3961961" cy="118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418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61FF9-B8D8-238F-12BB-78AD14D08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244"/>
            <a:ext cx="4962525" cy="2595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9464BD-CF92-FEA9-6A2E-DE446D49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385" y="3209416"/>
            <a:ext cx="803069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108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D20836-AA17-BFF0-8F99-95C3367D0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51" y="908771"/>
            <a:ext cx="9478698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903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Right 10">
            <a:extLst>
              <a:ext uri="{FF2B5EF4-FFF2-40B4-BE49-F238E27FC236}">
                <a16:creationId xmlns:a16="http://schemas.microsoft.com/office/drawing/2014/main" id="{6C15774C-75C3-8D21-FDE3-75FBC709C168}"/>
              </a:ext>
            </a:extLst>
          </p:cNvPr>
          <p:cNvSpPr/>
          <p:nvPr/>
        </p:nvSpPr>
        <p:spPr>
          <a:xfrm>
            <a:off x="7431681" y="1607341"/>
            <a:ext cx="2161052" cy="4585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C460F-AECF-EF7B-41CB-9BB51B09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454792"/>
            <a:ext cx="5181600" cy="24032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C559CA-F560-DBD3-7A07-BE0A5CBA7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886" y="0"/>
            <a:ext cx="1959428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D93B0B-F8AE-6D5D-522B-9DAC6193E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298267" cy="43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896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Right 10">
            <a:extLst>
              <a:ext uri="{FF2B5EF4-FFF2-40B4-BE49-F238E27FC236}">
                <a16:creationId xmlns:a16="http://schemas.microsoft.com/office/drawing/2014/main" id="{6C15774C-75C3-8D21-FDE3-75FBC709C168}"/>
              </a:ext>
            </a:extLst>
          </p:cNvPr>
          <p:cNvSpPr/>
          <p:nvPr/>
        </p:nvSpPr>
        <p:spPr>
          <a:xfrm>
            <a:off x="6054600" y="3895829"/>
            <a:ext cx="4101313" cy="7311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4C414-C6B6-A439-3C7E-C45536543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9249" cy="2351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E9410-ACF7-0F06-2C6B-5742CF088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6085"/>
            <a:ext cx="5839249" cy="11547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9BAC50-4F8D-08C3-6C16-233544D86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14258"/>
            <a:ext cx="5839249" cy="26389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5F397C-C199-058B-FFC7-36A1CFE56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79" y="4736051"/>
            <a:ext cx="4101313" cy="17920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58426A-E12D-CE28-33EE-37776C29F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422" y="0"/>
            <a:ext cx="192198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640DF97-7065-BEC5-809C-ECF2CBF1B62E}"/>
                  </a:ext>
                </a:extLst>
              </p14:cNvPr>
              <p14:cNvContentPartPr/>
              <p14:nvPr/>
            </p14:nvContentPartPr>
            <p14:xfrm>
              <a:off x="2559920" y="506800"/>
              <a:ext cx="4665600" cy="32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640DF97-7065-BEC5-809C-ECF2CBF1B6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2280" y="488800"/>
                <a:ext cx="47012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D630D0C-82E2-684B-CB40-AEAF705877AA}"/>
                  </a:ext>
                </a:extLst>
              </p14:cNvPr>
              <p14:cNvContentPartPr/>
              <p14:nvPr/>
            </p14:nvContentPartPr>
            <p14:xfrm>
              <a:off x="2537220" y="440280"/>
              <a:ext cx="107280" cy="146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D630D0C-82E2-684B-CB40-AEAF705877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19220" y="422640"/>
                <a:ext cx="14292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22B1FF7-E80D-0E02-FC3E-BC6CE171B585}"/>
              </a:ext>
            </a:extLst>
          </p:cNvPr>
          <p:cNvGrpSpPr/>
          <p:nvPr/>
        </p:nvGrpSpPr>
        <p:grpSpPr>
          <a:xfrm>
            <a:off x="6712160" y="440000"/>
            <a:ext cx="526947" cy="185760"/>
            <a:chOff x="6712160" y="440000"/>
            <a:chExt cx="526947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BC32F38-B0B8-D473-84BF-3F34BE0164EB}"/>
                    </a:ext>
                  </a:extLst>
                </p14:cNvPr>
                <p14:cNvContentPartPr/>
                <p14:nvPr/>
              </p14:nvContentPartPr>
              <p14:xfrm>
                <a:off x="6712160" y="456040"/>
                <a:ext cx="482400" cy="168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BC32F38-B0B8-D473-84BF-3F34BE0164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76160" y="420040"/>
                  <a:ext cx="554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3DA602-F62E-A5B6-CC10-EFFF587BD3A9}"/>
                    </a:ext>
                  </a:extLst>
                </p14:cNvPr>
                <p14:cNvContentPartPr/>
                <p14:nvPr/>
              </p14:nvContentPartPr>
              <p14:xfrm>
                <a:off x="6732227" y="440000"/>
                <a:ext cx="41400" cy="18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3DA602-F62E-A5B6-CC10-EFFF587BD3A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96587" y="404360"/>
                  <a:ext cx="113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DC7319D-2CED-5D51-7818-97FBBAE82367}"/>
                    </a:ext>
                  </a:extLst>
                </p14:cNvPr>
                <p14:cNvContentPartPr/>
                <p14:nvPr/>
              </p14:nvContentPartPr>
              <p14:xfrm>
                <a:off x="6840947" y="493640"/>
                <a:ext cx="314640" cy="2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DC7319D-2CED-5D51-7818-97FBBAE8236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04947" y="458000"/>
                  <a:ext cx="386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38723F-7DB8-99AF-B71F-EB3999C1329E}"/>
                    </a:ext>
                  </a:extLst>
                </p14:cNvPr>
                <p14:cNvContentPartPr/>
                <p14:nvPr/>
              </p14:nvContentPartPr>
              <p14:xfrm>
                <a:off x="7238747" y="51632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38723F-7DB8-99AF-B71F-EB3999C132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03107" y="4806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95EE34F-B91E-5F41-45DA-FADFD8A8F757}"/>
              </a:ext>
            </a:extLst>
          </p:cNvPr>
          <p:cNvSpPr txBox="1"/>
          <p:nvPr/>
        </p:nvSpPr>
        <p:spPr>
          <a:xfrm>
            <a:off x="6830004" y="329933"/>
            <a:ext cx="2867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this is the solution using </a:t>
            </a:r>
            <a:r>
              <a:rPr lang="en-US" sz="2400" b="1" dirty="0" err="1">
                <a:solidFill>
                  <a:srgbClr val="FF0000"/>
                </a:solidFill>
              </a:rPr>
              <a:t>PyTorch’s</a:t>
            </a:r>
            <a:r>
              <a:rPr lang="en-US" sz="2400" b="1" dirty="0">
                <a:solidFill>
                  <a:srgbClr val="FF0000"/>
                </a:solidFill>
              </a:rPr>
              <a:t> predefined layers </a:t>
            </a:r>
          </a:p>
        </p:txBody>
      </p:sp>
    </p:spTree>
    <p:extLst>
      <p:ext uri="{BB962C8B-B14F-4D97-AF65-F5344CB8AC3E}">
        <p14:creationId xmlns:p14="http://schemas.microsoft.com/office/powerpoint/2010/main" val="3122005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EFC9C0-3A19-78E2-7A7C-DBB8CA1E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707467" cy="2429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8BA64-456B-8BBE-3555-0E282CCB5039}"/>
              </a:ext>
            </a:extLst>
          </p:cNvPr>
          <p:cNvSpPr txBox="1"/>
          <p:nvPr/>
        </p:nvSpPr>
        <p:spPr>
          <a:xfrm>
            <a:off x="206586" y="3028890"/>
            <a:ext cx="1148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construct the </a:t>
            </a:r>
            <a:r>
              <a:rPr lang="en-US" sz="2000" dirty="0" err="1"/>
              <a:t>Imagenette</a:t>
            </a:r>
            <a:r>
              <a:rPr lang="en-US" sz="2000" dirty="0"/>
              <a:t> dataset and access it in mini-batches: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88702-6B2F-1DBE-FCA9-409BD3B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5" y="1131793"/>
            <a:ext cx="3229426" cy="1247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319727-9C54-382B-B620-2BDED9CA4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6891"/>
            <a:ext cx="12192000" cy="23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268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-426720"/>
            <a:ext cx="11616267" cy="72847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define the </a:t>
            </a:r>
            <a:r>
              <a:rPr lang="en-US" dirty="0" err="1"/>
              <a:t>softmax</a:t>
            </a:r>
            <a:r>
              <a:rPr lang="en-US" dirty="0"/>
              <a:t> regression model: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initialize the parameters: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specify the loss function to be used: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specify the optimizer to be used: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884494-7FBA-801A-7E59-4DBB3B070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42" y="4262912"/>
            <a:ext cx="5851608" cy="628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74D0D0-7411-EF93-36E8-05055144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810" y="5841165"/>
            <a:ext cx="7138379" cy="71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585D1E-AA2A-D8B3-86DF-A18C875F3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214" y="2177560"/>
            <a:ext cx="9322841" cy="1321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ECA9AF-A57D-1796-F1F7-8A91BC922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585" y="757767"/>
            <a:ext cx="10286641" cy="58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791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i="1" dirty="0" err="1"/>
              <a:t>evaluate_accuracy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99F0D-01EB-3A40-C25B-6D9CBAD9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96" y="1405812"/>
            <a:ext cx="7488650" cy="3234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02C14-BFF2-AA5E-EB7A-5B918381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42" y="5224872"/>
            <a:ext cx="5081579" cy="871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2BEC89-A779-9BB3-C7F9-9CD2B7C6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06" y="5158782"/>
            <a:ext cx="6165922" cy="142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229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64875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i="1" dirty="0" err="1"/>
              <a:t>train_epoch</a:t>
            </a:r>
            <a:r>
              <a:rPr lang="en-US" i="1" dirty="0"/>
              <a:t>()</a:t>
            </a:r>
            <a:r>
              <a:rPr lang="en-US" dirty="0"/>
              <a:t> function which is already done in lab: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i="1" dirty="0"/>
              <a:t>train()</a:t>
            </a:r>
            <a:r>
              <a:rPr lang="en-US" dirty="0"/>
              <a:t> function which is already done in lab: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EF58D-89C9-4534-6C3D-2C7F5FB9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3" y="1148874"/>
            <a:ext cx="5461188" cy="3017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781CB-15BD-9CF7-E5A7-D533274D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13" y="4726077"/>
            <a:ext cx="8005227" cy="19660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25087E-672B-29FD-9209-B331A686CD33}"/>
              </a:ext>
            </a:extLst>
          </p:cNvPr>
          <p:cNvSpPr txBox="1"/>
          <p:nvPr/>
        </p:nvSpPr>
        <p:spPr>
          <a:xfrm>
            <a:off x="7757159" y="2288007"/>
            <a:ext cx="3889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1 epoch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FF971B-77B3-C87D-BC4F-04FEA8F13BFA}"/>
              </a:ext>
            </a:extLst>
          </p:cNvPr>
          <p:cNvGrpSpPr/>
          <p:nvPr/>
        </p:nvGrpSpPr>
        <p:grpSpPr>
          <a:xfrm>
            <a:off x="6410960" y="2417680"/>
            <a:ext cx="1347840" cy="221400"/>
            <a:chOff x="6410960" y="2417680"/>
            <a:chExt cx="13478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14:cNvPr>
                <p14:cNvContentPartPr/>
                <p14:nvPr/>
              </p14:nvContentPartPr>
              <p14:xfrm>
                <a:off x="6410960" y="2518840"/>
                <a:ext cx="123444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58B635-100A-1D50-D254-465DBD57D2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2960" y="2501200"/>
                  <a:ext cx="1270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14:cNvPr>
                <p14:cNvContentPartPr/>
                <p14:nvPr/>
              </p14:nvContentPartPr>
              <p14:xfrm>
                <a:off x="7569080" y="2417680"/>
                <a:ext cx="189720" cy="221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A785D0-D25F-0C30-4512-81692A6789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51440" y="2400040"/>
                  <a:ext cx="225360" cy="25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9C91F7-95E4-5989-E7F3-9128CE4E221F}"/>
              </a:ext>
            </a:extLst>
          </p:cNvPr>
          <p:cNvSpPr txBox="1"/>
          <p:nvPr/>
        </p:nvSpPr>
        <p:spPr>
          <a:xfrm>
            <a:off x="9393387" y="4726077"/>
            <a:ext cx="2789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 the model for multiple epochs, specified by </a:t>
            </a:r>
            <a:r>
              <a:rPr lang="en-US" sz="2400" b="1" i="1" dirty="0" err="1"/>
              <a:t>num_epochs</a:t>
            </a:r>
            <a:endParaRPr lang="en-US" sz="2400" b="1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E694E3-B55D-E866-8734-FE9DDE23BEEC}"/>
              </a:ext>
            </a:extLst>
          </p:cNvPr>
          <p:cNvGrpSpPr/>
          <p:nvPr/>
        </p:nvGrpSpPr>
        <p:grpSpPr>
          <a:xfrm>
            <a:off x="8889920" y="5282200"/>
            <a:ext cx="537120" cy="236880"/>
            <a:chOff x="8889920" y="5282200"/>
            <a:chExt cx="5371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14:cNvPr>
                <p14:cNvContentPartPr/>
                <p14:nvPr/>
              </p14:nvContentPartPr>
              <p14:xfrm>
                <a:off x="8889920" y="5388040"/>
                <a:ext cx="429120" cy="9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B27323-8063-6AE7-4FD6-DF71D1F18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72280" y="5370040"/>
                  <a:ext cx="464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14:cNvPr>
                <p14:cNvContentPartPr/>
                <p14:nvPr/>
              </p14:nvContentPartPr>
              <p14:xfrm>
                <a:off x="9154160" y="5282200"/>
                <a:ext cx="272880" cy="23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66344C1-5E16-8E99-E805-D210895A58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160" y="5264560"/>
                  <a:ext cx="30852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96960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5A32-5EBC-4B7F-C66B-0936FCEF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6" y="211878"/>
            <a:ext cx="11616267" cy="6031442"/>
          </a:xfrm>
        </p:spPr>
        <p:txBody>
          <a:bodyPr>
            <a:normAutofit/>
          </a:bodyPr>
          <a:lstStyle/>
          <a:p>
            <a:r>
              <a:rPr lang="en-US" dirty="0"/>
              <a:t>train the model for 5 epochs by running </a:t>
            </a:r>
            <a:r>
              <a:rPr lang="en-US" i="1" dirty="0"/>
              <a:t>train()</a:t>
            </a:r>
            <a:r>
              <a:rPr lang="en-US" dirty="0"/>
              <a:t> function: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454AE-9D2E-7796-49FD-B5FD577C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09" y="1641685"/>
            <a:ext cx="10907180" cy="1717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4BADC4-10A1-13E4-4913-96218BF9E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09" y="3624644"/>
            <a:ext cx="2546560" cy="1789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F66553-03E0-98C6-6876-703FB9F15764}"/>
              </a:ext>
            </a:extLst>
          </p:cNvPr>
          <p:cNvSpPr txBox="1"/>
          <p:nvPr/>
        </p:nvSpPr>
        <p:spPr>
          <a:xfrm>
            <a:off x="3793066" y="4226775"/>
            <a:ext cx="62145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Why such poor performance?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See exercise 3! – slide 101</a:t>
            </a:r>
          </a:p>
        </p:txBody>
      </p:sp>
    </p:spTree>
    <p:extLst>
      <p:ext uri="{BB962C8B-B14F-4D97-AF65-F5344CB8AC3E}">
        <p14:creationId xmlns:p14="http://schemas.microsoft.com/office/powerpoint/2010/main" val="406314930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9993"/>
            <a:ext cx="12192000" cy="4351338"/>
          </a:xfrm>
        </p:spPr>
        <p:txBody>
          <a:bodyPr/>
          <a:lstStyle/>
          <a:p>
            <a:r>
              <a:rPr lang="en-US" dirty="0"/>
              <a:t>plot the loss for the training and validation sets using the </a:t>
            </a:r>
            <a:r>
              <a:rPr lang="en-US" i="1" dirty="0" err="1"/>
              <a:t>plot_loss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9773-0722-DBCC-18AC-CAC54D0A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739" y="1127851"/>
            <a:ext cx="5010530" cy="211108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91022" y="194107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136331" y="49392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28874-124F-8F4E-E1D0-05CBC737B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538" y="3429000"/>
            <a:ext cx="4210586" cy="3281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336067-D9BF-4135-65E2-46EF73474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932" y="4485379"/>
            <a:ext cx="1478144" cy="128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437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0497"/>
            <a:ext cx="12192000" cy="4351338"/>
          </a:xfrm>
        </p:spPr>
        <p:txBody>
          <a:bodyPr/>
          <a:lstStyle/>
          <a:p>
            <a:r>
              <a:rPr lang="en-US" dirty="0"/>
              <a:t>plot the accuracy for the training and validation sets using the </a:t>
            </a:r>
            <a:r>
              <a:rPr lang="en-US" i="1" dirty="0" err="1"/>
              <a:t>plot_accuracy</a:t>
            </a:r>
            <a:r>
              <a:rPr lang="en-US" i="1" dirty="0"/>
              <a:t>()</a:t>
            </a:r>
            <a:r>
              <a:rPr lang="en-US" dirty="0"/>
              <a:t> function: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78F4973-41C4-2B03-AA73-65B93DF851D7}"/>
              </a:ext>
            </a:extLst>
          </p:cNvPr>
          <p:cNvSpPr/>
          <p:nvPr/>
        </p:nvSpPr>
        <p:spPr>
          <a:xfrm>
            <a:off x="8686800" y="22228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DDBFB86-C60F-9160-5787-F3FF41904FCC}"/>
              </a:ext>
            </a:extLst>
          </p:cNvPr>
          <p:cNvSpPr/>
          <p:nvPr/>
        </p:nvSpPr>
        <p:spPr>
          <a:xfrm>
            <a:off x="2419340" y="503830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E63FB-5D97-B692-9AE1-FBA5B5C7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44" y="1226830"/>
            <a:ext cx="5447453" cy="2364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64E312-A92F-E940-BCA5-AEA663506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22" y="3811068"/>
            <a:ext cx="3681295" cy="2939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97FDDD-2F6D-368D-7651-D3FF1BE97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932" y="4485379"/>
            <a:ext cx="1478144" cy="128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402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57D2-74DD-2075-81DB-6B6C5FAC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728"/>
            <a:ext cx="12192000" cy="4351338"/>
          </a:xfrm>
        </p:spPr>
        <p:txBody>
          <a:bodyPr/>
          <a:lstStyle/>
          <a:p>
            <a:r>
              <a:rPr lang="en-US" dirty="0"/>
              <a:t>evaluate the trained model on the test set, which was not used at all during the training process: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7606BE-3E88-8EA7-BBF0-BAD65FF10252}"/>
              </a:ext>
            </a:extLst>
          </p:cNvPr>
          <p:cNvGrpSpPr/>
          <p:nvPr/>
        </p:nvGrpSpPr>
        <p:grpSpPr>
          <a:xfrm>
            <a:off x="5686080" y="4389113"/>
            <a:ext cx="1581840" cy="234360"/>
            <a:chOff x="5842160" y="4734280"/>
            <a:chExt cx="15818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14:cNvPr>
                <p14:cNvContentPartPr/>
                <p14:nvPr/>
              </p14:nvContentPartPr>
              <p14:xfrm>
                <a:off x="5842160" y="4846240"/>
                <a:ext cx="1302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F045F2-93EA-D781-D3DB-95F5D09E2E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24160" y="4828240"/>
                  <a:ext cx="1337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14:cNvPr>
                <p14:cNvContentPartPr/>
                <p14:nvPr/>
              </p14:nvContentPartPr>
              <p14:xfrm>
                <a:off x="7010360" y="4734280"/>
                <a:ext cx="413640" cy="23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AD5173-915D-E300-0392-B49434E93F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92720" y="4716640"/>
                  <a:ext cx="449280" cy="27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8626666-37D8-44FF-80EA-10970A783EA5}"/>
              </a:ext>
            </a:extLst>
          </p:cNvPr>
          <p:cNvSpPr txBox="1"/>
          <p:nvPr/>
        </p:nvSpPr>
        <p:spPr>
          <a:xfrm>
            <a:off x="7436871" y="3961275"/>
            <a:ext cx="429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 already done in lab at </a:t>
            </a:r>
            <a:r>
              <a:rPr lang="en-US" sz="2400" dirty="0" err="1"/>
              <a:t>FashionMNIST</a:t>
            </a:r>
            <a:r>
              <a:rPr lang="en-US" sz="2400" dirty="0"/>
              <a:t> dataset section (slide 14)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18706-7953-35FB-83D4-F2774A355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786" y="945964"/>
            <a:ext cx="6267390" cy="931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DC988C-98BE-CBB5-E2A2-384CDDB9B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161" y="3286385"/>
            <a:ext cx="5068839" cy="33645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17EACF-3E8E-A846-FCE5-F186D30C8ECC}"/>
              </a:ext>
            </a:extLst>
          </p:cNvPr>
          <p:cNvSpPr txBox="1"/>
          <p:nvPr/>
        </p:nvSpPr>
        <p:spPr>
          <a:xfrm>
            <a:off x="5652668" y="5388706"/>
            <a:ext cx="6539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changed only this because the valid shapes for </a:t>
            </a:r>
            <a:r>
              <a:rPr lang="en-US" i="1" dirty="0" err="1"/>
              <a:t>ax.imshow</a:t>
            </a:r>
            <a:r>
              <a:rPr lang="en-US" i="1" dirty="0"/>
              <a:t>()</a:t>
            </a:r>
            <a:r>
              <a:rPr lang="en-US" dirty="0"/>
              <a:t>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grayscale images: </a:t>
            </a:r>
            <a:r>
              <a:rPr lang="en-US" i="1" dirty="0"/>
              <a:t>(H,W)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RGB images:  </a:t>
            </a:r>
            <a:r>
              <a:rPr lang="en-US" i="1" dirty="0"/>
              <a:t>(H, W, 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C1F18D-FB43-6752-0D9A-CD18ED45B781}"/>
                  </a:ext>
                </a:extLst>
              </p14:cNvPr>
              <p14:cNvContentPartPr/>
              <p14:nvPr/>
            </p14:nvContentPartPr>
            <p14:xfrm>
              <a:off x="3098387" y="5223680"/>
              <a:ext cx="2487960" cy="398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C1F18D-FB43-6752-0D9A-CD18ED45B7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80747" y="5206040"/>
                <a:ext cx="252360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E319C8E-65EE-6DFE-60FC-7340F87CF0E9}"/>
                  </a:ext>
                </a:extLst>
              </p14:cNvPr>
              <p14:cNvContentPartPr/>
              <p14:nvPr/>
            </p14:nvContentPartPr>
            <p14:xfrm>
              <a:off x="5461067" y="5528600"/>
              <a:ext cx="145800" cy="17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E319C8E-65EE-6DFE-60FC-7340F87CF0E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43067" y="5510600"/>
                <a:ext cx="181440" cy="2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35771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Right 8">
            <a:extLst>
              <a:ext uri="{FF2B5EF4-FFF2-40B4-BE49-F238E27FC236}">
                <a16:creationId xmlns:a16="http://schemas.microsoft.com/office/drawing/2014/main" id="{798B1756-15E3-7511-8065-CDF537846183}"/>
              </a:ext>
            </a:extLst>
          </p:cNvPr>
          <p:cNvSpPr/>
          <p:nvPr/>
        </p:nvSpPr>
        <p:spPr>
          <a:xfrm>
            <a:off x="7390541" y="2800603"/>
            <a:ext cx="3590725" cy="513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FF157E-0C0A-1861-74B8-6DDD7D3B2D38}"/>
              </a:ext>
            </a:extLst>
          </p:cNvPr>
          <p:cNvSpPr/>
          <p:nvPr/>
        </p:nvSpPr>
        <p:spPr>
          <a:xfrm>
            <a:off x="254835" y="543557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6A835E-C7E1-22F7-7DB2-0B839CA5DF9E}"/>
              </a:ext>
            </a:extLst>
          </p:cNvPr>
          <p:cNvGrpSpPr/>
          <p:nvPr/>
        </p:nvGrpSpPr>
        <p:grpSpPr>
          <a:xfrm>
            <a:off x="7663710" y="758498"/>
            <a:ext cx="1410480" cy="280440"/>
            <a:chOff x="7396280" y="751600"/>
            <a:chExt cx="14104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14:cNvPr>
                <p14:cNvContentPartPr/>
                <p14:nvPr/>
              </p14:nvContentPartPr>
              <p14:xfrm>
                <a:off x="7396280" y="883720"/>
                <a:ext cx="10807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223DF5-2029-B579-C452-1F59744D6D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78640" y="866080"/>
                  <a:ext cx="111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14:cNvPr>
                <p14:cNvContentPartPr/>
                <p14:nvPr/>
              </p14:nvContentPartPr>
              <p14:xfrm>
                <a:off x="8412560" y="751600"/>
                <a:ext cx="394200" cy="28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462C91-7187-E8F9-67F3-4A43906F20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4560" y="733960"/>
                  <a:ext cx="429840" cy="31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83856B-C174-464E-7C4D-E0AFED4180C7}"/>
              </a:ext>
            </a:extLst>
          </p:cNvPr>
          <p:cNvSpPr txBox="1"/>
          <p:nvPr/>
        </p:nvSpPr>
        <p:spPr>
          <a:xfrm>
            <a:off x="9198108" y="438774"/>
            <a:ext cx="314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of 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 from </a:t>
            </a:r>
            <a:r>
              <a:rPr lang="en-US" dirty="0" err="1"/>
              <a:t>FashionMNIST</a:t>
            </a:r>
            <a:r>
              <a:rPr lang="en-US" dirty="0"/>
              <a:t> dataset section (slide 14)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E50AA-4C54-DCB4-60AD-1C402CD554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96" y="308961"/>
            <a:ext cx="7467296" cy="1179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414B46-7D4F-FFA7-EC66-8E577D0376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96" y="1990259"/>
            <a:ext cx="6820852" cy="21053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99D7BD-5535-6C13-9F9F-2DE8D2A4B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4732" y="4626381"/>
            <a:ext cx="10341504" cy="21030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857DBF-7B3A-716E-8E74-13B2A757C9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7090" y="3309253"/>
            <a:ext cx="933602" cy="92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9198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45D45A-D3A5-BEFA-15F9-4525EF86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8" y="73246"/>
            <a:ext cx="6014721" cy="11190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D73C29-B61B-09B6-4AB8-C00230901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093398"/>
            <a:ext cx="12192000" cy="2302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5730C1-84EA-3A01-2473-FC69B87B26D4}"/>
              </a:ext>
            </a:extLst>
          </p:cNvPr>
          <p:cNvSpPr txBox="1"/>
          <p:nvPr/>
        </p:nvSpPr>
        <p:spPr>
          <a:xfrm>
            <a:off x="0" y="3527213"/>
            <a:ext cx="1148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construct the </a:t>
            </a:r>
            <a:r>
              <a:rPr lang="en-US" sz="2000" dirty="0" err="1"/>
              <a:t>Imagenette</a:t>
            </a:r>
            <a:r>
              <a:rPr lang="en-US" sz="2000" dirty="0"/>
              <a:t> dataset and access it in mini-batches: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01D2D-3A89-4711-ACA5-25D3A65FC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2264"/>
            <a:ext cx="5740400" cy="17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472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5513FA-302C-069C-912F-20A66F333C55}"/>
              </a:ext>
            </a:extLst>
          </p:cNvPr>
          <p:cNvSpPr txBox="1"/>
          <p:nvPr/>
        </p:nvSpPr>
        <p:spPr>
          <a:xfrm>
            <a:off x="323707" y="6211669"/>
            <a:ext cx="12012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the rest is the same as in exercise 2 </a:t>
            </a:r>
            <a:r>
              <a:rPr lang="en-US" sz="1600" dirty="0"/>
              <a:t>(excepting learning rate and number of epochs)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31456-86E0-1EEE-6FD0-BE16FACC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72" y="4025761"/>
            <a:ext cx="10286641" cy="5884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325888-8051-4476-C228-4FF9E8E3CD02}"/>
              </a:ext>
            </a:extLst>
          </p:cNvPr>
          <p:cNvSpPr txBox="1"/>
          <p:nvPr/>
        </p:nvSpPr>
        <p:spPr>
          <a:xfrm>
            <a:off x="2269066" y="3179212"/>
            <a:ext cx="745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net</a:t>
            </a:r>
            <a:r>
              <a:rPr lang="en-US" dirty="0"/>
              <a:t> used here for exercise 3 </a:t>
            </a:r>
            <a:r>
              <a:rPr lang="en-US" b="1" dirty="0"/>
              <a:t>vs</a:t>
            </a:r>
            <a:r>
              <a:rPr lang="en-US" dirty="0"/>
              <a:t> net used in exercise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28849-8731-C1AD-2A0A-9679A537E7BC}"/>
              </a:ext>
            </a:extLst>
          </p:cNvPr>
          <p:cNvSpPr txBox="1"/>
          <p:nvPr/>
        </p:nvSpPr>
        <p:spPr>
          <a:xfrm>
            <a:off x="5604934" y="93998"/>
            <a:ext cx="64186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network from exercise 3 gradually reduces the dimensionality of the feature space (e.g., 90000 → 128 → 128 → 128 → 128). This helps the network focus on important features step-by-step and avoid overwhelming the final layer with too many irrelevant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network from exercise 2 directly maps 90,000 inputs to 10 outputs, which can lead to poor weight updates because of noisy gradients and insufficient abstraction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DFDFC9-C902-AC43-FE46-A7DAE6A3EE45}"/>
              </a:ext>
            </a:extLst>
          </p:cNvPr>
          <p:cNvSpPr txBox="1"/>
          <p:nvPr/>
        </p:nvSpPr>
        <p:spPr>
          <a:xfrm>
            <a:off x="0" y="4788559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network from exercise 3 includes </a:t>
            </a:r>
            <a:r>
              <a:rPr lang="en-US" dirty="0" err="1"/>
              <a:t>ReLU</a:t>
            </a:r>
            <a:r>
              <a:rPr lang="en-US" dirty="0"/>
              <a:t> activation functions after each layer, introducing non-linearity. This allows the model to capture more complex relationships between features	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regularization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network from exercise 2 is entirely linear, which limits its ability to model complex data distributions. A purely linear model assumes that the data can be separated by straight hyperplanes, which is unrealistic for image data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219593-2DAE-52E0-34F0-8BCF3DADEDA6}"/>
              </a:ext>
            </a:extLst>
          </p:cNvPr>
          <p:cNvGrpSpPr/>
          <p:nvPr/>
        </p:nvGrpSpPr>
        <p:grpSpPr>
          <a:xfrm>
            <a:off x="7128947" y="5164840"/>
            <a:ext cx="189000" cy="192600"/>
            <a:chOff x="7128947" y="5164840"/>
            <a:chExt cx="18900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4A9BCD-50F6-C139-AC4D-590CAA1D135A}"/>
                    </a:ext>
                  </a:extLst>
                </p14:cNvPr>
                <p14:cNvContentPartPr/>
                <p14:nvPr/>
              </p14:nvContentPartPr>
              <p14:xfrm>
                <a:off x="7204907" y="5164840"/>
                <a:ext cx="10440" cy="19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4A9BCD-50F6-C139-AC4D-590CAA1D13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86907" y="5146840"/>
                  <a:ext cx="46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17955C-A54C-670C-1F37-668166AF92FB}"/>
                    </a:ext>
                  </a:extLst>
                </p14:cNvPr>
                <p14:cNvContentPartPr/>
                <p14:nvPr/>
              </p14:nvContentPartPr>
              <p14:xfrm>
                <a:off x="7128947" y="5266000"/>
                <a:ext cx="189000" cy="9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17955C-A54C-670C-1F37-668166AF92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10947" y="5248000"/>
                  <a:ext cx="224640" cy="45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9AFE9E-4164-71C1-2892-DB7597A72D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372" y="39208"/>
            <a:ext cx="5232400" cy="2793031"/>
          </a:xfrm>
          <a:prstGeom prst="rect">
            <a:avLst/>
          </a:prstGeom>
        </p:spPr>
      </p:pic>
      <p:sp>
        <p:nvSpPr>
          <p:cNvPr id="3" name="Arrow: Up-Down 2">
            <a:extLst>
              <a:ext uri="{FF2B5EF4-FFF2-40B4-BE49-F238E27FC236}">
                <a16:creationId xmlns:a16="http://schemas.microsoft.com/office/drawing/2014/main" id="{DC63CECD-D3AC-52A5-1363-590B302E76C8}"/>
              </a:ext>
            </a:extLst>
          </p:cNvPr>
          <p:cNvSpPr/>
          <p:nvPr/>
        </p:nvSpPr>
        <p:spPr>
          <a:xfrm>
            <a:off x="1842738" y="2919422"/>
            <a:ext cx="426328" cy="101915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482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2347BE7-6D97-C1A8-36DA-97590114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31" y="2113243"/>
            <a:ext cx="5014406" cy="7451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91DFEA-BE35-5C2F-4C55-552522C8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57244"/>
            <a:ext cx="5799666" cy="70675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00843390-68BA-33A5-7A2D-32FA4EF663E1}"/>
              </a:ext>
            </a:extLst>
          </p:cNvPr>
          <p:cNvSpPr/>
          <p:nvPr/>
        </p:nvSpPr>
        <p:spPr>
          <a:xfrm>
            <a:off x="5637943" y="224350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12BA47B-4DC9-44E4-2100-7C666D726977}"/>
              </a:ext>
            </a:extLst>
          </p:cNvPr>
          <p:cNvSpPr/>
          <p:nvPr/>
        </p:nvSpPr>
        <p:spPr>
          <a:xfrm>
            <a:off x="5885935" y="476449"/>
            <a:ext cx="461858" cy="268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5A7C73-240F-4DEA-14E0-314219B59EC8}"/>
              </a:ext>
            </a:extLst>
          </p:cNvPr>
          <p:cNvSpPr txBox="1"/>
          <p:nvPr/>
        </p:nvSpPr>
        <p:spPr>
          <a:xfrm>
            <a:off x="0" y="3518962"/>
            <a:ext cx="12628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</a:t>
            </a:r>
            <a:r>
              <a:rPr lang="en-US" sz="1600" dirty="0">
                <a:highlight>
                  <a:srgbClr val="FFFF00"/>
                </a:highlight>
              </a:rPr>
              <a:t>training for only </a:t>
            </a:r>
            <a:r>
              <a:rPr lang="en-US" sz="1600" b="1" dirty="0">
                <a:highlight>
                  <a:srgbClr val="FFFF00"/>
                </a:highlight>
              </a:rPr>
              <a:t>5 epochs</a:t>
            </a:r>
            <a:r>
              <a:rPr lang="en-US" sz="1600" dirty="0">
                <a:highlight>
                  <a:srgbClr val="FFFF00"/>
                </a:highlight>
              </a:rPr>
              <a:t> is often insufficient for models to converge, particularly when starting with random initialization and training from scratch on a complex dataset like </a:t>
            </a:r>
            <a:r>
              <a:rPr lang="en-US" sz="1600" dirty="0" err="1">
                <a:highlight>
                  <a:srgbClr val="FFFF00"/>
                </a:highlight>
              </a:rPr>
              <a:t>Imagenette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D2D61-501B-BB0E-930A-491452D5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061" y="341327"/>
            <a:ext cx="5757939" cy="551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D1757-B804-5B1B-4CA8-CD77875B0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782" y="2113243"/>
            <a:ext cx="550621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4939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55591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3205</Words>
  <Application>Microsoft Office PowerPoint</Application>
  <PresentationFormat>Widescreen</PresentationFormat>
  <Paragraphs>451</Paragraphs>
  <Slides>103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9" baseType="lpstr">
      <vt:lpstr>Aptos</vt:lpstr>
      <vt:lpstr>Aptos Display</vt:lpstr>
      <vt:lpstr>Arial</vt:lpstr>
      <vt:lpstr>Courier New</vt:lpstr>
      <vt:lpstr>Wingdings</vt:lpstr>
      <vt:lpstr>Office Theme</vt:lpstr>
      <vt:lpstr>Bazele inteligenței artificiale</vt:lpstr>
      <vt:lpstr>PowerPoint Presentation</vt:lpstr>
      <vt:lpstr>Content</vt:lpstr>
      <vt:lpstr>1) Linear regression in PyTorch </vt:lpstr>
      <vt:lpstr>PowerPoint Presentation</vt:lpstr>
      <vt:lpstr>PowerPoint Presentation</vt:lpstr>
      <vt:lpstr>PowerPoint Presentation</vt:lpstr>
      <vt:lpstr>Steps</vt:lpstr>
      <vt:lpstr>Steps</vt:lpstr>
      <vt:lpstr>Result:</vt:lpstr>
      <vt:lpstr>Kind reminder</vt:lpstr>
      <vt:lpstr>2) The FashionMNIST dataset  </vt:lpstr>
      <vt:lpstr>PowerPoint Presentation</vt:lpstr>
      <vt:lpstr>PowerPoint Presentation</vt:lpstr>
      <vt:lpstr>PowerPoint Presentation</vt:lpstr>
      <vt:lpstr>3) Softmax regression in PyTorch  </vt:lpstr>
      <vt:lpstr>PowerPoint Presentation</vt:lpstr>
      <vt:lpstr>PowerPoint Presentation</vt:lpstr>
      <vt:lpstr>Steps</vt:lpstr>
      <vt:lpstr>Steps</vt:lpstr>
      <vt:lpstr>Steps</vt:lpstr>
      <vt:lpstr>Steps</vt:lpstr>
      <vt:lpstr>Training/validation/test split</vt:lpstr>
      <vt:lpstr>Training/validation/test split</vt:lpstr>
      <vt:lpstr>Inspecting the training </vt:lpstr>
      <vt:lpstr>Inspecting the training </vt:lpstr>
      <vt:lpstr>Finally evaluate the model</vt:lpstr>
      <vt:lpstr>4) Multilayer perceptrons  </vt:lpstr>
      <vt:lpstr>PowerPoint Presentation</vt:lpstr>
      <vt:lpstr>A simple example</vt:lpstr>
      <vt:lpstr>A simple example</vt:lpstr>
      <vt:lpstr>A simple example</vt:lpstr>
      <vt:lpstr>Some notes</vt:lpstr>
      <vt:lpstr>Why should we use activation functions?</vt:lpstr>
      <vt:lpstr>Why should we use activation functions?</vt:lpstr>
      <vt:lpstr>PowerPoint Presentation</vt:lpstr>
      <vt:lpstr>Example of problems</vt:lpstr>
      <vt:lpstr>Example of problems</vt:lpstr>
      <vt:lpstr>NOTE</vt:lpstr>
      <vt:lpstr>Code part</vt:lpstr>
      <vt:lpstr>PowerPoint Presentation</vt:lpstr>
      <vt:lpstr>PowerPoint Presentation</vt:lpstr>
      <vt:lpstr>5) Weight decay  </vt:lpstr>
      <vt:lpstr>Kind reminder: overfitting vs underfitting</vt:lpstr>
      <vt:lpstr>PowerPoint Presentation</vt:lpstr>
      <vt:lpstr>Code part</vt:lpstr>
      <vt:lpstr>PowerPoint Presentation</vt:lpstr>
      <vt:lpstr>PowerPoint Presentation</vt:lpstr>
      <vt:lpstr>6) Dropout  </vt:lpstr>
      <vt:lpstr>Dropout steps</vt:lpstr>
      <vt:lpstr>Dropout steps</vt:lpstr>
      <vt:lpstr>PowerPoint Presentation</vt:lpstr>
      <vt:lpstr>PowerPoint Presentation</vt:lpstr>
      <vt:lpstr>Code part</vt:lpstr>
      <vt:lpstr>PowerPoint Presentation</vt:lpstr>
      <vt:lpstr>PowerPoint Presentation</vt:lpstr>
      <vt:lpstr>PowerPoint Presentation</vt:lpstr>
      <vt:lpstr>7) Deep learning computation  </vt:lpstr>
      <vt:lpstr>PowerPoint Presentation</vt:lpstr>
      <vt:lpstr>PowerPoint Presentation</vt:lpstr>
      <vt:lpstr> Old Exercises (same as for PI)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Grigore Atimut, Ionut Orlando (FT D EU RO IFA AI DN)</cp:lastModifiedBy>
  <cp:revision>85</cp:revision>
  <dcterms:created xsi:type="dcterms:W3CDTF">2024-10-01T10:20:11Z</dcterms:created>
  <dcterms:modified xsi:type="dcterms:W3CDTF">2024-12-06T14:25:04Z</dcterms:modified>
</cp:coreProperties>
</file>