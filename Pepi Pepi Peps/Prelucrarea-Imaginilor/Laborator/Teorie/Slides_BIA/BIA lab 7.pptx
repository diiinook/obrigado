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1" r:id="rId4"/>
    <p:sldId id="270" r:id="rId5"/>
    <p:sldId id="375" r:id="rId6"/>
    <p:sldId id="376" r:id="rId7"/>
    <p:sldId id="379" r:id="rId8"/>
    <p:sldId id="377" r:id="rId9"/>
    <p:sldId id="378" r:id="rId10"/>
    <p:sldId id="380" r:id="rId11"/>
    <p:sldId id="381" r:id="rId12"/>
    <p:sldId id="382" r:id="rId13"/>
    <p:sldId id="383" r:id="rId14"/>
    <p:sldId id="384" r:id="rId15"/>
    <p:sldId id="385" r:id="rId16"/>
    <p:sldId id="373" r:id="rId17"/>
    <p:sldId id="386" r:id="rId18"/>
    <p:sldId id="388" r:id="rId19"/>
    <p:sldId id="389" r:id="rId20"/>
    <p:sldId id="374" r:id="rId21"/>
    <p:sldId id="391" r:id="rId22"/>
    <p:sldId id="401" r:id="rId23"/>
    <p:sldId id="390" r:id="rId24"/>
    <p:sldId id="387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66" r:id="rId33"/>
    <p:sldId id="369" r:id="rId34"/>
    <p:sldId id="368" r:id="rId35"/>
    <p:sldId id="370" r:id="rId36"/>
    <p:sldId id="399" r:id="rId37"/>
    <p:sldId id="400" r:id="rId38"/>
    <p:sldId id="371" r:id="rId39"/>
    <p:sldId id="372" r:id="rId40"/>
    <p:sldId id="34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1T11:01:43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518 1060 24575,'-29'0'0,"0"-1"0,1-1 0,-32-7 0,45 5 0,1 0 0,0-1 0,1 0 0,-1-1 0,1 0 0,0-1 0,1-1 0,-13-9 0,-11-13 0,1-2 0,2-1 0,-55-73 0,83 99 0,1 0 0,0-1 0,0 1 0,1-1 0,0 0 0,0 0 0,1 0 0,-2-13 0,-6-70 0,9 67 0,1 19 0,-3-21 0,2 0 0,4-42 0,-2 60 0,0 0 0,1 0 0,0 0 0,0 0 0,1 0 0,0 1 0,1-1 0,-1 1 0,2 0 0,-1 0 0,1 0 0,7-9 0,3 0 0,0 1 0,0 0 0,1 1 0,1 1 0,1 0 0,0 1 0,0 1 0,24-10 0,14-3 0,72-26 0,-18 20 0,1 5 0,1 5 0,197-10 0,495 8 0,1401 23 0,-1932-14 0,4 1 0,1739 13 0,-1135-1 0,-866 0 0,0 1 0,-1 1 0,1 0 0,0 1 0,-1 1 0,24 9 0,0 4 0,38 23 0,-38-19 0,-26-14 0,0 2 0,0 0 0,12 11 0,7 7 0,97 80 0,-114-93 0,1 2 0,-2-1 0,0 2 0,-1 0 0,20 36 0,-25-35 0,0 0 0,-1 0 0,-1 0 0,-1 0 0,-1 1 0,2 23 0,-4 116 0,-3-82 0,2-66 0,-1-1 0,0 0 0,-1 0 0,0 0 0,-1 0 0,0 0 0,0 0 0,0-1 0,-1 1 0,-1-1 0,1 0 0,-1 0 0,-1-1 0,1 1 0,-8 6 0,0-1 0,0-1 0,-1 0 0,-1 0 0,0-2 0,0 0 0,-29 14 0,-59 16 0,65-27 0,21-8 0,-1 0 0,1-1 0,-1-1 0,-33 2 0,-77-7 0,51-1 0,-106 1 0,-304 5 0,352 8 0,-50 1 0,-125 11 0,50-1 0,132-18 0,-188 13 0,211-10 0,-109-8 0,87 0 0,-3163 1 0,3249-2 0,-46-8 0,-25-1 0,-250 9 0,185 3 0,163-2 0,1 0 0,0-2 0,0 1 0,0-2 0,-24-8 0,22 6 0,-1 1 0,0 0 0,-20-2 0,-32-5 0,44 7 0,0 1 0,-30-1 0,-106 6-1365,139-1-5461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19:53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0 977 24575,'5'-1'0,"-1"0"0,1 0 0,-1 0 0,1-1 0,-1 1 0,0-1 0,0 0 0,0-1 0,4-2 0,10-5 0,322-149 0,-164 82 0,-114 52 0,-1-2 0,102-62 0,-85 33 0,71-44 0,-126 88 0,-1 0 0,1 2 0,1 1 0,-1 0 0,30-5 0,-42 12 0,1-1 0,-1 0 0,0-1 0,0 0 0,0 0 0,-1-1 0,0-1 0,0 0 0,0 0 0,0-1 0,11-11 0,1 1 0,1 1 0,0 0 0,44-20 0,22-15 0,99-82-1365,-168 121-5461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19:55.1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24575,'660'0'0,"-656"0"0,0 0 0,1 0 0,-1 1 0,0-1 0,0 1 0,0 0 0,0 0 0,0 0 0,0 0 0,3 3 0,-5-3 0,0 0 0,0 1 0,-1-1 0,1 1 0,-1 0 0,1-1 0,-1 1 0,1 0 0,-1 0 0,0 0 0,0 0 0,0 0 0,0 0 0,0 0 0,-1 0 0,1 1 0,0-1 0,-1 0 0,1 5 0,1 17-114,0 0 1,-1 0-1,-2 0 0,0 0 0,-2-1 1,0 1-1,-2 0 0,0-1 0,-2 0 1,0 0-1,-13 25 0,10-29-6712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21.2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 24575,'3'-2'0,"1"1"0,-1 0 0,0-1 0,1 2 0,-1-1 0,1 0 0,6 0 0,-1-1 0,2-1-341,-1 1 0,1 0-1,20-2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23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24575,'0'0'0,"3"0"0,1 0 0,0 1 0,2 0 0,0 0 0,0 1 0,0 0 0,0 0 0,0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26.4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24575,'53'5'0,"0"0"-1365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28.3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34.7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24575,'0'1'0,"1"0"0,-1 0 0,1 0 0,0 0 0,0 0 0,0 0 0,-1-1 0,1 1 0,0 0 0,0-1 0,0 1 0,0-1 0,0 1 0,0-1 0,0 1 0,0-1 0,1 1 0,-1-1 0,0 0 0,0 0 0,0 0 0,0 0 0,2 0 0,29 3 0,44-3-1365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36.0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39.4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 24575,'52'-1'0,"55"2"0,-99 1-1365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5:08:03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1220 573 24575,'-821'0'0,"804"-1"0,0-1 0,0-1 0,-28-7 0,-3-1 0,33 7 0,0 0 0,1 0 0,0-2 0,0 0 0,0 0 0,1-1 0,0-1 0,0 0 0,1-1 0,-20-18 0,24 20 0,0-1 0,1 0 0,0-1 0,0 0 0,1 0 0,0 0 0,1-1 0,0 0 0,0 0 0,1 0 0,0 0 0,1-1 0,0 1 0,1-1 0,-2-15 0,3 8 0,0 0 0,2 0 0,0 0 0,1 0 0,0 1 0,2-1 0,9-30 0,-10 42 0,0-1 0,0 1 0,0 0 0,1 0 0,0 0 0,1 0 0,-1 1 0,1-1 0,0 1 0,0 0 0,0 1 0,1-1 0,0 1 0,0 0 0,0 1 0,0-1 0,1 1 0,-1 1 0,1-1 0,0 1 0,-1 0 0,11-1 0,39-4 0,1 3 0,-1 2 0,59 5 0,-5 1 0,1610-4 0,-1684 2 0,-1 2 0,1 1 0,54 16 0,-74-16 0,-1 0 0,0 1 0,0 0 0,-1 1 0,0 1 0,0 0 0,24 20 0,-30-22 0,-1 1 0,0 0 0,0 0 0,-1 1 0,0-1 0,0 1 0,-1 0 0,0 1 0,0 0 0,-1-1 0,0 1 0,-1 1 0,0-1 0,3 11 0,-4-7 0,-1 0 0,1 0 0,-2 0 0,0 0 0,-1 0 0,0 0 0,0 0 0,-2 0 0,0 0 0,-7 20 0,7-26 0,0 0 0,-1 0 0,0 0 0,0-1 0,-1 1 0,0-1 0,0 0 0,0-1 0,-1 1 0,0-1 0,0 0 0,0 0 0,-1-1 0,1 0 0,-1 0 0,0-1 0,0 1 0,-16 3 0,-183 43 0,35-22 0,65-18 0,-9 2 0,24 3 0,-86 20 0,127-26 0,-1-1 0,0-3 0,0-2 0,-70-5 0,33 1 0,70 0 0,0-1 0,0-1 0,-19-5 0,16 3 0,-37-4 0,4 3-1365,30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33:16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2770 963 24575,'-1773'0'0,"1744"-1"0,0-2 0,0 0 0,0-2 0,1-2 0,-32-10 0,-134-63 0,-74-65 0,121 60 0,129 76 0,2-1 0,-1-1 0,1-1 0,1 0 0,0-1 0,1-1 0,-14-16 0,23 24 0,1-1 0,-1 1 0,1-1 0,0 1 0,0-1 0,1 0 0,0-1 0,0 1 0,1 0 0,0-1 0,0 0 0,1 1 0,0-1 0,0 0 0,1 0 0,0 0 0,0 1 0,1-1 0,0 0 0,3-10 0,-2 13 0,0 0 0,0 0 0,0 0 0,1 0 0,0 1 0,0-1 0,0 1 0,1 0 0,-1 0 0,8-6 0,46-32 0,-43 32 0,29-16 0,0 2 0,2 1 0,1 3 0,0 1 0,91-22 0,-24 16 0,165-14 0,435 22 0,-510 19 0,735-1 0,-877 2 0,-1 2 0,1 3 0,-2 3 0,1 2 0,-2 3 0,68 28 0,-101-35 0,-1 2 0,0 1 0,-1 1 0,0 1 0,32 26 0,-46-33 0,-1 0 0,0 1 0,0 0 0,-1 0 0,0 1 0,-1 0 0,1 0 0,-2 0 0,1 1 0,-2 0 0,1 0 0,-1 0 0,-1 1 0,0-1 0,0 1 0,1 11 0,-3-6 0,0 0 0,0 1 0,-2-1 0,0 0 0,-5 22 0,4-30 0,0 0 0,-1 0 0,0 0 0,-1-1 0,0 1 0,0-1 0,0 0 0,-1 0 0,0 0 0,0-1 0,-1 0 0,-8 8 0,-5 1 0,0-1 0,-1 0 0,-1-1 0,0-1 0,-1-1 0,-26 9 0,-144 40 0,190-59 0,-98 18 0,71-14 0,-1 1 0,-45 14 0,-55 31-1365,107-41-5461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33:19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24575,'2'0'0,"0"1"0,1-1 0,-1 0 0,0 1 0,0-1 0,1 1 0,-1 0 0,0 0 0,0 0 0,0 0 0,0 0 0,0 0 0,0 1 0,-1-1 0,1 1 0,0-1 0,0 1 0,-1-1 0,0 1 0,1 0 0,-1 0 0,0 0 0,1 0 0,-1 0 0,-1 0 0,3 4 0,1 6 0,-1 0 0,1 1 0,1 21 0,-2-15 0,20 147 0,8 47 0,206 729 0,-3-288 0,48-18 0,-236-534 0,175 362 0,-192-413 0,48 66 0,-19-30 0,-24-44-1365,-17-26-5461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33:20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1 400 24575,'5'0'0,"1"1"0,0 0 0,0 1 0,0 0 0,-1 0 0,1 0 0,-1 0 0,6 4 0,11 4 0,90 31 0,73 32 0,-163-61 0,-2-2 0,0-1 0,22 8 0,-38-16 0,1 1 0,-1-1 0,1 0 0,0 0 0,0-1 0,-1 1 0,1-1 0,0 0 0,0 0 0,0-1 0,-1 1 0,1-1 0,0 0 0,0 0 0,4-3 0,-6 2 0,0 0 0,0 0 0,0-1 0,0 1 0,-1-1 0,1 0 0,-1 0 0,0 0 0,0 0 0,0 0 0,0 0 0,0 0 0,-1-1 0,1 1 0,-1-1 0,0 1 0,0-1 0,0 1 0,0-6 0,1-11 0,0-1 0,-2-26 0,0 31 0,-10-375-1365,9 362-5461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33:21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24575,'0'1429'0,"3"-1367"-156,12 68 0,-10-90-897,-1-9-5773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33:22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33 316 24575,'-1'-37'0,"0"11"0,2 0 0,0 0 0,8-46 0,-7 66 0,-1 0 0,1-1 0,0 1 0,1 0 0,-1 0 0,1 0 0,1 0 0,-1 1 0,1-1 0,0 1 0,0 0 0,0 0 0,1 0 0,0 1 0,0-1 0,0 1 0,0 1 0,1-1 0,11-5 0,-9 5 0,1 1 0,-1 0 0,1 0 0,0 1 0,-1 0 0,1 1 0,0 0 0,0 0 0,9 1 0,-15 1 0,0-1 0,0 0 0,0 1 0,0-1 0,0 1 0,0 0 0,-1 0 0,1 0 0,0 0 0,-1 0 0,1 1 0,0-1 0,-1 1 0,0 0 0,1 0 0,-1 0 0,0 0 0,0 0 0,0 0 0,0 0 0,-1 1 0,1-1 0,-1 1 0,1-1 0,-1 1 0,0 0 0,0-1 0,0 1 0,0 0 0,0 5 0,2 16 0,-1 1 0,-1-1 0,-5 43 0,0-6 0,5-56 0,-1-1 0,-1 0 0,1 0 0,-1 1 0,1-1 0,-1 0 0,0 0 0,-1 0 0,1 0 0,-1 0 0,1 0 0,-1-1 0,-1 1 0,-2 4 0,2-5 0,0-1 0,0 0 0,0 0 0,0 0 0,0 0 0,-1 0 0,1 0 0,-1-1 0,1 0 0,-1 0 0,0 0 0,1 0 0,-1 0 0,0-1 0,0 1 0,-4-1 0,-7 1 0,0-1 0,0-1 0,0 0 0,0 0 0,0-2 0,-15-3 0,25 4 0,1 1 0,-1-1 0,1 0 0,0 0 0,-1 0 0,1-1 0,0 1 0,0-1 0,0 0 0,1 0 0,-1 0 0,1-1 0,0 1 0,0-1 0,0 0 0,0 0 0,1 0 0,-1 0 0,1 0 0,0-1 0,0 1 0,-2-9 0,0-12-1365,2 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5:08:06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1 117 24575,'6'-4'0,"0"0"0,1 0 0,-1 1 0,1-1 0,0 2 0,0-1 0,0 1 0,0 0 0,14-2 0,3-2 0,62-14 0,0 3 0,94-4 0,179 4 0,888 14 0,-618 6 0,3065-3 0,-3018 15 0,-339-4 0,239 16 0,24 1 0,23 15 0,-34-1 0,548 22 0,-1043-57 0,588 9 0,-353-14 0,108 33 0,-3 32 0,-337-51 0,79 14 0,315 43 0,-398-64 0,0 4 0,-1 5 0,151 47 0,-170-41 0,0-3 0,1-4 0,145 15 0,-85-14 0,-2 5 0,176 54 0,-171-45 0,-85-22 0,0 3 0,67 25 0,-27 0 0,106 28 0,181 51 0,-377-116 0,28 7 0,1-1 0,32 3 0,-38-7 0,1 1 0,-1 2 0,0 0 0,24 11 0,-1 0 0,1-2 0,69 13 0,-3-2 0,90 18 0,-109-25-1365,-71-15-5461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5:08:08.7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1 24575,'14'0'0,"0"1"0,0 0 0,0 1 0,0 1 0,23 7 0,-5 3 0,35 19 0,22 4 0,-64-28 0,-1 2 0,46 25 0,-68-34 0,-1 0 0,1 0 0,0 0 0,-1 0 0,1 0 0,-1 0 0,1 1 0,-1-1 0,0 1 0,1-1 0,-1 1 0,0-1 0,0 1 0,0 0 0,0-1 0,0 1 0,-1 0 0,1 0 0,-1 0 0,1 2 0,-1-2 0,0 0 0,0 0 0,-1 0 0,1-1 0,-1 1 0,1 0 0,-1 0 0,0-1 0,1 1 0,-1-1 0,0 1 0,0 0 0,-1-1 0,1 0 0,0 1 0,0-1 0,-2 2 0,-6 3 0,1 0 0,-1 0 0,1 0 0,-1-2 0,-1 1 0,-10 3 0,-221 75 0,156-47 71,64-25-430,0-2 0,-1 0 0,-27 6 0,26-10-6467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5:34:54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1 316 24575,'0'-1'0,"0"0"0,1 0 0,-1 0 0,0 0 0,1 0 0,-1 0 0,1 1 0,-1-1 0,1 0 0,-1 0 0,1 0 0,0 1 0,-1-1 0,1 0 0,0 1 0,0-1 0,-1 1 0,1-1 0,0 1 0,0-1 0,0 1 0,0-1 0,0 1 0,1-1 0,29-8 0,-17 5 0,147-44 0,261-41 0,11 42 0,1 32 0,-150 3 0,70 0 0,5496 11 0,-2739 3 0,3651-2-585,-6270-14 540,-72 0 578,-300 13-577,463-21-1180,-488 10-5602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5:34:56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24575,'0'1'0,"0"1"0,0 0 0,1-1 0,-1 1 0,1-1 0,-1 1 0,1-1 0,-1 1 0,1-1 0,0 1 0,0-1 0,0 0 0,0 0 0,0 1 0,0-1 0,0 0 0,0 0 0,0 0 0,1 0 0,-1 0 0,0 0 0,1 0 0,-1-1 0,0 1 0,4 1 0,45 11 0,-35-11 0,591 156 0,-233-37 0,-328-105 0,-8 0 0,-37-16 0,1 0 0,-1 0 0,0 0 0,0 0 0,0 0 0,0 0 0,1 0 0,-1 1 0,0-1 0,0 0 0,0 0 0,0 0 0,0 1 0,1-1 0,-1 0 0,0 0 0,0 0 0,0 1 0,0-1 0,0 0 0,0 0 0,0 0 0,0 1 0,0-1 0,0 0 0,0 0 0,0 1 0,0-1 0,0 0 0,0 0 0,0 0 0,0 1 0,0-1 0,0 0 0,0 0 0,0 0 0,0 1 0,-1-1 0,1 0 0,0 0 0,0 1 0,-19 7 0,-27 1 0,-1-2 0,-46 2 0,41-6 0,-80 17 0,1 22 0,49-13 0,-108 21-1365,155-41-5461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01:07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24575,'491'16'0,"-468"-14"0,517 60 0,-254-20 0,304 6 0,419-46 0,-484-5 0,3030 3 0,-2980 10-312,741 109 0,-19-19-842,652-99-501,-912-6 1172,2093 5 309,-1768 44-1320,-799-18 1181,74 1 491,522 18 263,-861-32 684,149 3 2513,-378-12-3395,119 22 1,-99-12-216,254 47-28,-126-20 0,224 13 0,-238-55 120,-77-2-1605,-102 3-5341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01:09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0 24575,'0'2'0,"1"-1"0,-1 0 0,0 1 0,1-1 0,-1 0 0,1 0 0,0 1 0,-1-1 0,1 0 0,0 0 0,0 0 0,0 0 0,0 0 0,0 0 0,0 0 0,0 0 0,0 0 0,2 0 0,27 17 0,-20-13 0,44 27 0,89 48 0,117 58 0,-239-126 0,25 10 0,-30-15 0,0 1 0,-1 0 0,0 1 0,17 13 0,-32-21 0,1-1 0,0 1 0,0 0 0,-1-1 0,1 1 0,0-1 0,-1 1 0,1 0 0,0 0 0,-1-1 0,1 1 0,-1 0 0,0 0 0,1 0 0,-1 0 0,1-1 0,-1 1 0,0 0 0,0 0 0,0 0 0,1 0 0,-1 0 0,0 0 0,0 0 0,0 0 0,-1 0 0,1 0 0,0 0 0,0-1 0,0 1 0,-1 0 0,1 0 0,0 0 0,-1 0 0,1 0 0,-1 0 0,1-1 0,-1 1 0,1 0 0,-1 0 0,1-1 0,-1 1 0,0 0 0,0-1 0,1 1 0,-1-1 0,0 1 0,0-1 0,0 1 0,1-1 0,-3 1 0,-7 4 0,0-1 0,0 0 0,-19 5 0,15-5 0,-88 36 0,-164 89 0,80-35 0,111-67-1365,52-18-5461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21.2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 24575,'3'-2'0,"1"1"0,-1 0 0,0-1 0,1 2 0,-1-1 0,1 0 0,6 0 0,-1-1 0,2-1-341,-1 1 0,1 0-1,20-2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23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24575,'0'0'0,"3"0"0,1 0 0,0 1 0,2 0 0,0 0 0,0 1 0,0 0 0,0 0 0,0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26.4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24575,'53'5'0,"0"0"-1365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28.3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34.7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24575,'0'1'0,"1"0"0,-1 0 0,1 0 0,0 0 0,0 0 0,0 0 0,-1-1 0,1 1 0,0 0 0,0-1 0,0 1 0,0-1 0,0 1 0,0-1 0,0 1 0,0-1 0,1 1 0,-1-1 0,0 0 0,0 0 0,0 0 0,0 0 0,2 0 0,29 3 0,44-3-1365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36.0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4:21:39.4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 24575,'52'-1'0,"55"2"0,-99 1-1365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00:25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24575,'66'3'0,"118"22"0,-131-17 0,533 56 0,6-43 0,225 47 0,-814-68 0,124 15 0,485 69 0,-529-70-1365,-54-10-5461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00:28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1 24575,'18'0'0,"-1"1"0,0 1 0,1 1 0,-1 1 0,0 0 0,0 1 0,-1 0 0,25 13 0,-9-1 0,-1 2 0,-1 1 0,31 26 0,-15-14 0,9 7 0,-55-38 0,1-1 0,0 1 0,0 0 0,0-1 0,-1 1 0,1 0 0,0 0 0,-1 0 0,1 0 0,-1 0 0,1 0 0,-1 0 0,1 0 0,-1 0 0,0 0 0,0 0 0,1 0 0,-1 0 0,0 0 0,0 0 0,0 0 0,0 1 0,0-1 0,-1 2 0,1-1 0,-1 0 0,0-1 0,0 1 0,0 0 0,0 0 0,-1 0 0,1-1 0,0 1 0,-1 0 0,1-1 0,-4 3 0,-4 2 0,-1 1 0,0-2 0,-17 8 0,27-13 0,-72 30 0,-133 33 0,67-15-1365,110-42-5461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13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431 1004 24575,'-5'0'0,"-1"-1"0,1 0 0,0 0 0,0-1 0,-8-2 0,-16-5 0,-11 4 0,0 2 0,-1 2 0,-53 5 0,87-3 0,1-1 0,-1 1 0,1 1 0,-1-1 0,1 1 0,0 1 0,0-1 0,0 1 0,0 0 0,0 0 0,0 1 0,1-1 0,0 1 0,0 1 0,0-1 0,0 1 0,1-1 0,-1 1 0,1 1 0,0-1 0,1 1 0,-1-1 0,1 1 0,1 0 0,-1 0 0,1 0 0,0 1 0,0-1 0,0 0 0,1 1 0,-1 10 0,-1 27 0,2 0 0,2 0 0,1 0 0,17 84 0,-19-124 0,1-1 0,0 1 0,1-1 0,-1 1 0,0-1 0,1 1 0,0-1 0,0 0 0,0 0 0,0 0 0,1 0 0,-1 0 0,1 0 0,-1-1 0,1 1 0,0-1 0,0 0 0,0 0 0,1 0 0,-1 0 0,0 0 0,1-1 0,-1 1 0,1-1 0,-1 0 0,5 1 0,-1-2 0,-1 0 0,1 1 0,-1-2 0,1 1 0,-1-1 0,0 0 0,1-1 0,-1 1 0,0-1 0,0 0 0,0-1 0,0 1 0,0-1 0,9-7 0,5-3 0,9-5 0,-1-2 0,38-35 0,-59 49 0,-1-1 0,1 0 0,-1 0 0,-1-1 0,1 0 0,-1 0 0,-1 0 0,0-1 0,0 1 0,0-1 0,-1 0 0,0 0 0,-1 0 0,1-10 0,2-54 0,-7-91 0,-1 41 0,1 22 0,4-117 0,21 54 0,-17 137 0,1-1 0,1 1 0,18-40 0,-4 9 0,-2 6 0,-6 16 0,11-46 0,-25 82 0,0 0 0,1-1 0,-1 1 0,0-1 0,0 1 0,0-1 0,1 1 0,-1-1 0,0 1 0,0 0 0,0-1 0,0 1 0,0-1 0,0 1 0,0-1 0,0 1 0,0-1 0,0 1 0,0-1 0,0 1 0,-1-1 0,1 1 0,0-1 0,0 1 0,0-1 0,-1 1 0,1 0 0,0-1 0,0 1 0,-1-1 0,-10 16 0,1 14 0,1 0 0,-10 57 0,-9 31 0,14-70 0,2 1 0,2 0 0,3 0 0,-2 52 0,5-70 0,0 0 0,-12 37 0,10-42 0,0 1 0,1 0 0,-1 44 0,6-5 0,12 87 0,-7-121 0,2 1 0,1-1 0,1-1 0,23 53 0,-15-43 0,-10-22 0,1-1 0,14 23 0,-18-34 0,0 0 0,1-1 0,-1 0 0,1 0 0,0 0 0,1 0 0,-1-1 0,1 0 0,-1 0 0,10 4 0,-8-5 0,-1 1 0,1-1 0,0-1 0,-1 1 0,1-1 0,1 0 0,-1-1 0,0 0 0,0 0 0,0-1 0,1 1 0,-1-1 0,0-1 0,0 0 0,1 0 0,-1 0 0,0-1 0,0 0 0,0 0 0,-1-1 0,1 0 0,0 0 0,-1 0 0,0-1 0,0 0 0,0 0 0,0-1 0,-1 0 0,6-5 0,-1 1-227,0-1-1,-1 0 1,0 0-1,-1-1 1,12-20-1,-12 14-6598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16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125 125 24575,'1'-1'0,"1"0"0,-1 1 0,0-1 0,1 0 0,-1 0 0,1 0 0,-1 0 0,0 0 0,0 0 0,0 0 0,1 0 0,-1-1 0,0 1 0,0 0 0,-1-1 0,1 1 0,1-4 0,13-26 0,-15 28 0,1 0 0,0-1 0,-1 1 0,2 0 0,-1 0 0,0 0 0,1 0 0,-1 0 0,1 1 0,0-1 0,0 0 0,0 1 0,0-1 0,0 1 0,1 0 0,-1 0 0,1 0 0,-1 0 0,1 0 0,0 0 0,0 1 0,0 0 0,0-1 0,0 1 0,0 0 0,0 0 0,0 1 0,6-2 0,42-2 0,0 1 0,73 6 0,-21 1 0,-46-6 0,-34 1 0,1 0 0,44 6 0,-68-5 0,0 0 0,1 0 0,-1 1 0,0-1 0,1 0 0,-1 1 0,0-1 0,0 0 0,1 1 0,-1-1 0,0 0 0,0 1 0,0-1 0,1 0 0,-1 1 0,0-1 0,0 1 0,0-1 0,0 0 0,0 1 0,0-1 0,0 1 0,0-1 0,0 1 0,0-1 0,0 0 0,0 1 0,0-1 0,0 1 0,0-1 0,-1 0 0,1 1 0,0-1 0,0 1 0,0-1 0,-1 1 0,-8 20 0,7-15 0,-58 152 0,46-123 0,1 1 0,2 0 0,2 1 0,1 0 0,2 0 0,2 0 0,1 1 0,3 61 0,0-79 0,-2 1 0,-1 0 0,0-1 0,-1 0 0,-8 21 0,1 1 0,5-10 0,1 0 0,2 1 0,2-1 0,2 34 0,0-24 0,-7 66 0,-4-60 0,-2-1 0,-1 0 0,-21 45 0,-17 61 0,46-134 0,-1 0 0,0-1 0,-1 1 0,-17 29 0,21-43 0,0 0 0,0-1 0,-1 1 0,1-1 0,-1 0 0,0 0 0,0 0 0,-1 0 0,1-1 0,-1 0 0,0 0 0,0 0 0,0 0 0,0-1 0,0 0 0,-1 0 0,1 0 0,0-1 0,-1 0 0,-10 1 0,7-1 0,0 0 0,1-1 0,-1 0 0,0-1 0,0 0 0,0 0 0,0-1 0,1 0 0,-1-1 0,1 0 0,-1 0 0,1-1 0,0 0 0,0 0 0,1-1 0,-1 0 0,1 0 0,0-1 0,-10-10 0,7 5 0,0 1 0,1-2 0,0 1 0,1-1 0,1-1 0,0 1 0,-10-25 0,14 28 0,0 0 0,1 0 0,0 0 0,0-1 0,1 1 0,1 0 0,-1-1 0,1 1 0,1 0 0,0-1 0,0 1 0,1 0 0,3-11 0,-2 12 0,0 1 0,1 0 0,-1 0 0,2 1 0,-1-1 0,1 1 0,0 0 0,0 0 0,0 0 0,1 1 0,0 0 0,0 0 0,0 0 0,1 1 0,0 0 0,10-5 0,13-4 0,0 1 0,54-13 0,-48 16 0,119-46 0,-97 33 0,98-25 0,-4 26 0,-59 10 0,-82 9-170,0-1-1,1 0 0,-1-1 1,-1-1-1,1 1 0,-1-2 1,11-6-1,-2 0-6655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18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 24575,'0'0'0,"0"-1"0,0 0 0,1 0 0,-1 1 0,0-1 0,0 0 0,1 1 0,-1-1 0,0 1 0,1-1 0,-1 0 0,1 1 0,-1-1 0,1 1 0,-1-1 0,1 1 0,-1-1 0,1 1 0,-1 0 0,1-1 0,0 1 0,-1 0 0,1-1 0,0 1 0,-1 0 0,1 0 0,1-1 0,23-3 0,-21 3 0,89-6 0,95 6 0,-105 2 0,164-17 0,-131 0 0,120 1 0,122 15 0,-148 2 0,1016-2-1365,-1201 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20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541 677 24575,'-9'-10'0,"-1"1"0,0 0 0,-1 1 0,0 0 0,0 1 0,-1 0 0,0 1 0,0 0 0,-1 1 0,1 0 0,-1 1 0,0 0 0,0 1 0,-1 1 0,1 0 0,0 1 0,-20 0 0,15 1 0,-1 1 0,1 1 0,0 1 0,0 1 0,0 0 0,0 1 0,1 1 0,-26 12 0,34-14 0,1 1 0,0 0 0,1 0 0,-1 1 0,1 0 0,0 0 0,1 1 0,-1 0 0,1 0 0,1 0 0,-1 1 0,1 0 0,0 0 0,1 0 0,0 1 0,1-1 0,-1 1 0,-2 15 0,4-14 0,1-1 0,1 1 0,-1-1 0,2 1 0,-1-1 0,1 1 0,1-1 0,0 0 0,0 1 0,1-1 0,0 0 0,0 0 0,6 9 0,8 13 0,1-1 0,26 34 0,-30-45 0,-8-11 0,-1-1 0,2 1 0,-1-1 0,1-1 0,0 1 0,0-1 0,1 0 0,0-1 0,0 0 0,0 0 0,0 0 0,1-1 0,0-1 0,0 0 0,0 0 0,0 0 0,0-1 0,1 0 0,-1-1 0,1 0 0,-1-1 0,12 0 0,-7 0 0,1-1 0,-1 1 0,1-2 0,27-7 0,-36 8 0,-1-2 0,1 1 0,-1-1 0,0 0 0,0 0 0,0 0 0,0 0 0,0-1 0,-1 0 0,1 0 0,-1-1 0,0 1 0,0-1 0,5-9 0,-1-1 0,0 0 0,-1 0 0,-1 0 0,-1-1 0,0 0 0,-1 0 0,-1 0 0,3-30 0,-4-12 0,-5-68 0,-1 29 0,3 68 0,-3 0 0,0-1 0,-10-33 0,6 34 0,2 0 0,1 0 0,-1-43 0,8-245-1365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23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0 428 24575,'2'-41'0,"8"-47"0,1-15 0,-11 96 0,1 1 0,0 0 0,0-1 0,0 1 0,0 0 0,6-12 0,-7 17 0,1 0 0,-1 0 0,1 0 0,0 0 0,0 0 0,-1 0 0,1 0 0,0 0 0,0 0 0,0 0 0,0 0 0,0 0 0,0 1 0,0-1 0,0 0 0,0 1 0,1-1 0,-1 1 0,0-1 0,0 1 0,0 0 0,1 0 0,-1-1 0,0 1 0,0 0 0,1 0 0,-1 0 0,0 0 0,1 0 0,-1 1 0,0-1 0,0 0 0,1 0 0,-1 1 0,0-1 0,0 1 0,0-1 0,0 1 0,0 0 0,0-1 0,2 2 0,0 0 0,1 1 0,-1 0 0,1-1 0,-1 1 0,0 1 0,0-1 0,0 0 0,-1 1 0,1-1 0,2 6 0,19 44 0,-12-25 0,-4-10 0,-1 0 0,-1 0 0,-1 1 0,0 0 0,-2 0 0,3 28 0,-4-31 0,1 0 0,1-1 0,0 0 0,1 0 0,0 0 0,2-1 0,0 1 0,0-1 0,1-1 0,1 0 0,0 0 0,19 20 0,-22-26 0,1 0 0,0 0 0,1-1 0,-1 0 0,1 0 0,0-1 0,1 0 0,-1 0 0,1-1 0,0 0 0,0-1 0,1 0 0,-1 0 0,0-1 0,1 0 0,0-1 0,-1 0 0,1 0 0,0-1 0,-1-1 0,19-2 0,-22 1 0,1 0 0,-1-1 0,0 0 0,0 0 0,0 0 0,-1-1 0,1 0 0,-1 0 0,0 0 0,0-1 0,-1 0 0,9-10 0,-3 1 0,0 0 0,-1 0 0,14-30 0,-16 26 0,-1 0 0,0-1 0,-2 0 0,0 0 0,-1 0 0,1-32 0,-4-2 0,-7-62 0,5 105 0,0 0 0,0 0 0,-1 1 0,-1 0 0,1-1 0,-1 1 0,-1 0 0,-6-10 0,-6-6 0,-28-32 0,42 53 0,-1 1 0,1 0 0,-1 0 0,0 0 0,0 0 0,0 1 0,0 0 0,0-1 0,-1 1 0,1 1 0,-1-1 0,1 1 0,-1 0 0,1 0 0,-9-1 0,11 2 0,0 0 0,0 0 0,-1 0 0,1 0 0,0 0 0,0 0 0,0 1 0,-1-1 0,1 1 0,0 0 0,0 0 0,0-1 0,0 1 0,0 1 0,0-1 0,0 0 0,0 0 0,0 1 0,1-1 0,-1 1 0,1-1 0,-1 1 0,1 0 0,-1 0 0,1-1 0,0 1 0,0 0 0,0 0 0,0 0 0,0 1 0,0-1 0,1 0 0,-2 4 0,2 4 0,0 0 0,0 1 0,1-1 0,0 0 0,1 1 0,0-1 0,0 0 0,1 0 0,1 0 0,-1-1 0,2 1 0,-1-1 0,1 0 0,1 0 0,8 11 0,-9-17 0,-1 1 0,1-1 0,0 1 0,0-1 0,0-1 0,1 1 0,-1-1 0,1 0 0,-1 0 0,1-1 0,0 1 0,0-1 0,8 0 0,13 1 0,45-4 0,-42 1 0,26 0 0,-1-2 0,0-2 0,69-16 0,-108 17-102,41-14-1161,-42 9-5563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26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24575,'8'4'0,"6"2"0,14-1 0,17-1 0,14-1 0,8-2 0,1 0 0,-8 0 0,-4-1 0,-10 0 0,-7-1 0,-7 1 0,-5 0 0,-3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26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24575,'8'0'0,"11"0"0,5 0 0,8 0 0,2 0 0,-1 0 0,2 0 0,-1 0 0,-2 0 0,1 0 0,3 0 0,0 0 0,-3 0 0,-2 0 0,-3 0 0,-7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29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5 24575,'68'-2'0,"-34"0"0,-1 2 0,1 1 0,34 6 0,-62-6 0,-1 0 0,1 0 0,0 1 0,0 0 0,-1 0 0,0 1 0,1-1 0,-1 1 0,0 0 0,0 1 0,0-1 0,-1 1 0,1 0 0,-1 0 0,0 0 0,5 7 0,-5-4 0,0 0 0,-1 0 0,0 0 0,0 1 0,0 0 0,-1-1 0,0 1 0,-1 0 0,1 0 0,-2 0 0,1 12 0,0-1 0,-1-1 0,-1 1 0,-1 0 0,-4 22 0,4-35 0,0-1 0,0 1 0,0-1 0,0 1 0,-1-1 0,0 1 0,0-1 0,0 0 0,-1-1 0,0 1 0,0-1 0,0 1 0,0-1 0,-1 0 0,0-1 0,1 1 0,-8 3 0,-7 3 0,-1-1 0,1-1 0,-2-1 0,1-1 0,-1 0 0,0-2 0,0 0 0,0-2 0,0 0 0,-24-1 0,99-1 0,-7-1 0,69 9 0,-85-3 0,-7-3 0,0 1 0,-1 2 0,1 0 0,-1 2 0,-1 0 0,42 20 0,-53-20 0,0-1 0,0 2 0,-1 0 0,1 0 0,-2 1 0,1 0 0,-1 0 0,11 17 0,-16-20 0,0 0 0,-1 0 0,0 0 0,0 1 0,0-1 0,-1 1 0,0 0 0,-1-1 0,1 1 0,-1 0 0,0 0 0,-1 0 0,0 0 0,0 0 0,0 0 0,-1 0 0,-3 11 0,3-13 0,-1 1 0,-1-1 0,1 0 0,-1 0 0,1 0 0,-1-1 0,-1 1 0,1-1 0,-1 0 0,0 0 0,1 0 0,-2 0 0,1 0 0,0-1 0,-1 0 0,0 0 0,0 0 0,1-1 0,-11 4 0,-9 3 0,0-2 0,-1 0 0,-26 3 0,28-6 0,-74 11 0,0-4 0,-152-2 0,149-10-1365,70 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49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381 776 24575,'0'-1'0,"-1"0"0,1 0 0,0 0 0,-1 0 0,0 0 0,1 0 0,-1 0 0,1 0 0,-1 1 0,0-1 0,0 0 0,0 0 0,1 0 0,-1 1 0,0-1 0,0 1 0,0-1 0,0 0 0,0 1 0,0 0 0,0-1 0,0 1 0,0 0 0,-1-1 0,1 1 0,0 0 0,-2 0 0,-37-4 0,37 3 0,-190 1 0,188 0 0,-1 0 0,1 1 0,0 0 0,0-1 0,0 2 0,0-1 0,1 0 0,-1 1 0,0 0 0,1 0 0,-1 1 0,1-1 0,-1 1 0,1 0 0,0 0 0,0 0 0,1 1 0,-1-1 0,1 1 0,-1 0 0,1 0 0,0 0 0,1 1 0,-1-1 0,1 0 0,0 1 0,0 0 0,0 0 0,0-1 0,1 1 0,0 0 0,0 0 0,1 0 0,-1 0 0,1 0 0,0 7 0,0-10 0,-1 25 0,1-1 0,6 43 0,-4-61 0,-1 0 0,1 0 0,1-1 0,-1 1 0,1-1 0,0 0 0,1 0 0,0 0 0,0 0 0,0-1 0,1 1 0,0-1 0,8 7 0,6 4 0,0-1 0,1-1 0,38 22 0,-50-33 0,-1 0 0,1-1 0,-1 0 0,1 0 0,0 0 0,0-1 0,1 0 0,-1-1 0,0 0 0,1 0 0,-1-1 0,0 0 0,1 0 0,15-4 0,-21 3 0,0 0 0,1-1 0,-1 0 0,0 0 0,0 0 0,0 0 0,0 0 0,0-1 0,0 1 0,-1-1 0,1 0 0,-1 1 0,0-1 0,0 0 0,0-1 0,0 1 0,-1 0 0,1 0 0,-1-1 0,1 1 0,-1-1 0,1-6 0,2-10 0,-1 0 0,1-40 0,-4 42 0,3-455 0,-5 244 0,1 130 0,3-109 0,-2 207 0,0 0 0,-1 0 0,1 0 0,0 0 0,0 0 0,0 0 0,1 0 0,-1 1 0,0-1 0,0 0 0,0 0 0,1 0 0,-1 0 0,0 0 0,1 0 0,-1 0 0,1 1 0,-1-1 0,1 0 0,-1 0 0,1 1 0,0-1 0,-1 0 0,1 1 0,1-2 0,-1 3 0,-1 0 0,1 0 0,0 0 0,0 0 0,0 0 0,-1 1 0,1-1 0,0 0 0,-1 0 0,1 0 0,-1 1 0,0-1 0,1 0 0,-1 0 0,0 1 0,0-1 0,0 0 0,0 1 0,0 0 0,7 170 0,-7-111 0,8 63 0,-1-73 0,-2-1 0,2 0 0,2 0 0,3-1 0,27 76 0,-31-105 0,-2 0 0,8 40 0,-12-43 0,2 0 0,0 0 0,1-1 0,14 31 0,1-8 0,-9-16 0,1 0 0,27 36 0,-35-54 0,1 1 0,0 0 0,1-1 0,-1 0 0,1 0 0,0-1 0,0 0 0,0 0 0,1 0 0,0 0 0,-1-1 0,1 0 0,14 3 0,-10-3 0,1 0 0,0-2 0,0 1 0,-1-1 0,1-1 0,13 0 0,-22-1 0,0 1 0,1-1 0,-1 0 0,0 0 0,0 0 0,0 0 0,0-1 0,0 1 0,0-1 0,0 0 0,-1 1 0,1-1 0,0-1 0,-1 1 0,0 0 0,1-1 0,-1 1 0,0-1 0,0 1 0,-1-1 0,1 0 0,0 0 0,-1 0 0,0 0 0,0 0 0,2-7 0,1-11 0,-1 0 0,-1 0 0,-1 0 0,-1 0 0,-3-30 0,0-7 0,2-250 0,2 341 0,2 0 0,1-1 0,2 1 0,13 42 0,52 127 0,-60-179 0,0-1 0,1 0 0,2 0 0,0-1 0,1-1 0,32 33 0,-38-45 0,1-1 0,-1 0 0,1-1 0,0 0 0,1-1 0,-1 0 0,1 0 0,0-1 0,22 4 0,-12-3 0,0-1 0,0-2 0,1 0 0,31-1 0,-49-2 0,-1 1 0,1-1 0,-1 0 0,0 0 0,1 0 0,-1 0 0,0 0 0,0-1 0,0 0 0,0 1 0,0-1 0,0 0 0,-1 0 0,1-1 0,-1 1 0,1-1 0,-1 1 0,0-1 0,0 0 0,0 0 0,0 0 0,-1 0 0,1 0 0,-1 0 0,1 0 0,-1 0 0,0-1 0,-1 1 0,2-7 0,1-10 0,0 0 0,-2 0 0,-1-38 0,-1 42 0,-3-382 0,4 388 0,1 7 0,-1-1 0,0 0 0,0 0 0,0 0 0,0 0 0,-1 0 0,1 0 0,-1 0 0,0 1 0,-1-1 0,1 0 0,-3-4 0,4 8 0,0 0 0,0 0 0,0 0 0,0 0 0,0 0 0,-1-1 0,1 1 0,0 0 0,0 0 0,0 0 0,0 0 0,0 0 0,0 0 0,0 0 0,-1 0 0,1 0 0,0 0 0,0 0 0,0 0 0,0 0 0,0 0 0,0 1 0,-1-1 0,1 0 0,0 0 0,0 0 0,0 0 0,0 0 0,0 0 0,0 0 0,0 0 0,0 0 0,0 0 0,-1 0 0,1 0 0,0 1 0,0-1 0,0 0 0,0 0 0,0 0 0,0 0 0,0 0 0,0 0 0,0 0 0,0 0 0,0 1 0,0-1 0,0 0 0,0 0 0,0 0 0,0 0 0,0 0 0,0 1 0,-4 12 0,0 14 0,5 9 0,0 0 0,3 0 0,1 0 0,14 51 0,-12-52 0,0-12 0,0-1 0,2 0 0,0-1 0,1 0 0,1 0 0,1-1 0,1 0 0,1-1 0,1-1 0,21 22 0,-30-35 0,0-1 0,0 1 0,0-1 0,1-1 0,-1 1 0,1-1 0,0 0 0,0-1 0,0 0 0,0 0 0,0 0 0,15 1 0,10-1 0,55-2 0,-52-1 0,5 1 0,-24 1 0,1 0 0,-1-2 0,1 0 0,-1-1 0,18-4 0,-30 4 6,-1 1 0,1-1-1,-1 0 1,0 0 0,1 0-1,-1-1 1,0 1 0,-1-1 0,1 0-1,0 0 1,-1 0 0,1 0-1,-1 0 1,0 0 0,0-1-1,0 1 1,-1-1 0,1 1 0,-1-1-1,2-6 1,1-5-377,-1-1-1,-1 0 1,2-24 0,-4 16-6455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40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406 659 24575,'-25'10'0,"1"-1"0,-1-1 0,-1-1 0,-36 4 0,38-7 0,0 0 0,0 2 0,0 1 0,1 1 0,-26 12 0,44-17 0,-1 1 0,1 0 0,0 0 0,0 0 0,1 1 0,-1 0 0,1 0 0,0 0 0,1 0 0,-1 1 0,1 0 0,0-1 0,0 1 0,1 0 0,-1 0 0,1 1 0,1-1 0,-1 0 0,0 12 0,-1 6 0,2 1 0,1-1 0,4 47 0,-2-63 0,0 0 0,0 0 0,1 0 0,0 0 0,0 0 0,0-1 0,1 1 0,1-1 0,-1 0 0,1 0 0,8 8 0,9 9 0,38 33 0,-51-49 0,-1-2 0,0 0 0,0-1 0,1 0 0,0 0 0,0-1 0,0 0 0,1 0 0,-1-1 0,1-1 0,0 1 0,0-1 0,0-1 0,0 0 0,16-1 0,-22 0 0,1 0 0,-1 0 0,1 0 0,-1-1 0,1 0 0,-1 0 0,1 0 0,-1-1 0,0 0 0,1 1 0,-1-1 0,0-1 0,0 1 0,-1-1 0,1 1 0,0-1 0,-1 0 0,0 0 0,1-1 0,-1 1 0,0-1 0,-1 1 0,1-1 0,-1 0 0,0 0 0,0 0 0,0 0 0,0-1 0,-1 1 0,1 0 0,-1-1 0,0 1 0,0-6 0,2-39 0,-6-87 0,-1 33 0,3 78 0,-2-1 0,-1 0 0,-2 1 0,-15-48 0,11 42 0,1-1 0,-6-43 0,10-3 0,6-98 0,2 60 0,-3-48-1365,0 144-5461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43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0 375 24575,'3'10'0,"-1"0"0,2 0 0,-1 0 0,1-1 0,1 0 0,0 0 0,9 14 0,-4-9 0,0 0 0,1-1 0,0-1 0,23 21 0,-25-26 0,0 0 0,0 0 0,0-1 0,1 0 0,0-1 0,0 0 0,1 0 0,10 2 0,-17-6 0,0 0 0,0-1 0,0 1 0,0-1 0,1 0 0,-1 0 0,0-1 0,0 1 0,0-1 0,0 0 0,0 0 0,-1 0 0,1-1 0,0 0 0,0 1 0,-1-1 0,1 0 0,-1 0 0,0-1 0,1 1 0,-1-1 0,0 0 0,4-5 0,2-2 0,-1-1 0,-1 0 0,0 0 0,-1 0 0,0-1 0,6-15 0,-7 7 0,0 0 0,-1 0 0,-1-1 0,-1 1 0,-1-1 0,-1 0 0,-3-21 0,2-1 0,0 27 0,-1-1 0,0 1 0,-1 0 0,-1 0 0,0 0 0,-2 1 0,0-1 0,0 1 0,-13-20 0,59 123 0,9 19 0,-41-91 0,0 1 0,8 29 0,-10-29 0,0 1 0,13 24 0,-6-20 0,1 0 0,0-1 0,21 22 0,-26-33 0,1 0 0,0-1 0,0 0 0,1-1 0,0 0 0,1-1 0,20 11 0,-24-15 0,124 48 0,-118-46 0,0-2 0,1 0 0,-1-1 0,0 0 0,1-1 0,0-1 0,23-2 0,-35 2 0,0-1 0,0 1 0,0-1 0,0 0 0,0 0 0,0 0 0,0-1 0,0 1 0,0-1 0,0 0 0,-1 1 0,1-1 0,-1-1 0,1 1 0,3-5 0,-3 3 0,0-1 0,0 0 0,0 0 0,-1 0 0,1 0 0,-1 0 0,-1 0 0,3-9 0,-1-8 0,-1-1 0,0 1 0,-3-38 0,0 42 0,0 6 0,0-1 0,0 1 0,-2 0 0,1 0 0,-2 0 0,1 0 0,-7-13 0,-4-4 0,-28-40 0,37 60 0,-136-186 0,138 190 0,0 1 0,0 0 0,-1 0 0,1 0 0,-1 0 0,0 1 0,0-1 0,-6-3 0,9 6 0,0 1 0,0-1 0,0 1 0,0-1 0,0 1 0,0 0 0,0-1 0,0 1 0,0 0 0,0-1 0,-1 1 0,1 0 0,0 0 0,0 0 0,0 0 0,0 0 0,0 0 0,0 1 0,0-1 0,0 0 0,0 1 0,0-1 0,0 0 0,0 1 0,0-1 0,0 1 0,0-1 0,0 1 0,0 0 0,0-1 0,0 1 0,1 0 0,-1 0 0,0 0 0,0 0 0,1-1 0,-1 1 0,1 0 0,-1 0 0,1 0 0,-1 0 0,1 0 0,0 0 0,-1 0 0,1 2 0,-3 5 0,1 0 0,0 1 0,0-1 0,1 0 0,0 1 0,0-1 0,1 1 0,0-1 0,1 1 0,2 13 0,-2-18 0,-1 0 0,2 0 0,-1 0 0,0 0 0,1 0 0,0-1 0,0 1 0,0 0 0,0-1 0,1 1 0,-1-1 0,1 0 0,0 0 0,0 0 0,0 0 0,0 0 0,1-1 0,-1 1 0,1-1 0,-1 0 0,1 0 0,7 2 0,23 5 0,1-2 0,0-1 0,0-2 0,1-1 0,-1-2 0,0-2 0,1-1 0,65-12 0,-90 12-37,-1-1 1,0 0-1,-1-1 0,1 0 0,0 0 0,-1-1 1,0-1-1,0 1 0,-1-1 0,0-1 0,0 1 0,14-16 1,-2 4-851,-5 4-5939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45.0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24575,'1510'0'0,"-1339"-12"0,9 0 0,-135 12-1365,-25 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53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24575,'12'0'0,"8"0"0,13 0 0,12 0 0,7 0 0,7 0 0,4 0 0,-3 0 0,-1 0 0,-2 0 0,-6 0 0,-9 0 0,-7 0 0,-9 0-8191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7:54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24575,'591'0'-1365,"-569"0"-5461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01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0 684 24575,'16'-19'0,"-2"0"0,0-1 0,-1-1 0,-1 0 0,17-41 0,-2 7 0,-19 39 0,-1-1 0,-1 0 0,0 1 0,-2-2 0,1 1 0,-2-1 0,2-26 0,0 5 0,11-40 0,-9 45 0,8-65 0,-10 53 0,-5 46 0,0 0 0,0 0 0,0-1 0,0 1 0,0 0 0,0 0 0,0-1 0,0 1 0,0 0 0,0 0 0,0-1 0,0 1 0,0 0 0,1 0 0,-1-1 0,0 1 0,0 0 0,0 0 0,0 0 0,0-1 0,1 1 0,-1 0 0,0 0 0,0 0 0,0 0 0,1-1 0,-1 1 0,0 0 0,0 0 0,1 0 0,-1 0 0,0 0 0,0 0 0,1 0 0,-1 0 0,0 0 0,0 0 0,1 0 0,-1 0 0,0 0 0,0 0 0,1 0 0,11 22 0,85 294 0,-43-128 0,-42-143 0,-1 0 0,4 47 0,-11-68 0,13 41 0,-10-42 0,8 46 0,-12-20-53,-3 68 0,-1-65-1206,1-31-5567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46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0 502 24575,'0'-4'0,"4"-5"0,5-6 0,6-3 0,3-8 0,7-6 0,8-7 0,5-8 0,5-4 0,7 2 0,-1 2 0,-5 5 0,-10 5 0,-7 10 0,-7 4 0,-8 3 0,-1 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15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620 1335 24575,'-6'0'0,"-1"-2"0,1 1 0,-1-1 0,1 0 0,0 0 0,-1 0 0,1-1 0,0 0 0,-8-7 0,-17-6 0,6 6 0,-1 1 0,0 1 0,0 1 0,-1 1 0,1 2 0,-1 0 0,0 2 0,-30 1 0,49 3 0,0-1 0,-1 1 0,1 0 0,1 1 0,-1 0 0,0 0 0,1 1 0,-1 0 0,1 0 0,0 0 0,-11 10 0,-6 7 0,-34 38 0,53-54 0,-1 3 0,0 0 0,0 0 0,0 1 0,1-1 0,0 1 0,1 1 0,0-1 0,0 1 0,1-1 0,1 1 0,-4 18 0,4-5 0,1 1 0,0-1 0,2 0 0,3 25 0,-3-42 0,0 0 0,0 0 0,0 0 0,1 0 0,0 0 0,0 0 0,0 0 0,1-1 0,0 1 0,0-1 0,1 0 0,-1 1 0,1-2 0,0 1 0,0 0 0,1-1 0,0 0 0,-1 0 0,1 0 0,0-1 0,1 1 0,6 2 0,2 0 0,0-1 0,0-1 0,1 0 0,0-1 0,0 0 0,0-1 0,0-1 0,16 0 0,2-1 0,-8 2 0,1-2 0,44-6 0,-63 5 0,0-1 0,0 0 0,0 0 0,0 0 0,0-1 0,-1 0 0,1 0 0,-1-1 0,0 0 0,0 0 0,0 0 0,0-1 0,-1 1 0,6-8 0,2-5 0,-1 0 0,-1-1 0,0 0 0,-2-1 0,0 0 0,-1 0 0,-1-1 0,-1 0 0,0 0 0,-2-1 0,3-23 0,-1-30 0,-6-135 0,-3 106 0,3 46 0,0-33 0,-18-151 0,-9-60 0,25 4 0,2 195 0,0 111 0,-1 40 0,2 1 0,3 0 0,15 78 0,-9-73 0,-2 0 0,1 76 0,-6-67 0,15 79 0,37 91 0,-42-189 0,-2 1 0,5 48 0,-10-41 0,2 1 0,2-2 0,34 103 0,-30-115 0,-8-22 0,-1-1 0,2-1 0,0 1 0,1-1 0,12 16 0,-18-28 0,1-1 0,0 0 0,-1 1 0,2-1 0,-1-1 0,0 1 0,0 0 0,1-1 0,0 0 0,-1 1 0,1-1 0,0-1 0,0 1 0,0-1 0,0 1 0,0-1 0,0 0 0,1-1 0,-1 1 0,0-1 0,0 0 0,1 0 0,-1 0 0,0 0 0,0-1 0,7-1 0,-7 1 0,-1 0 0,1-1 0,-1 1 0,0-1 0,1 1 0,-1-1 0,0 0 0,0 0 0,0 0 0,-1-1 0,1 1 0,-1-1 0,1 1 0,-1-1 0,0 0 0,0 0 0,0 0 0,0 0 0,0-1 0,-1 1 0,1 0 0,-1-1 0,0 1 0,0-1 0,1-5 0,0-9 0,0-1 0,-1 1 0,-2-34 0,0 32 0,0-20 0,0-15 0,-15-99 0,10 116 0,5 26 0,-1-1 0,0 1 0,-1 0 0,-7-19 0,6 28 0,2 11 0,-1 10 0,4 219 0,0-224 0,1 1 0,0-1 0,1 0 0,1 0 0,0-1 0,0 1 0,1-1 0,1 0 0,0 0 0,1 0 0,0-1 0,0 0 0,1-1 0,1 1 0,0-2 0,0 1 0,1-1 0,0-1 0,1 0 0,0 0 0,0-1 0,1 0 0,-1-1 0,1 0 0,1-1 0,-1-1 0,1 0 0,0 0 0,0-1 0,0-1 0,0 0 0,0-1 0,1 0 0,22-3 0,-33 2 0,0-1 0,0 1 0,1-1 0,-1 0 0,0 0 0,0 0 0,0-1 0,0 1 0,0-1 0,-1 1 0,1-1 0,0 0 0,-1 0 0,1 0 0,-1-1 0,0 1 0,0 0 0,0-1 0,0 0 0,0 1 0,0-1 0,-1 0 0,1 0 0,-1 0 0,0 0 0,0 0 0,0 0 0,0 0 0,0-1 0,-1-3 0,3-12 0,-1-1 0,-1 0 0,-4-38 0,2 32 0,-3-290 0,5 239 0,-2 136 0,3 85 0,0-125 0,1-1 0,0 0 0,1 0 0,1-1 0,13 33 0,4-9 0,46 68 0,-22-40 0,-44-65 0,1-1 0,0 1 0,1-1 0,-1 1 0,1-1 0,-1 0 0,1-1 0,0 1 0,0-1 0,0 1 0,0-1 0,0 0 0,1-1 0,-1 1 0,1-1 0,-1 0 0,1 0 0,7 1 0,9-1 0,0 0 0,41-4 0,-19 1 0,-37 1 5,-1 1 0,0-1 0,0 0-1,1 0 1,-1 0 0,0-1 0,0 0 0,0 0-1,-1 0 1,1-1 0,0 0 0,-1 1 0,0-2-1,0 1 1,0 0 0,0-1 0,0 0-1,0 0 1,-1 0 0,0 0 0,0 0 0,0-1-1,0 0 1,2-6 0,1-3-217,0-1 0,-1 0 0,-1-1-1,0 1 1,-1-1 0,2-30 0,-5 25-6614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16.2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 24575,'619'-12'0,"29"0"0,370 13 0,-953-5-1365,-35-1-5461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18.3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333 587 24575,'-3'0'0,"-7"-1"0,0 0 0,0 1 0,-1 1 0,1 0 0,0 0 0,0 1 0,0 0 0,1 1 0,-1 0 0,1 1 0,-19 9 0,27-13 0,-24 15 0,0 1 0,2 1 0,-31 27 0,48-37 0,0-1 0,0 1 0,0 0 0,1 1 0,0-1 0,1 1 0,0 0 0,0 0 0,0 0 0,1 1 0,0-1 0,1 1 0,0 0 0,0 0 0,0 12 0,3 164 0,2-71 0,-4-110 0,1 1 0,0 0 0,0 0 0,0 0 0,1-1 0,0 1 0,0 0 0,0 0 0,1-1 0,-1 1 0,1-1 0,0 0 0,0 1 0,1-1 0,-1 0 0,1 0 0,0 0 0,0-1 0,0 1 0,0-1 0,1 1 0,0-1 0,-1 0 0,1-1 0,0 1 0,0-1 0,1 1 0,-1-1 0,0 0 0,1-1 0,0 1 0,-1-1 0,1 0 0,7 1 0,8 1 0,0 0 0,0-2 0,34-1 0,-47 0 0,-1-1 0,0 1 0,0-1 0,0 0 0,0-1 0,0 0 0,0 0 0,0 0 0,-1-1 0,1 1 0,-1-1 0,0-1 0,1 1 0,-2-1 0,1 0 0,5-5 0,-6 3 0,0 0 0,0-1 0,-1 1 0,0-1 0,0 0 0,-1 0 0,0 0 0,0 0 0,1-10 0,5-67 0,-6-409 0,-4 249 0,1 212 0,-1 0 0,-9-53 0,6 50-455,1 0 0,2-58 0,3 73-6371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20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1 950 24575,'1'4'0,"0"1"0,0 0 0,1-1 0,0 0 0,-1 1 0,2-1 0,-1 0 0,5 7 0,6 10 0,-7-7 0,1 0 0,1-1 0,0 0 0,0-1 0,2 1 0,-1-2 0,15 14 0,-17-19 0,-1 0 0,1-1 0,0 0 0,1 0 0,-1-1 0,1 0 0,0 0 0,0-1 0,0 0 0,0 0 0,0-1 0,1 0 0,0 0 0,9 0 0,200-6 0,-212 3 0,1-1 0,-1 1 0,0-1 0,-1 0 0,1-1 0,0 1 0,-1-1 0,1 0 0,-1-1 0,0 1 0,0-1 0,0 0 0,-1 0 0,1-1 0,-1 1 0,0-1 0,0 0 0,-1 0 0,1 0 0,2-7 0,4-6 0,-1-1 0,-1 0 0,0 0 0,7-35 0,0-14 0,-4 0 0,4-94 0,-12-139 0,-3 205 0,-1 71 0,0 0 0,-2 0 0,-9-43 0,9 57 0,0 0 0,-1-1 0,-1 1 0,0 0 0,0 1 0,-1 0 0,0-1 0,-1 2 0,-15-18 0,22 26 0,-1 0 0,0 0 0,0 0 0,0 0 0,0 0 0,-1 0 0,1 0 0,0 0 0,0 0 0,0 1 0,-1-1 0,1 0 0,0 1 0,-1-1 0,1 1 0,-1 0 0,1-1 0,0 1 0,-1 0 0,1 0 0,-3 0 0,2 1 0,1-1 0,0 1 0,0 0 0,0-1 0,-1 1 0,1 0 0,0 0 0,0 0 0,0 0 0,0 0 0,0 0 0,1 0 0,-1 0 0,0 0 0,0 0 0,1 1 0,-1-1 0,0 2 0,-3 8 0,1 1 0,0 0 0,0 0 0,0 13 0,1-14 0,-9 105 0,5 199 0,7-207 0,0-94 0,1 1 0,0-1 0,1 0 0,1 0 0,0 0 0,1-1 0,1 0 0,0 0 0,0 0 0,16 23 0,7 4 0,60 66 0,-68-83 0,1 2 0,0-2 0,33 26 0,-46-42 0,0 0 0,1-1 0,-1-1 0,1 0 0,1 0 0,-1-1 0,1 0 0,0 0 0,-1-2 0,17 3 0,39 0 0,1-2 0,93-10 0,-155 7 0,0 0 0,0-1 0,0 0 0,-1 0 0,1 0 0,0 0 0,-1-1 0,1 0 0,-1 0 0,1 0 0,-1 0 0,0-1 0,0 0 0,0 0 0,0 0 0,-1 0 0,4-4 0,-3 2 0,-1 0 0,0 0 0,0-1 0,-1 1 0,1-1 0,-1 0 0,0 1 0,-1-1 0,1 0 0,-1 0 0,0 0 0,-1 0 0,1-8 0,0-15 0,-1 0 0,-2 0 0,-5-36 0,4 53 0,0 0 0,-1 0 0,0 1 0,0-1 0,-1 1 0,-1 0 0,0 0 0,0 1 0,-1-1 0,-11-10 0,13 15 0,-50-53 0,50 54 0,0 1 0,0 0 0,0 0 0,-1 0 0,0 1 0,0-1 0,0 1 0,0 1 0,-9-4 0,14 6 0,0 0 0,1-1 0,-1 1 0,0 0 0,0 0 0,0 0 0,0 0 0,1 0 0,-1 0 0,0 0 0,0 0 0,0 0 0,0 0 0,0 1 0,1-1 0,-1 0 0,0 0 0,0 1 0,1-1 0,-1 1 0,0-1 0,0 1 0,1-1 0,-1 1 0,0-1 0,1 1 0,-1-1 0,0 2 0,1-1 0,0-1 0,0 1 0,0 0 0,0 0 0,0-1 0,0 1 0,0 0 0,0-1 0,0 1 0,0 0 0,1 0 0,-1-1 0,0 1 0,1 0 0,-1-1 0,0 1 0,1-1 0,-1 1 0,1 0 0,-1-1 0,0 1 0,1-1 0,0 1 0,-1-1 0,1 1 0,-1-1 0,1 0 0,0 1 0,-1-1 0,1 0 0,-1 1 0,1-1 0,0 0 0,1 0 0,24 10 0,2-1 0,-1-1 0,1-2 0,0-1 0,0-1 0,1-1 0,-1-2 0,1 0 0,40-6 0,-58 3 0,-1 0 0,0 0 0,0-1 0,0 0 0,-1-1 0,1 0 0,-1 0 0,0-1 0,10-7 0,9-8 0,36-33 0,-50 39-1365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22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24575,'9'0'0,"9"0"0,11 0 0,8 0 0,10 0 0,9 0 0,-2 0 0,-1 0 0,-2 0 0,3-4 0,-1-2 0,-5 1 0,-2 1 0,-1 1 0,-5 2 0,-5 0 0,-8 0-8191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23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24575,'491'0'0,"-466"2"-38,0 1-1,-1 0 0,1 2 1,29 10-1,-14-5-1133,-20-5-5654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50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383 37 24575,'0'-1'0,"0"-1"0,0 1 0,0-1 0,0 1 0,0 0 0,0-1 0,-1 1 0,1 0 0,0 0 0,-1-1 0,1 1 0,-1 0 0,0 0 0,1 0 0,-1-1 0,0 1 0,0 0 0,0 0 0,0 0 0,0 0 0,0 0 0,0 1 0,0-1 0,0 0 0,0 0 0,-2 0 0,-1-1 0,1 2 0,-1-1 0,0 0 0,1 0 0,-1 1 0,0 0 0,0 0 0,1 0 0,-8 1 0,-4 2 0,1 0 0,-1 1 0,1 1 0,-14 6 0,10-1 0,1 0 0,1 1 0,0 1 0,0 1 0,2 0 0,-1 1 0,2 0 0,0 1 0,0 0 0,2 1 0,0 1 0,0 0 0,2 0 0,-14 35 0,18-29 0,0 0 0,1 1 0,1-1 0,2 1 0,0 0 0,5 45 0,-1 0 0,-4-39 0,2-1 0,9 50 0,-8-69 0,1 1 0,0-1 0,1 0 0,0 0 0,1 0 0,0 0 0,0-1 0,1 0 0,1 0 0,11 13 0,-5-8 0,0 0 0,2-1 0,-1-1 0,1 0 0,1-1 0,0-1 0,1 0 0,0-1 0,0-1 0,36 11 0,-23-10 0,2-1 0,-1-1 0,1-2 0,-1-1 0,46 0 0,-58-4 0,1-1 0,-1-1 0,23-5 0,-34 5 0,1 0 0,-1-1 0,0 0 0,0-1 0,-1 0 0,1 0 0,-1-1 0,0 0 0,11-9 0,-3 1-341,0-1 0,-2-1-1,20-24 1,-20 18-6485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53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62 24575,'82'-4'0,"136"-23"0,-145 16 0,-40 8 46,55 1 0,-62 3-410,0-2-1,0 0 1,38-8 0,-43 4-6462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8:57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24575,'3'2'0,"0"1"0,0-1 0,1 0 0,-1 0 0,1 0 0,-1 0 0,1-1 0,0 0 0,0 1 0,0-1 0,0-1 0,5 2 0,53 1 0,-43-3 0,434 1 83,-218-3-1531,-211 2-5378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39:00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 26 24575,'4'-3'0,"-1"0"0,1 1 0,-1 0 0,1 0 0,0 0 0,0 0 0,0 1 0,0-1 0,0 1 0,0 0 0,1 0 0,6 0 0,58-1 0,-47 2 0,-13 0 0,1 0 0,-1 1 0,0 0 0,0 1 0,1 0 0,-1 0 0,0 1 0,0 0 0,-1 0 0,1 1 0,-1 0 0,0 1 0,0 0 0,10 7 0,-11-4 0,1-1 0,-1 1 0,0 0 0,-1 0 0,1 1 0,-2 0 0,1 0 0,-1 0 0,-1 1 0,0-1 0,0 1 0,3 16 0,4 16 0,-2 1 0,-2 0 0,-2 1 0,-2 0 0,-2-1 0,-8 88 0,3-114 0,0-1 0,-1-1 0,-1 1 0,0-1 0,-1 0 0,0 0 0,-1 0 0,-1-1 0,-1-1 0,0 0 0,-18 20 0,-11 6 0,-2-2 0,-50 35 0,76-62 0,0-1 0,0 0 0,-1-1 0,0-1 0,0 0 0,-1-1 0,1-1 0,-30 5 0,16-6 0,0-1 0,1-1 0,-1-1 0,-38-5 0,62 3 0,1 1 0,0-2 0,0 1 0,0-1 0,0 0 0,0 0 0,0 0 0,1-1 0,-1 1 0,1-1 0,-1 0 0,1 0 0,0-1 0,0 0 0,1 1 0,-1-1 0,1 0 0,-1-1 0,1 1 0,1-1 0,-1 1 0,1-1 0,-1 0 0,2 0 0,-3-6 0,-1-4 0,2 1 0,0-1 0,0 0 0,2 0 0,-1 0 0,2 0 0,2-28 0,-1 39 0,-1 1 0,1 0 0,0-1 0,0 1 0,0 0 0,0-1 0,1 1 0,-1 0 0,1 0 0,0 0 0,0 0 0,0 0 0,0 1 0,0-1 0,0 1 0,1-1 0,0 1 0,-1 0 0,1 0 0,0 0 0,0 0 0,0 0 0,0 1 0,0-1 0,1 1 0,-1 0 0,0 0 0,1 0 0,5 0 0,10-2 0,1 2 0,-1 0 0,1 1 0,25 4 0,-1-1 0,-31-2 0,1 0 0,-1 1 0,0 1 0,1 0 0,-1 1 0,15 6 0,76 41 0,-75-35 0,1-1 0,48 17 0,-44-22 0,115 39 0,-136-44 0,0-1 0,0-1 0,1 0 0,0-1 0,-1 0 0,16-1 0,82-6 0,-106 5 9,0 0 1,1-1-1,-1 0 0,0 0 0,0-1 1,0 0-1,0 1 0,0-1 0,-1-1 0,1 1 1,-1-1-1,6-4 0,-7 4-96,0 0-1,-1 0 1,1 0 0,-1 0-1,0 0 1,0-1 0,0 1-1,0-1 1,-1 1-1,0-1 1,1 0 0,-1 0-1,-1 0 1,1 0 0,0 1-1,-1-8 1,1-9-6739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6:22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451 724 24575,'-1'-2'0,"1"0"0,0 1 0,-1-1 0,1 0 0,-1 1 0,0-1 0,1 1 0,-1-1 0,0 1 0,0-1 0,0 1 0,0 0 0,0-1 0,0 1 0,-1 0 0,1 0 0,0 0 0,-1 0 0,1 0 0,-1 0 0,1 0 0,-1 0 0,1 0 0,-1 1 0,1-1 0,-4 0 0,-45-9 0,21 6 0,-1 2 0,1 1 0,-55 5 0,74-3 0,1 0 0,0 1 0,0 0 0,1 1 0,-1 0 0,0 0 0,1 1 0,0 0 0,0 1 0,0 0 0,0 0 0,1 0 0,0 1 0,0 0 0,0 1 0,-8 9 0,9-8 0,1 1 0,-1 0 0,1-1 0,1 2 0,0-1 0,0 0 0,1 1 0,-4 15 0,4-4 0,1 0 0,1 1 0,1 22 0,0-25 0,1 0 0,1-1 0,1 1 0,0-1 0,8 22 0,-8-30 0,1 0 0,1-1 0,0 0 0,0 0 0,1 0 0,0 0 0,0-1 0,1 0 0,0-1 0,1 1 0,8 6 0,-6-6 0,1 0 0,0-1 0,0-1 0,0 1 0,1-2 0,0 0 0,0 0 0,0-1 0,1 0 0,-1-2 0,1 1 0,0-1 0,0-1 0,0 0 0,0-1 0,0 0 0,0-1 0,-1-1 0,1 0 0,0-1 0,14-4 0,-22 5 0,1-1 0,-1 0 0,1 0 0,-1-1 0,0 0 0,0 1 0,0-2 0,-1 1 0,1 0 0,-1-1 0,0 0 0,0 0 0,-1 0 0,0 0 0,0-1 0,0 1 0,0-1 0,-1 0 0,0 0 0,0 0 0,-1 0 0,2-7 0,1-15 0,-1 0 0,-1 0 0,-4-46 0,1 46 0,-2-39 0,-3 1 0,-3 1 0,-25-97 0,22 109 0,-5-78 0,0 0 0,8 69-455,2 0 0,1-68 0,6 103-6371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6:23.3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24575,'0'3'0,"1"1"0,0-1 0,0 1 0,0 0 0,1-1 0,-1 0 0,1 1 0,-1-1 0,1 0 0,0 0 0,1 0 0,-1 0 0,0 0 0,1-1 0,0 1 0,-1-1 0,5 4 0,7 4 0,1 0 0,17 10 0,5-3 0,0-2 0,0-2 0,1-1 0,64 11 0,-90-20 0,0-1 0,-1 0 0,1 0 0,0-2 0,0 1 0,14-2 0,-22 0 0,-1 0 0,1 0 0,-1 0 0,0 0 0,0 0 0,0 0 0,0-1 0,0 0 0,0 1 0,0-1 0,0 0 0,-1 0 0,1-1 0,-1 1 0,1-1 0,-1 1 0,0-1 0,0 0 0,0 1 0,0-1 0,-1 0 0,1 0 0,-1-1 0,0 1 0,2-5 0,3-17-1365,-3 2-5461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6:24.8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2 277 24575,'-1'-68'0,"2"-74"0,0 138 0,-1 0 0,1 0 0,0 0 0,0 0 0,1 1 0,-1-1 0,1 0 0,-1 1 0,1-1 0,0 1 0,1 0 0,-1-1 0,5-4 0,-6 7 0,0 1 0,-1-1 0,1 0 0,0 1 0,0-1 0,0 1 0,0-1 0,0 1 0,0-1 0,0 1 0,0 0 0,0 0 0,0-1 0,0 1 0,0 0 0,0 0 0,0 0 0,0 0 0,0 0 0,0 0 0,2 0 0,-1 1 0,-1 0 0,1 0 0,-1 0 0,1 0 0,0 0 0,-1 0 0,0 1 0,1-1 0,-1 0 0,0 1 0,0-1 0,0 1 0,1-1 0,-2 1 0,1-1 0,1 4 0,6 13 0,-1 0 0,0 0 0,-2 1 0,5 25 0,7 83 0,-8-56 0,-5-40 0,0 6 0,13 46 0,-14-72 0,0 0 0,1-1 0,0 0 0,1 0 0,0 0 0,0-1 0,1 1 0,14 15 0,9 11 0,-20-25 0,0 0 0,1 0 0,0-1 0,21 18 0,-27-26 0,-1 0 0,0 0 0,1 0 0,-1-1 0,1 1 0,-1-1 0,1 0 0,0 0 0,0 0 0,-1 0 0,1-1 0,0 0 0,0 1 0,0-1 0,-1-1 0,1 1 0,0-1 0,0 1 0,0-1 0,-1 0 0,1 0 0,0-1 0,3-1 0,9-5 0,-1-1 0,0-1 0,0 0 0,-2-1 0,1 0 0,-1-1 0,-1-1 0,0 0 0,0 0 0,9-17 0,-15 18 0,-1 0 0,0-1 0,-1 1 0,0-1 0,-1 0 0,-1 0 0,0 0 0,-1 0 0,0 0 0,-1-1 0,-1 1 0,-3-24 0,-2 3 0,-1-1 0,-2 2 0,-21-53 0,23 67 0,-1 1 0,-1-1 0,-1 2 0,-23-33 0,30 45 0,-1 1 0,1 0 0,-1 0 0,0 1 0,0-1 0,0 1 0,0 0 0,0 0 0,-1 0 0,0 0 0,1 1 0,-1 0 0,0 0 0,0 0 0,0 0 0,-1 1 0,1 0 0,0 0 0,0 1 0,-1-1 0,1 1 0,0 0 0,-9 2 0,12-2 0,1 0 0,-1 0 0,1 0 0,0 0 0,-1 0 0,1 1 0,-1-1 0,1 0 0,0 1 0,-1 0 0,1-1 0,0 1 0,0 0 0,0-1 0,-1 1 0,1 0 0,0 0 0,0 0 0,0 0 0,0 0 0,0 0 0,1 0 0,-1 0 0,0 1 0,0-1 0,1 0 0,-1 0 0,1 1 0,-1-1 0,1 0 0,0 1 0,-1-1 0,1 1 0,0-1 0,0 0 0,0 1 0,0-1 0,0 1 0,0-1 0,0 0 0,1 1 0,-1-1 0,0 0 0,1 1 0,0 1 0,1 1 0,0 1 0,0-1 0,1 0 0,0 0 0,-1-1 0,1 1 0,0 0 0,1-1 0,-1 0 0,1 0 0,-1 0 0,8 5 0,5-1 0,0 0 0,1-1 0,0-1 0,-1 0 0,2-1 0,-1-1 0,20 1 0,127-2 0,-139-2 0,-12-1 14,1-1-1,-1 0 0,1 0 0,-1-1 1,0-1-1,0-1 0,0 1 1,22-13-1,-26 11-137,0 1 0,0-1 1,0-1-1,-1 0 0,0 0 0,0 0 1,0-1-1,-1 0 0,-1-1 0,1 1 1,7-16-1,-5 3-6702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6:25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24575,'1894'0'0,"-1716"15"-1365,-145-11-5461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6:27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405 504 24575,'-46'-1'0,"18"0"0,0 1 0,-31 5 0,50-4 0,-1 1 0,1 0 0,0 1 0,0 0 0,0 1 0,0-1 0,0 2 0,1-1 0,0 1 0,-9 7 0,3-1 0,-1 1 0,2 1 0,-1 0 0,2 1 0,-17 22 0,23-27 0,1 1 0,0 0 0,1 0 0,0 0 0,0 0 0,1 1 0,0-1 0,1 1 0,0 0 0,-1 19 0,9 236 0,-6-262 0,0 0 0,1 0 0,-1 0 0,1 0 0,0 0 0,0 0 0,1 0 0,-1 0 0,1-1 0,-1 1 0,1-1 0,0 1 0,1-1 0,-1 0 0,0 1 0,1-1 0,0 0 0,0-1 0,0 1 0,0 0 0,0-1 0,0 0 0,1 0 0,-1 0 0,1 0 0,0 0 0,-1-1 0,1 1 0,0-1 0,0 0 0,0-1 0,0 1 0,0 0 0,0-1 0,0 0 0,5 0 0,6-1 0,-1-1 0,0 0 0,1-1 0,-1 0 0,0-1 0,0 0 0,-1-2 0,24-11 0,-26 11 0,-1-1 0,0 0 0,0 0 0,-1-1 0,0 0 0,-1-1 0,1 0 0,-2 0 0,1-1 0,7-13 0,0-6 0,0 0 0,15-50 0,-28 73 0,9-21 0,-1 0 0,-2-1 0,0 0 0,-2 0 0,-1-1 0,1-36 0,-9-337 0,2 371 0,-11-54 0,7 55 0,-2-43 0,7 94 0,0 53 0,3 1 0,18 102 0,-10-127 0,2 9 0,-3 1 0,6 96 0,-3-19 0,-3-62 0,-10-68 0,1-1 0,0 1 0,1 0 0,0 0 0,0-1 0,0 1 0,1-1 0,0 0 0,0 1 0,1-1 0,-1-1 0,1 1 0,1-1 0,6 8 0,-6-9 0,-1 0 0,1-1 0,0 0 0,0 0 0,0 0 0,0 0 0,1-1 0,-1 0 0,1 0 0,-1-1 0,1 1 0,0-1 0,-1 0 0,1-1 0,0 1 0,0-1 0,10-1 0,15-4 0,61-17 0,-40 9 0,-45 11-227,-1 0-1,0 0 1,0 0-1,0 0 1,10-7-1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6:29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429 120 24575,'-7'-1'0,"1"0"0,0 0 0,-1-1 0,1 0 0,0-1 0,0 1 0,-10-7 0,-16-6 0,-44-17 0,-15-6 0,81 34 0,-1 2 0,0-1 0,1 1 0,-1 1 0,0 0 0,-21 1 0,29 0 0,0 0 0,1 1 0,-1-1 0,0 1 0,1 0 0,-1-1 0,1 1 0,0 1 0,-1-1 0,1 0 0,0 0 0,-1 1 0,1 0 0,0-1 0,0 1 0,-3 3 0,2-1 0,0 1 0,1-1 0,-1 0 0,1 0 0,0 1 0,0 0 0,1-1 0,-3 9 0,1 7 0,1 0 0,0 1 0,2 30 0,0-34 0,0 16 0,6 115 0,-4-133 0,0 1 0,1-1 0,1 0 0,0-1 0,1 1 0,1-1 0,11 20 0,-13-28 0,0 0 0,0-1 0,1 1 0,0-1 0,0 0 0,0-1 0,1 1 0,-1-1 0,1 0 0,0-1 0,0 1 0,1-1 0,-1 0 0,1-1 0,-1 1 0,1-1 0,0-1 0,9 2 0,6 0 0,0-2 0,0 0 0,0-1 0,35-6 0,-54 6 0,-1-1 0,0 1 0,1-1 0,-1 0 0,0 0 0,0 0 0,0 0 0,1 0 0,-1 0 0,0-1 0,-1 1 0,1-1 0,0 1 0,0-1 0,-1 0 0,1 0 0,0 0 0,-1 0 0,0 0 0,0 0 0,1 0 0,-1 0 0,0 0 0,-1 0 0,2-5 0,1-7 0,0 1 0,-1 0 0,1-24 0,0 2 0,5-52 0,-5-153 0,-4 140 0,2 113 0,1-1 0,0 0 0,0 1 0,1-1 0,1-1 0,0 1 0,6 12 0,44 78 0,-21-45 0,55 89 0,-85-142 0,0 0 0,1 1 0,0-1 0,-1 0 0,1-1 0,1 1 0,-1-1 0,0 1 0,1-1 0,0-1 0,0 1 0,0-1 0,0 0 0,0 0 0,0 0 0,0 0 0,1-1 0,-1 0 0,0 0 0,1-1 0,-1 0 0,1 0 0,-1 0 0,1 0 0,-1-1 0,1 0 0,-1 0 0,0 0 0,1-1 0,-1 0 0,5-2 0,-3 1 0,0-1 0,0 1 0,0-1 0,-1-1 0,0 1 0,0-1 0,0 0 0,0 0 0,-1-1 0,1 0 0,-2 0 0,1 0 0,-1 0 0,0-1 0,0 0 0,0 0 0,-1 0 0,0 0 0,-1 0 0,0-1 0,3-13 0,-3-15-1365,-1-1-5461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6:30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24575,'4'0'0,"9"0"0,11 0 0,4 0 0,7 0 0,4 0 0,5 0 0,-2 0 0,-4 0 0,-5 0 0,-3 0 0,-4 0 0,-1 0 0,-2 0 0,0-4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6:31.7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24575,'8'0'0,"7"0"0,8 0 0,5 0 0,1 0 0,1 0 0,-2 0 0,-2 0 0,0 0 0,-2 0 0,0-5 0,0 0 0,-1 0 0,-3-4 0,-3 1 0,2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6:37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13 758 24575,'-1'-2'0,"-1"0"0,1 0 0,0 0 0,0 0 0,0 0 0,0 0 0,0-1 0,0 1 0,0 0 0,1-1 0,0 1 0,-1 0 0,1-1 0,0 1 0,0-1 0,0 1 0,0 0 0,0-1 0,1 1 0,-1-1 0,1 1 0,0 0 0,-1 0 0,3-4 0,3-8 0,0 1 0,16-24 0,-13 23 0,48-80 0,-21 39 0,-4-2 0,51-119 0,-76 151 0,-2-1 0,-1 0 0,-1 0 0,-2 0 0,0 0 0,-2 0 0,-4-31 0,45 301 0,-23-151 0,22 77 0,1 8 0,-34-129 0,-4-31 0,0-1 0,1 1 0,1-1 0,1 0 0,10 26 0,-3-13 7,-2 1 1,-1 0-1,9 56 0,-2-8-1401,-9-53-5432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13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453 1118 24575,'-49'-18'0,"11"13"0,-1 2 0,1 2 0,-62 5 0,91-3 0,0 1 0,1-1 0,-1 1 0,0 1 0,1 0 0,0 0 0,-1 0 0,1 1 0,1 1 0,-1-1 0,0 1 0,1 0 0,0 1 0,1 0 0,-1 0 0,1 0 0,0 1 0,0 0 0,1 0 0,0 1 0,0-1 0,1 1 0,0 0 0,1 0 0,-1 1 0,1-1 0,1 1 0,0-1 0,0 1 0,1 0 0,-1 12 0,2-12 0,-2 21 0,2 0 0,6 40 0,-5-61 0,1-1 0,0 1 0,0 0 0,1-1 0,0 0 0,0 0 0,1 0 0,0 0 0,1 0 0,0-1 0,0 0 0,9 11 0,4-1 0,0 0 0,1-2 0,0 0 0,37 21 0,-46-30 0,1-1 0,0 0 0,1 0 0,-1-1 0,1-1 0,0 0 0,0-1 0,0 0 0,0-1 0,0 0 0,18-1 0,-22-1 0,1-1 0,-1 0 0,0-1 0,0 0 0,0 0 0,0 0 0,-1-1 0,1 0 0,-1-1 0,0 0 0,0 0 0,6-6 0,11-12 0,37-44 0,-52 57 0,2-4 0,-1-1 0,0-1 0,-1 1 0,0-2 0,-2 1 0,0-1 0,0 0 0,-2 0 0,0-1 0,4-35 0,-3-10 0,-4-115 0,-3 124 0,-2 16 0,-2 1 0,-1 0 0,-2 0 0,-14-41 0,-2-7 0,4 3 0,-13-126 0,25 135 0,-6-118 0,12 155-384,-8-47 1,9 72-215,-4-16-6228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20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1 538 24575,'2'0'0,"-1"0"0,1 0 0,0 1 0,0-1 0,-1 1 0,1-1 0,0 1 0,-1-1 0,1 1 0,0 0 0,-1 0 0,1 0 0,-1 0 0,0 0 0,1 0 0,-1 0 0,0 0 0,1 1 0,-1-1 0,0 0 0,0 1 0,1 1 0,17 42 0,-8-15 0,-2-12 0,1 0 0,1-1 0,1-1 0,0 1 0,1-2 0,1 0 0,0 0 0,1-1 0,1-1 0,0-1 0,1 0 0,29 15 0,-44-25 0,1-1 0,0 0 0,0 1 0,0-1 0,0 0 0,0 0 0,0-1 0,0 1 0,0-1 0,0 1 0,0-1 0,0 0 0,0 0 0,0-1 0,0 1 0,0 0 0,0-1 0,0 0 0,0 0 0,0 0 0,4-2 0,-3 1 0,-1-1 0,1 0 0,-1 1 0,0-2 0,0 1 0,0 0 0,0-1 0,0 1 0,-1-1 0,0 0 0,1 0 0,-1 0 0,-1 0 0,3-7 0,2-8 0,-1-1 0,-1 0 0,0-1 0,0-35 0,-7-87 0,0 55 0,3-271 0,-1 420 0,3 0 0,3 0 0,13 66 0,49 132 0,-63-246 0,0 0 0,1-1 0,0 1 0,1-1 0,1 0 0,-1-1 0,2 1 0,0-2 0,0 1 0,1-1 0,0 0 0,1-1 0,12 10 0,-18-16 0,0-1 0,0 1 0,0-1 0,0 0 0,0 0 0,1 0 0,-1-1 0,1 0 0,-1 0 0,1 0 0,0 0 0,-1-1 0,1 1 0,0-1 0,-1 0 0,1-1 0,0 1 0,0-1 0,-1 0 0,1 0 0,-1-1 0,1 1 0,-1-1 0,0 0 0,0 0 0,1 0 0,-1-1 0,6-5 0,0 1 0,-1 0 0,0-1 0,0-1 0,-1 0 0,-1 0 0,1 0 0,-1-1 0,-1 0 0,0 0 0,7-15 0,-8 11 0,0-1 0,-1 0 0,-1 0 0,0-1 0,1-26 0,-6-81 0,0 52 0,-1 37 0,0 0 0,-3 0 0,-10-37 0,3 10 0,8 36 0,-7-36 0,10 56 0,1 0 0,-1 0 0,0 0 0,0 0 0,0 0 0,-1 0 0,1 1 0,-4-5 0,6 9 0,-1 0 0,1 0 0,0-1 0,0 1 0,0 0 0,0 0 0,0 0 0,0 0 0,0 0 0,0 0 0,-1 0 0,1 0 0,0 0 0,0-1 0,0 1 0,0 0 0,0 0 0,-1 0 0,1 0 0,0 0 0,0 0 0,0 0 0,0 0 0,0 0 0,-1 0 0,1 0 0,0 0 0,0 0 0,0 0 0,0 0 0,0 0 0,-1 0 0,1 1 0,0-1 0,0 0 0,0 0 0,0 0 0,0 0 0,-1 0 0,1 0 0,0 0 0,0 0 0,0 0 0,0 1 0,0-1 0,0 0 0,0 0 0,0 0 0,0 0 0,-1 0 0,-3 13 0,1 12 0,7 53 0,3-1 0,4 0 0,2 0 0,38 118 0,-46-178 0,1 0 0,1 0 0,0-1 0,1 0 0,0-1 0,2 1 0,-1-2 0,15 17 0,-17-24 0,0 0 0,0 0 0,0-1 0,1 0 0,0-1 0,0 0 0,1 0 0,-1-1 0,1 0 0,0 0 0,0-1 0,1 0 0,-1 0 0,0-1 0,1-1 0,14 2 0,-14-3 30,1 0 0,-1 0 0,17-3 0,-24 3-123,0-1 0,1 0 1,-1 0-1,0 0 0,0 0 0,0-1 0,0 1 0,0-1 1,-1 0-1,1 0 0,0 0 0,-1 0 0,1 0 1,-1 0-1,3-4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21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1 116 24575,'1'-2'0,"-1"1"0,1-1 0,0 1 0,0 0 0,0-1 0,0 1 0,0 0 0,1-1 0,-1 1 0,0 0 0,1 0 0,-1 0 0,0 0 0,1 1 0,-1-1 0,1 0 0,0 0 0,-1 1 0,1-1 0,-1 1 0,4-1 0,-3 1 0,30-8 0,2 1 0,-1 2 0,1 1 0,0 2 0,47 3 0,-29-1 0,973 1 0,-869-12 0,-35 1 0,-17 9 0,-61 2 0,0-2 0,0-2 0,-1-1 0,50-13 0,-5-2-1365,-64 15-5461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22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405 612 24575,'-1'-1'0,"0"0"0,0 0 0,0 0 0,0 0 0,0 0 0,0 0 0,0 1 0,0-1 0,0 0 0,0 0 0,0 1 0,0-1 0,-1 1 0,1-1 0,0 1 0,0-1 0,-1 1 0,1 0 0,0 0 0,-1 0 0,1 0 0,0 0 0,-2 0 0,-1-1 0,-20-3 0,0 2 0,-42-1 0,57 4 0,0-1 0,1 1 0,-1 1 0,1 0 0,-1 0 0,1 0 0,0 1 0,0 0 0,0 1 0,0 0 0,-10 7 0,6-1 0,1 0 0,0 0 0,0 1 0,1 1 0,1 0 0,0 0 0,0 1 0,1 0 0,1 0 0,0 1 0,1 0 0,1 0 0,0 0 0,0 1 0,-3 24 0,1 15 0,2 0 0,3 1 0,4 55 0,0-33 0,-3-71 0,1-1 0,1 1 0,-1 0 0,1 0 0,0-1 0,0 1 0,1-1 0,0 1 0,0-1 0,0 1 0,1-1 0,-1 0 0,1 0 0,0 0 0,1-1 0,-1 1 0,1-1 0,0 0 0,0 1 0,0-2 0,1 1 0,-1 0 0,1-1 0,0 0 0,0 0 0,0-1 0,0 1 0,1-1 0,-1 0 0,1-1 0,-1 1 0,10 1 0,13 1 0,43 2 0,-61-6 0,0 0 0,-1-1 0,1 0 0,0 0 0,0-1 0,0 0 0,16-6 0,-18 3 0,0-1 0,0 0 0,-1 0 0,0 0 0,0-1 0,-1 0 0,0 0 0,0-1 0,8-13 0,9-10 0,-9 14 0,-1 0 0,-1-1 0,16-29 0,-24 38 0,0-1 0,-1 0 0,0 0 0,-1 0 0,1 0 0,-2-1 0,0 1 0,0-1 0,-1-14 0,-5-136 0,-13-213 0,-3 107 0,11 81-1365,11 165-5461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23.7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24575,'2'16'0,"0"0"0,1 0 0,1 0 0,0-1 0,1 1 0,0-1 0,10 18 0,10 30 0,-22-54 0,1 0 0,0 0 0,0 0 0,1 0 0,0-1 0,0 0 0,11 13 0,-12-17 0,0 0 0,0 0 0,1 0 0,-1-1 0,1 0 0,0 0 0,0 0 0,0 0 0,0-1 0,0 0 0,0 0 0,1 0 0,-1-1 0,10 2 0,-5-3 0,1 1 0,0-1 0,0-1 0,-1 0 0,1 0 0,0-1 0,-1 0 0,1-1 0,-1-1 0,0 1 0,0-1 0,0-1 0,13-8 0,-9 3 0,-1 1 0,-1-1 0,1-1 0,-2 0 0,1-1 0,-2 0 0,0-1 0,12-19 0,-9 7-212,-1 0 0,-2-1 0,-1-1 0,9-38 0,-16 58-93,3-13-6521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24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261 47 24575,'0'-2'0,"0"0"0,0 1 0,0-1 0,-1 1 0,1-1 0,0 0 0,-1 1 0,1-1 0,-1 1 0,0-1 0,1 1 0,-1-1 0,0 1 0,0 0 0,0-1 0,0 1 0,0 0 0,0 0 0,-1 0 0,0-2 0,-1 1 0,0 1 0,-1-1 0,1 1 0,0-1 0,0 1 0,-1 0 0,1 0 0,-1 0 0,-3 0 0,0 0 0,1 1 0,-1-1 0,1 1 0,0 1 0,-1-1 0,1 1 0,-1 0 0,1 1 0,0-1 0,-8 4 0,8-1 0,1-1 0,0 1 0,0 0 0,0 0 0,1 1 0,-1-1 0,1 1 0,0 0 0,0 0 0,1 0 0,-1 1 0,1-1 0,0 1 0,1 0 0,-1 0 0,-2 11 0,-1 9 0,1 0 0,-3 47 0,4-30 0,-12 56 0,8-59 0,2 0 0,-1 51 0,6-76 0,2 0 0,0-1 0,0 1 0,1-1 0,1 0 0,6 19 0,-8-29 0,1 0 0,0 0 0,0 0 0,0 0 0,1-1 0,-1 1 0,1 0 0,0-1 0,0 0 0,0 0 0,1 0 0,-1 0 0,1 0 0,-1-1 0,1 1 0,0-1 0,0 0 0,0 0 0,0-1 0,1 1 0,-1-1 0,0 0 0,0 0 0,9 1 0,50 2 0,0-3 0,85-9 0,-128 5-170,1 0-1,0-2 0,-1-1 1,0 0-1,0-2 0,-1 0 1,22-12-1,-19 7-6655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25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24575,'7'0'0,"16"0"0,19-4 0,15-1 0,13-4 0,7-1 0,2-2 0,-3 1 0,-12 2 0,-12-2 0,-16 2-8191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26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24575,'8'0'0,"15"0"0,7 0 0,3 0 0,-1 0 0,3 0 0,-1 0 0,-2 0 0,1 0 0,0 0 0,1 0 0,0 0 0,-3 0 0,3 0 0,-2 0 0,-2 0 0,-2 0 0,-5 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29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24575,'16'0'0,"25"0"0,22 0 0,8 0 0,-4 0 0,-9 0 0,-11 0 0,-9-4 0,-12-1-8191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30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24575,'0'4'0,"4"2"0,5-1 0,17-1 0,9-1 0,1-2 0,0 0 0,-4 0 0,-2-1 0,2-4 0,-2-2 0,-4 1-8191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32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 24575,'7'-1'0,"-1"0"0,0-1 0,0 1 0,0-1 0,11-5 0,8-2 0,11 1 0,-1 1 0,1 2 0,46-2 0,110 10 0,-176-2 0,-1 0 0,1 2 0,-1-1 0,0 2 0,0 0 0,0 1 0,16 7 0,-26-9 0,0-1 0,-1 0 0,1 1 0,-1 0 0,0 0 0,0 1 0,0-1 0,0 1 0,0-1 0,-1 1 0,1 1 0,-1-1 0,0 0 0,-1 1 0,1-1 0,-1 1 0,0 0 0,0 0 0,0 0 0,-1 0 0,0 0 0,1 0 0,-2 0 0,1 8 0,0 4 0,-1 0 0,-1 0 0,-1 1 0,-7 29 0,7-39 0,-1-1 0,1 0 0,-1-1 0,-1 1 0,0 0 0,1-1 0,-2 0 0,1 0 0,-1 0 0,0 0 0,0-1 0,-1 0 0,-9 7 0,-11 5 0,-1-2 0,0-1 0,-2 0 0,1-3 0,-42 12 0,1 1 0,114-21 0,33-4 0,-36 0 0,95 1 0,-119 1 0,0 1 0,0 1 0,0 1 0,0 0 0,22 10 0,-15-5 0,-7-2 0,0 0 0,0 2 0,25 15 0,-38-21 0,-1 0 0,0 0 0,0 1 0,-1-1 0,1 1 0,-1 0 0,0 0 0,0 0 0,0 0 0,0 0 0,-1 1 0,0-1 0,1 1 0,-2 0 0,1-1 0,-1 1 0,1 0 0,0 8 0,-2-6 0,1-1 0,-2 1 0,1-1 0,-1 0 0,0 1 0,0-1 0,0 0 0,-1 0 0,0 0 0,0 0 0,-1 0 0,0 0 0,0 0 0,0-1 0,0 1 0,-1-1 0,0 0 0,0 0 0,-1-1 0,1 1 0,-1-1 0,0 0 0,0 0 0,0-1 0,-1 1 0,1-1 0,-1 0 0,0-1 0,0 1 0,0-1 0,0 0 0,0-1 0,-1 1 0,1-1 0,-9 0 0,-187 32 0,136-20 0,-2-2 0,-94 2 0,62-14-1365,75 1-5461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7:53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1945 24575,'-1'-1'0,"0"1"0,0 0 0,0-1 0,0 1 0,1-1 0,-1 1 0,0-1 0,0 1 0,0-1 0,1 1 0,-1-1 0,0 0 0,1 0 0,-1 1 0,0-1 0,1 0 0,-1 0 0,1 0 0,-1 0 0,1 1 0,0-1 0,-1 0 0,1 0 0,0 0 0,0 0 0,-1 0 0,1 0 0,0-1 0,-4-35 0,4 31 0,-1-29 0,2 0 0,9-58 0,0-14 0,27-199 0,-3 39 0,-31-117 0,-5 202 0,2 141 0,-5-127 0,2 149 0,0 0 0,-1 1 0,0-1 0,-2 1 0,0 0 0,-16-31 0,17 40 0,-1-3 0,-1 1 0,1-1 0,-2 1 0,-16-18 0,23 27 0,-1 1 0,1-1 0,-1 1 0,1 0 0,-1-1 0,1 1 0,-1 0 0,0 0 0,0 0 0,0 0 0,1 0 0,-1 1 0,0-1 0,0 1 0,0-1 0,0 1 0,0-1 0,0 1 0,0 0 0,0 0 0,-1 0 0,1 0 0,0 1 0,0-1 0,0 0 0,0 1 0,0 0 0,1-1 0,-1 1 0,0 0 0,0 0 0,0 0 0,0 0 0,1 0 0,-1 0 0,1 1 0,-1-1 0,1 1 0,-3 1 0,-3 6 0,-1 1 0,1-1 0,1 1 0,0 0 0,0 1 0,1-1 0,-4 13 0,-3 9 0,-7 39 0,4 5 0,4 1 0,3 0 0,3 121 0,5-138 0,3 82 0,-1-122 0,1-1 0,1 0 0,0 0 0,2 0 0,10 24 0,56 137 0,-23-31 0,-34-98 0,26 61 0,21 38 0,37 77 0,-93-216 0,0 0 0,1-1 0,0 0 0,1 0 0,0-1 0,1 1 0,0-2 0,0 1 0,0-1 0,1-1 0,19 11 0,-21-14 0,0 0 0,0 0 0,1-1 0,0 0 0,-1 0 0,1-1 0,0 0 0,0-1 0,1 0 0,-1 0 0,0-1 0,0 0 0,0-1 0,0 0 0,0 0 0,14-5 0,-19 5 0,-1-1 0,1 0 0,-1 1 0,0-1 0,0-1 0,0 1 0,0 0 0,0-1 0,-1 1 0,1-1 0,-1 0 0,0 0 0,0 0 0,1 0 0,-2 0 0,1-1 0,0 1 0,-1 0 0,0-1 0,2-4 0,1-9 0,0-1 0,3-34 0,-5 36 0,1-12 0,-2 0 0,-1 1 0,-1-1 0,-1 0 0,-1 0 0,-12-43 0,11 53 0,-2 1 0,0 0 0,-1 0 0,-1 1 0,0-1 0,-2 2 0,1-1 0,-2 1 0,0 1 0,-1 0 0,-14-13 0,22 23 0,0 1 0,0 0 0,0 0 0,-1 0 0,1 1 0,-1-1 0,0 1 0,0 0 0,0 1 0,0-1 0,0 1 0,0 0 0,0 0 0,0 0 0,0 1 0,0 0 0,-1 0 0,-5 1 0,7-1 0,0 1 0,1 0 0,-1 0 0,1 1 0,0-1 0,-1 0 0,1 1 0,0 0 0,0 0 0,0 0 0,0 0 0,0 1 0,1-1 0,-1 1 0,1-1 0,-1 1 0,1 0 0,0 0 0,0 0 0,1 0 0,-1 1 0,0-1 0,1 0 0,0 1 0,0-1 0,-1 6 0,-1 1 0,1 1 0,1-1 0,0 0 0,1 1 0,-1-1 0,2 0 0,0 1 0,2 11 0,-2-19 0,-1 1 0,2-1 0,-1 0 0,0 1 0,0-1 0,1 0 0,0 0 0,0 0 0,0 0 0,0 0 0,0 0 0,0-1 0,1 1 0,-1-1 0,1 1 0,0-1 0,0 0 0,-1 0 0,2 0 0,-1-1 0,0 1 0,0-1 0,0 0 0,1 1 0,-1-1 0,7 0 0,19 2 0,1-1 0,-1-2 0,30-3 0,4 0 0,-40 1-195,1-1 0,-1 0 0,0-2 0,0-1 0,-1-1 0,34-15 0,-36 14-6631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0:53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6348 1074 24575,'-52'-14'0,"-1"2"0,-77-8 0,-11-1 0,-289-58 0,328 62 0,-79-20 0,-463-88 0,424 90 0,-37-3 0,-207-40 0,389 64 0,-2 4 0,-92-1 0,-59-7 0,-41-44 0,69 12 0,-44 11 0,-115-28 0,87 8 0,230 51 0,0 2 0,-44-1 0,50 5 0,0-1 0,0-2 0,-55-14 0,40 3 0,-3-2 0,-1 2 0,-101-16 0,-97 1 0,-113-10 0,319 39 0,26 2 0,-1-2 0,1 0 0,0 0 0,0-2 0,-25-8 0,24 5 0,0 2 0,-1 0 0,1 2 0,-1 0 0,-27 1 0,7 0 0,-8-6-1365,29 4-5461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0:58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436 429 24575,'-15'-2'0,"1"-1"0,0 0 0,1-1 0,-1-1 0,1 0 0,-19-10 0,20 10 0,-19-11 0,1-1 0,1-1 0,0-1 0,1-2 0,1-1 0,-46-49 0,70 67 0,-33-38 0,33 38 0,0 1 0,1-1 0,-1 0 0,1 0 0,-1-1 0,1 1 0,1 0 0,-3-7 0,4 10 0,0-1 0,1 1 0,-1 0 0,0 0 0,1 0 0,-1-1 0,0 1 0,1 0 0,0 0 0,-1 0 0,1 0 0,0 0 0,-1 0 0,1 0 0,0 0 0,0 0 0,0 1 0,0-1 0,0 0 0,0 0 0,0 1 0,0-1 0,0 1 0,0-1 0,0 1 0,0-1 0,2 0 0,38-10 0,-34 9 0,53-8 0,1 3 0,0 2 0,78 5 0,9-2 0,-127 0 0,0-1 0,1-1 0,-2-1 0,38-14 0,-55 18 0,53-15-1365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0:42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1786 0 24575,'-1764'0'-1365,"1743"0"-5461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0:44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528 0 24575,'-13'1'0,"0"0"0,0 1 0,0 1 0,0 0 0,1 0 0,-1 1 0,1 1 0,0 0 0,-17 10 0,-10 9 0,-48 39 0,68-49 0,-36 31 0,37-29 0,0-1 0,-1-1 0,0-1 0,-40 21 0,54-32 0,0 0 0,1 0 0,0 1 0,-1 0 0,1 0 0,0 0 0,1 0 0,-5 4 0,7-6 0,0 0 0,0 0 0,0 0 0,1 1 0,-1-1 0,0 0 0,1 0 0,-1 1 0,0-1 0,1 0 0,0 1 0,-1-1 0,1 1 0,0-1 0,0 0 0,-1 1 0,1-1 0,1 1 0,-1-1 0,0 1 0,0-1 0,0 0 0,1 1 0,-1-1 0,0 1 0,1-1 0,0 0 0,-1 1 0,1-1 0,0 0 0,-1 0 0,2 2 0,3 2 0,1 0 0,-1 1 0,1-2 0,-1 1 0,1-1 0,1 0 0,-1 0 0,1 0 0,-1-1 0,11 4 0,79 21 0,-76-23 0,271 51 0,-159-34 0,-35 3-67,-65-16-1231,-8-2-5528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23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191 496 24575,'0'-1'0,"0"1"0,0-1 0,0 0 0,0 1 0,0-1 0,0 1 0,-1-1 0,1 1 0,0-1 0,0 1 0,0-1 0,0 1 0,-1-1 0,1 1 0,0-1 0,-1 1 0,1-1 0,0 1 0,-1-1 0,1 1 0,-1 0 0,1-1 0,0 1 0,-1 0 0,1-1 0,-1 1 0,1 0 0,-1 0 0,0-1 0,-19 1 0,-19 14 0,30-9 0,1 1 0,-1-1 0,1 2 0,0-1 0,1 1 0,0 0 0,0 0 0,0 1 0,1 0 0,0 0 0,0 1 0,1-1 0,0 1 0,1 0 0,0 1 0,1-1 0,-1 1 0,2 0 0,-1-1 0,1 1 0,1 0 0,0 1 0,1-1 0,-1 0 0,4 18 0,-1-18 0,0-1 0,1 1 0,0-1 0,1 0 0,0 0 0,8 13 0,37 49 0,-45-66 0,0 1 0,1-1 0,-1 0 0,1 0 0,0-1 0,1 0 0,-1 0 0,1 0 0,0 0 0,-1-1 0,2 0 0,-1 0 0,0 0 0,1-1 0,-1 0 0,1-1 0,-1 1 0,1-1 0,0 0 0,0-1 0,0 0 0,-1 0 0,1 0 0,8-2 0,-12 1 0,0 0 0,-1 0 0,1-1 0,0 1 0,-1-1 0,1 1 0,-1-1 0,1 0 0,-1 0 0,0 0 0,0 0 0,0 0 0,0-1 0,0 1 0,-1-1 0,1 1 0,-1-1 0,1 1 0,-1-1 0,0 0 0,0 0 0,0 0 0,0 0 0,-1 0 0,1-5 0,2-9 0,-2-1 0,0 1 0,-2-22 0,0 24 0,11-168 0,0 19 0,-8 51 0,-5-135 0,-6 199-1365,4 29-5461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26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47 24575,'0'0'0,"1"-1"0,-1 0 0,0 0 0,1 1 0,-1-1 0,1 0 0,-1 1 0,1-1 0,-1 0 0,1 1 0,-1-1 0,1 1 0,0-1 0,-1 1 0,1-1 0,0 1 0,-1-1 0,1 1 0,0 0 0,0 0 0,-1-1 0,1 1 0,0 0 0,0 0 0,1-1 0,24-3 0,-22 3 0,66-10 0,-32 4 0,0 2 0,1 1 0,60 2 0,-96 3 0,-1-1 0,0 1 0,0-1 0,0 1 0,1 0 0,-1 0 0,0 0 0,0 0 0,0 0 0,-1 0 0,1 1 0,0-1 0,0 1 0,-1-1 0,1 1 0,-1 0 0,1-1 0,-1 1 0,0 0 0,1 0 0,-1 0 0,0 0 0,0 0 0,-1 0 0,1 0 0,0 0 0,-1 1 0,1 3 0,1 8 0,0 0 0,-1-1 0,-1 24 0,-1-21 0,-3 880 0,4-885 0,-1-1 0,0 1 0,-1-1 0,0 1 0,0-1 0,-1 0 0,0 0 0,-1 0 0,0 0 0,-8 13 0,9-18 0,0-1 0,-1 1 0,1-1 0,-1 1 0,0-1 0,0 0 0,0 0 0,-1-1 0,1 0 0,-1 1 0,0-1 0,0-1 0,0 1 0,0-1 0,0 0 0,-1 0 0,1 0 0,-1-1 0,1 0 0,-12 1 0,-5-1 0,0 0 0,1-1 0,-1-2 0,0 0 0,-21-5 0,37 4 0,1 0 0,-1 1 0,1-2 0,0 1 0,0-1 0,1 0 0,-1 0 0,1 0 0,0 0 0,0-1 0,0 0 0,-5-8 0,2 3 0,1 0 0,1 0 0,0-1 0,0 0 0,-5-19 0,7 18 0,1 0 0,0-1 0,1 1 0,1 0 0,-1-1 0,2 1 0,0-1 0,1 1 0,0 0 0,7-23 0,-7 29 0,0 0 0,1 0 0,-1 0 0,2 0 0,-1 1 0,0 0 0,1-1 0,0 1 0,0 0 0,1 1 0,-1-1 0,1 1 0,0 0 0,0 0 0,1 1 0,-1-1 0,1 1 0,0 0 0,-1 1 0,1-1 0,1 1 0,7-2 0,49-11 0,-2-4 0,0-2 0,-1-2 0,74-41 0,-87 40 0,-15 9 0,0-2 0,-1-1 0,35-26 0,-7-6-1365,-43 34-5461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27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62 24575,'743'0'0,"-674"-3"0,99-17 0,34-3 0,194 20 0,-230 5 0,-141-3-682,48-8-1,-45 4-6143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29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380 516 24575,'0'-4'0,"0"0"0,-1-1 0,1 1 0,-1 0 0,0 0 0,0 0 0,-1 0 0,1 0 0,-1 0 0,0 0 0,0 0 0,0 1 0,0-1 0,-6-5 0,3 3 0,-1 1 0,0-1 0,0 1 0,-1 1 0,1-1 0,-1 1 0,-11-5 0,1 2 0,0 1 0,-1 0 0,0 1 0,0 1 0,0 1 0,-24-2 0,37 5 0,0 0 0,1 0 0,-1 0 0,0 0 0,0 1 0,0 0 0,0 0 0,0 0 0,1 1 0,-1 0 0,1-1 0,-1 2 0,1-1 0,-1 0 0,1 1 0,0 0 0,-5 4 0,4-1 0,0-1 0,1 1 0,-1 0 0,1 1 0,1-1 0,-1 1 0,1-1 0,0 1 0,0 0 0,-2 11 0,0 7 0,1 1 0,2 0 0,0-1 0,1 1 0,5 43 0,-2-60 0,-1 1 0,2 0 0,-1-1 0,1 1 0,1-1 0,0 0 0,0 0 0,1 0 0,0 0 0,0-1 0,1 0 0,12 13 0,-12-14 0,0-2 0,0 1 0,0-1 0,1 0 0,0 0 0,0 0 0,0-1 0,0 0 0,1-1 0,0 0 0,-1 0 0,1 0 0,0-1 0,1 0 0,11 1 0,-11-3 0,3 1 0,-1-1 0,1 0 0,-1 0 0,20-4 0,-28 3 0,0 0 0,1 0 0,-1-1 0,0 1 0,0-1 0,0 1 0,0-1 0,0 0 0,0 0 0,0-1 0,-1 1 0,1 0 0,-1-1 0,0 1 0,0-1 0,0 0 0,0 0 0,0 0 0,2-6 0,2-4 0,-1-1 0,-1 0 0,-1 0 0,0-1 0,0 1 0,0-21 0,-4-92 0,-2 57 0,3 16 0,0-29 0,-14-113 0,9 153-682,0-67-1,5 90-6143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31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0 336 24575,'3'0'0,"-1"1"0,0-1 0,1 1 0,-1 0 0,0 0 0,0 0 0,0 0 0,0 0 0,0 1 0,0-1 0,0 1 0,0-1 0,2 4 0,22 23 0,-19-17 0,0 0 0,0 0 0,-1 1 0,-1 0 0,0 0 0,4 16 0,-3-11 0,0 0 0,11 19 0,-15-33 0,-1 0 0,1 0 0,-1-1 0,1 1 0,0-1 0,0 1 0,1-1 0,-1 0 0,0 0 0,1 0 0,-1 0 0,1 0 0,0-1 0,-1 1 0,5 1 0,-5-3 0,-1 0 0,1 0 0,0 0 0,-1 0 0,1 0 0,0 0 0,-1 0 0,1 0 0,0-1 0,-1 1 0,1-1 0,0 1 0,-1-1 0,1 0 0,-1 1 0,1-1 0,-1 0 0,0 0 0,1 0 0,-1 0 0,0-1 0,1 1 0,-1 0 0,0 0 0,0-1 0,0 1 0,0 0 0,-1-1 0,2-2 0,5-9 0,0 0 0,-1-1 0,-1 0 0,0 0 0,-1 0 0,0 0 0,-1-1 0,1-22 0,-1-14 0,-4-58 0,-1 46 0,-6 17 0,6 39 0,0 1 0,1 0 0,0 0 0,0-1 0,1 1 0,0 0 0,0-11 0,0 17 0,0 0 0,0-1 0,0 1 0,0-1 0,0 1 0,0 0 0,0-1 0,0 1 0,1-1 0,-1 1 0,0 0 0,0-1 0,0 1 0,0-1 0,1 1 0,-1 0 0,0-1 0,0 1 0,1 0 0,-1-1 0,0 1 0,1 0 0,-1 0 0,0-1 0,1 1 0,-1 0 0,0 0 0,1 0 0,-1-1 0,0 1 0,1 0 0,-1 0 0,1 0 0,-1 0 0,1 0 0,-1 0 0,0 0 0,1 0 0,-1 0 0,1 0 0,-1 0 0,0 0 0,1 0 0,-1 0 0,1 0 0,-1 0 0,0 0 0,1 1 0,-1-1 0,1 0 0,-1 0 0,0 0 0,1 1 0,-1-1 0,0 0 0,1 0 0,-1 1 0,1 0 0,17 20 0,1 16 0,-2 0 0,-1 1 0,12 44 0,-13-36 0,38 80 0,-29-72 0,-18-37 0,1-1 0,0 0 0,2 0 0,18 26 0,-25-39 0,1 0 0,0 0 0,-1 0 0,1 0 0,0-1 0,0 0 0,1 1 0,-1-1 0,0 0 0,1-1 0,-1 1 0,1 0 0,0-1 0,-1 0 0,1 0 0,0 0 0,0 0 0,0-1 0,0 0 0,-1 0 0,1 0 0,0 0 0,0 0 0,0-1 0,0 1 0,7-3 0,-5 0 0,0 1 0,0-1 0,0-1 0,0 1 0,-1-1 0,0 0 0,1 0 0,-1 0 0,-1-1 0,1 1 0,-1-1 0,1-1 0,-1 1 0,-1 0 0,1-1 0,3-9 0,-1 2 0,0 0 0,-1-1 0,0 1 0,-2-1 0,1 0 0,1-23 0,-4-139 0,-4 85 0,4 88 0,-1-1 0,0 1 0,0-1 0,0 1 0,0-1 0,-1 0 0,1 1 0,-1 0 0,0-1 0,0 1 0,0-1 0,-1 1 0,1 0 0,-1 0 0,0 0 0,0 0 0,0 0 0,0 0 0,0 0 0,-1 1 0,1-1 0,-1 1 0,1 0 0,-1 0 0,0 0 0,0 0 0,0 0 0,0 0 0,-1 1 0,1-1 0,0 1 0,0 0 0,-1 0 0,1 1 0,-1-1 0,1 0 0,-8 1 0,-85-10 0,95 10 0,0 0 0,0 0 0,0-1 0,0 1 0,0 0 0,0 0 0,0 0 0,0 0 0,0 0 0,-1 0 0,1 1 0,0-1 0,0 0 0,0 1 0,0-1 0,0 0 0,0 1 0,0-1 0,0 1 0,0-1 0,0 1 0,1 0 0,-3 1 0,3-1 0,0 0 0,-1 0 0,1 0 0,0 0 0,0 0 0,0 0 0,-1 0 0,1 0 0,0 1 0,1-1 0,-1 0 0,0 0 0,0 0 0,0 0 0,1 0 0,-1 0 0,0 0 0,2 2 0,1 3 0,0-1 0,0 0 0,0 1 0,1-1 0,0 0 0,0-1 0,5 5 0,-1-4 0,0 1 0,1-2 0,-1 0 0,1 0 0,0 0 0,0-1 0,0 0 0,1-1 0,-1 0 0,0 0 0,1-1 0,0-1 0,-1 1 0,17-3 0,-10 1 0,-1 0 0,0-2 0,0 0 0,-1-1 0,1 0 0,-1-1 0,1-1 0,20-11 0,-20 9-136,-1-1-1,0-1 1,-1 0-1,0-1 1,0 0-1,-2-1 1,1-1-1,-1 0 0,15-23 1,-14 12-6690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0:47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1871 1 24575,'-15'1'0,"0"2"0,-1 0 0,1 1 0,1 1 0,-1 0 0,1 1 0,0 0 0,-15 9 0,-24 10 0,-51 16 0,23-10 0,-103 56 0,146-62 0,26-17 0,1 0 0,-1-1 0,-13 6 0,-5 2 0,0 2 0,0 1 0,-43 35 0,-19 12 0,-36 22 0,-23 14 0,45-35 0,-203 115 0,98-64 0,189-106-1365,0-4-5461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0:49.5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1 24575,'0'0'0,"1"0"0,-1 0 0,1 1 0,-1-1 0,1 0 0,-1 0 0,1 1 0,-1-1 0,1 0 0,-1 1 0,1-1 0,-1 0 0,1 1 0,-1-1 0,0 1 0,1-1 0,-1 1 0,0-1 0,1 1 0,-1-1 0,0 1 0,0-1 0,0 1 0,1-1 0,-1 1 0,0 0 0,0-1 0,0 1 0,0-1 0,0 1 0,0 0 0,0-1 0,0 1 0,0-1 0,0 1 0,0-1 0,-1 2 0,-4 23 0,-3-1 0,-19 36 0,-6 20 0,16-31 0,2-3 0,-13 59 0,26-93 0,0-2 0,0 0 0,0 0 0,1 0 0,0 0 0,2 15 0,-1-23 0,0 0 0,1 1 0,0-1 0,-1 0 0,1 1 0,0-1 0,0 0 0,0 0 0,0 0 0,0 0 0,1 0 0,-1 0 0,1 0 0,-1 0 0,1-1 0,0 1 0,-1 0 0,1-1 0,0 1 0,0-1 0,0 0 0,0 0 0,0 0 0,1 0 0,-1 0 0,0 0 0,0 0 0,4 0 0,8 0 0,0 1 0,0-2 0,0 0 0,-1-1 0,1 0 0,0-1 0,-1-1 0,16-4 0,-7 2 0,0 1 0,25-2 0,-10 4 0,0-1 0,-1-2 0,45-12 0,-53 11-341,0 0 0,1 2-1,39-1 1,-44 5-6485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38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382 704 24575,'-6'-5'0,"0"0"0,0 1 0,-1 0 0,1 0 0,-1 0 0,0 1 0,0 0 0,0 0 0,-1 0 0,1 1 0,-1 0 0,-12-1 0,-10 0 0,-58 2 0,58 2 0,23-1 0,-1 0 0,0 0 0,0 1 0,0 0 0,0 1 0,1 0 0,-1 0 0,1 1 0,-11 4 0,14-5 0,1 0 0,0 1 0,0-1 0,0 1 0,1-1 0,-1 1 0,1 0 0,-1 0 0,1 0 0,0 0 0,0 0 0,0 1 0,0-1 0,1 1 0,-1-1 0,1 1 0,0 0 0,0-1 0,1 1 0,-1 0 0,0 5 0,1 7 0,0 0 0,1 0 0,0 0 0,1 0 0,1 0 0,1 0 0,0-1 0,1 1 0,0-1 0,1-1 0,11 19 0,-12-24 0,1-1 0,0 1 0,0-1 0,1 0 0,0 0 0,0-1 0,1 0 0,9 7 0,-11-10 0,0 0 0,1-1 0,-1 0 0,0 0 0,1-1 0,0 1 0,-1-1 0,1-1 0,0 1 0,0-1 0,0-1 0,13 1 0,-16-2 0,-1 0 0,1 0 0,-1 0 0,0 0 0,0 0 0,1-1 0,-1 0 0,0 1 0,0-1 0,0 0 0,-1-1 0,1 1 0,0 0 0,-1-1 0,0 0 0,1 1 0,-1-1 0,0 0 0,0 0 0,-1 0 0,1 0 0,1-5 0,6-11 0,-2-1 0,8-30 0,-12 40 0,5-23 0,-1-1 0,-2 1 0,1-48 0,-8-106 0,-1 69 0,1 7 0,5-135 0,6 201-1365,-4 25-5461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41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0 387 24575,'3'4'0,"0"0"0,0 0 0,-1 0 0,0 1 0,1-1 0,-2 1 0,1-1 0,0 1 0,0 7 0,12 26 0,-10-31 0,1-1 0,-1 0 0,1 0 0,0 0 0,1-1 0,0 0 0,-1 0 0,1 0 0,1-1 0,-1 0 0,1 0 0,10 4 0,-14-6 0,0-1 0,0 0 0,0-1 0,0 1 0,0 0 0,1-1 0,-1 0 0,0 1 0,0-1 0,1-1 0,-1 1 0,0 0 0,0-1 0,0 0 0,0 1 0,0-1 0,1 0 0,-1-1 0,-1 1 0,1-1 0,0 1 0,0-1 0,-1 0 0,1 0 0,0 0 0,-1 0 0,0 0 0,0-1 0,0 1 0,0-1 0,3-3 0,1-5 0,-1 1 0,0-1 0,-1 0 0,0 0 0,0 0 0,-1 0 0,3-24 0,2-85 0,-7 101 0,0-166 0,5 156 0,2 23 0,4 17 0,8 22 0,-2 1 0,-1 2 0,-2-1 0,-2 2 0,-1 0 0,13 73 0,-17-77 0,17 51 0,-19-69 0,0-1 0,1 0 0,0 0 0,2 0 0,14 19 0,-18-28 0,0 0 0,0-1 0,1 1 0,-1-1 0,1 0 0,0-1 0,0 1 0,1-1 0,-1 0 0,1-1 0,-1 0 0,1 0 0,0 0 0,0-1 0,-1 0 0,1 0 0,0 0 0,0-1 0,13-2 0,-13 2 0,0-1 0,0 0 0,0-1 0,1 0 0,-2 0 0,1 0 0,0-1 0,0 0 0,-1 0 0,1-1 0,-1 0 0,0 0 0,0 0 0,-1-1 0,1 0 0,-1 0 0,0 0 0,7-11 0,-5 4 0,-1 0 0,0-1 0,-1 1 0,-1-1 0,0-1 0,-1 1 0,0 0 0,1-17 0,-2 4 0,-1-1 0,-1 0 0,-5-35 0,2 47 0,0 0 0,-1 0 0,-1 1 0,0-1 0,-1 1 0,-1 0 0,0 1 0,0 0 0,-2 0 0,-11-15 0,3 8 0,-1 0 0,-1 1 0,0 2 0,-1 0 0,-27-17 0,46 33 0,0 0 0,0 0 0,0 0 0,0 1 0,0-1 0,0 0 0,-1 1 0,1-1 0,0 1 0,0-1 0,-1 1 0,1-1 0,-1 1 0,1 0 0,0 0 0,-1 0 0,1 0 0,0 0 0,-1 0 0,1 0 0,-3 1 0,3-1 0,0 1 0,1 0 0,-1 0 0,0 0 0,1-1 0,-1 1 0,0 0 0,1 0 0,-1 0 0,1 0 0,0 0 0,-1 0 0,1 0 0,0 0 0,-1 0 0,1 0 0,0 0 0,0 0 0,0 1 0,0-1 0,0 1 0,1 7 0,-1 0 0,2 0 0,-1 0 0,2 0 0,3 12 0,-4-14 0,1 1 0,0 0 0,0-1 0,1 0 0,0 0 0,0 0 0,1 0 0,0-1 0,0 0 0,1 0 0,-1 0 0,1 0 0,0-1 0,1 0 0,-1 0 0,1-1 0,0 0 0,0 0 0,1-1 0,-1 1 0,1-2 0,0 1 0,-1-1 0,1 0 0,0-1 0,0 0 0,1 0 0,-1 0 0,0-1 0,0-1 0,0 1 0,0-1 0,0-1 0,0 0 0,0 0 0,11-4 0,58-23-682,84-44-1,-133 59-6143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42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98 24575,'93'0'0,"327"-14"0,-313 2 0,194-27 0,-205 24 17,142-2 1,101 17-177,-135 3-1082,-173-3-5585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43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405 423 24575,'-8'-1'0,"1"0"0,-1 0 0,1-1 0,-10-3 0,-18-3 0,11 5 0,0 0 0,0 2 0,-33 3 0,48-1 0,1 0 0,-1 1 0,1 0 0,-1 0 0,1 1 0,0 0 0,0 0 0,0 1 0,0 0 0,1 0 0,-1 1 0,-10 9 0,12-8 0,-1-1 0,1 1 0,0 1 0,0-1 0,1 1 0,0 0 0,0 0 0,1 1 0,0-1 0,0 1 0,0 0 0,1 0 0,1 0 0,-1 0 0,1 1 0,1-1 0,-1 1 0,1 17 0,0-5 0,1 0 0,0 0 0,7 37 0,-5-50 0,1 1 0,-1-1 0,1 0 0,1 0 0,-1 0 0,1-1 0,1 1 0,-1-1 0,1 0 0,0 0 0,12 12 0,-5-8 0,1-1 0,-1 0 0,1 0 0,29 15 0,-34-21 0,1-1 0,-1 1 0,1-1 0,0-1 0,0 1 0,0-2 0,0 1 0,0-1 0,0 0 0,12-1 0,-17-1 0,0 0 0,0 1 0,0-1 0,0-1 0,0 1 0,0 0 0,-1-1 0,1 0 0,0 0 0,-1 0 0,1 0 0,-1-1 0,0 0 0,0 1 0,0-1 0,0 0 0,0 0 0,-1 0 0,1-1 0,-1 1 0,0-1 0,0 1 0,0-1 0,-1 0 0,1 0 0,-1 0 0,2-7 0,1-9 0,-1 1 0,0-1 0,-2 0 0,0-25 0,-1-59 0,-5-191 0,1 251 62,-15-61 0,9 60-806,-4-53-1,13 71-6081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1:49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1 159 24575,'0'32'0,"-1"19"0,3-1 0,11 77 0,-10-111 0,1-1 0,0 1 0,1-1 0,0 0 0,10 19 0,-12-28 0,1-1 0,-1 0 0,1 1 0,0-2 0,0 1 0,1 0 0,0-1 0,-1 0 0,1 0 0,1 0 0,-1-1 0,0 1 0,1-1 0,0-1 0,-1 1 0,10 2 0,-7-3 0,0 0 0,0-1 0,0 0 0,0 0 0,0-1 0,0 1 0,0-2 0,0 1 0,0-1 0,0-1 0,0 0 0,0 0 0,0 0 0,13-6 0,-16 5 0,1 0 0,-1-1 0,0 1 0,0-1 0,0 0 0,0 0 0,-1 0 0,1-1 0,-1 0 0,0 0 0,-1 0 0,1 0 0,-1 0 0,0-1 0,0 0 0,-1 1 0,0-1 0,0 0 0,2-9 0,1-27 0,-1 1 0,-2-1 0,-7-66 0,2 6 0,2 94 0,2-9 0,-1 0 0,-1 0 0,0 1 0,-1-1 0,-1 1 0,-9-27 0,7 75 0,9-4 0,0 1 0,13 41 0,-2-7 0,-9-37 0,1-1 0,1 0 0,2 0 0,12 24 0,-7-18 0,-7-12 0,20 32 0,-22-42 0,1 1 0,-1-1 0,2 0 0,-1-1 0,1 0 0,12 9 0,-17-15 0,0 0 0,0 0 0,0 0 0,0-1 0,1 1 0,-1-1 0,1 0 0,-1 0 0,1 0 0,-1 0 0,1-1 0,0 0 0,-1 0 0,1 0 0,0 0 0,-1 0 0,1-1 0,0 1 0,-1-1 0,1 0 0,-1 0 0,1 0 0,5-4 0,-6 4 0,-1-1 0,1 0 0,-1 0 0,1 0 0,-1 0 0,0 0 0,0 0 0,0-1 0,0 1 0,0-1 0,0 1 0,-1-1 0,1 0 0,-1 0 0,0 0 0,0 0 0,0 0 0,0 0 0,-1 0 0,2-5 0,-1-8 0,0 0 0,-2-30 0,0 26 0,2-95 0,-6-81 0,3 181 0,0-1 0,-2 1 0,-8-24 0,9 78 0,3-1 0,2 0 0,2 0 0,2-1 0,1 1 0,1-2 0,2 1 0,2-1 0,18 38 0,-17-43 0,-9-19 0,2 1 0,-1-1 0,13 18 0,-15-26 0,0 0 0,0 0 0,1-1 0,-1 1 0,1-1 0,0 0 0,0 0 0,0 0 0,0 0 0,1-1 0,-1 0 0,1 0 0,7 2 0,-1-1-85,1 0 0,0-1-1,-1 0 1,1-1 0,0 0-1,0-1 1,0 0 0,0-1-1,0-1 1,0 0 0,0 0-1,-1-1 1,1-1 0,-1 0-1,18-8 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2:55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1599 561 24575,'0'-1'0,"0"1"0,0-1 0,0 1 0,1-1 0,-1 0 0,0 1 0,0-1 0,0 1 0,0-1 0,0 1 0,0-1 0,0 1 0,0-1 0,0 0 0,-1 1 0,1-1 0,0 1 0,0-1 0,0 1 0,-1-1 0,1 1 0,0-1 0,-1 1 0,1-1 0,0 1 0,-1-1 0,1 1 0,0 0 0,-1-1 0,1 1 0,-2-1 0,-17-16 0,15 14 0,-19-15 0,0 2 0,-2 0 0,-48-22 0,-88-26 0,74 30 0,53 21 0,1 0 0,-2 2 0,0 2 0,-46-7 0,54 11 0,-1-1 0,-50-18 0,-20-5 0,-172-51 0,242 70 0,-40-13 0,20 5 0,-94-20 0,33 12 8,65 14-1381,25 7-5453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2:56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265 450 24575,'-1'-6'0,"0"1"0,-1-1 0,0 0 0,0 1 0,-1-1 0,1 1 0,-1 0 0,0 0 0,-1 0 0,1 0 0,-1 1 0,0-1 0,0 1 0,-6-5 0,-8-10 0,-86-102 0,32 22 0,69 97 0,1 0 0,1 0 0,-1 0 0,0-1 0,0 1 0,1 0 0,-1-1 0,1 1 0,0-1 0,0 0 0,0 1 0,0-1 0,0 0 0,0 0 0,1 0 0,0 1 0,-1-1 0,1 0 0,0 0 0,1-3 0,0 3 0,0 0 0,0 1 0,1-1 0,0 1 0,-1-1 0,1 1 0,0 0 0,0-1 0,0 1 0,0 0 0,1 0 0,-1 1 0,1-1 0,-1 0 0,1 1 0,-1 0 0,1-1 0,0 1 0,4-1 0,14-5 15,0 0 0,0 2 0,1 0 0,0 2 0,30-2 0,114 5-785,-131 1 85,-10 0-6141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3:01.0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1599 0 24575,'-25'1'0,"0"1"0,1 1 0,-1 1 0,1 1 0,-27 10 0,-113 50 0,88-32 0,-268 128 0,337-157 0,-93 45 0,15-9 0,-93 60 0,104-56 0,-2-4 0,-142 55 0,137-62-1365,60-26-5461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3:02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24575,'0'425'0,"-3"-385"0,2-33 0,0 1 0,1-1 0,-1 0 0,1 1 0,1-1 0,1 13 0,-1-17 0,0-1 0,0 1 0,1-1 0,-1 1 0,1-1 0,-1 0 0,1 1 0,0-1 0,-1 0 0,1 0 0,0 0 0,1 0 0,-1 0 0,0-1 0,0 1 0,1-1 0,-1 1 0,1-1 0,-1 0 0,1 0 0,0 0 0,3 1 0,19 4 0,1 0 0,0-2 0,0 0 0,40-1 0,107-11 0,-74-2 19,72-5-1403,-149 15-5442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8:39.8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314 370 24575,'-23'0'0,"0"1"0,0 1 0,-45 10 0,54-8 0,1 1 0,0 0 0,0 0 0,0 1 0,1 1 0,0 0 0,-21 16 0,29-18 0,-1 0 0,0 0 0,1 0 0,0 0 0,0 1 0,1-1 0,-1 1 0,1 0 0,1 0 0,-1 0 0,1 0 0,0 1 0,0-1 0,1 1 0,-2 11 0,1 10 0,2 0 0,3 43 0,0-19 0,-3-44 0,1 1 0,-1-1 0,2 1 0,-1-1 0,1 0 0,0 1 0,1-1 0,5 11 0,-6-16 0,0 1 0,0-1 0,0 1 0,1-1 0,0 0 0,0 0 0,0 0 0,0-1 0,0 1 0,0-1 0,1 0 0,-1 1 0,1-2 0,-1 1 0,1 0 0,0-1 0,0 1 0,0-1 0,6 1 0,7 1 0,1-1 0,0-1 0,-1 0 0,1-1 0,0-1 0,-1 0 0,30-8 0,-44 8 0,1 0 0,-1-1 0,0 0 0,0 0 0,0 0 0,0 0 0,0 0 0,-1 0 0,1-1 0,0 1 0,-1-1 0,0 0 0,0 0 0,0 0 0,0 0 0,0 0 0,-1 0 0,1-1 0,-1 1 0,0 0 0,2-7 0,0-7 0,1-2 0,-2 1 0,0-21 0,0 9 0,6-410 0,-10 260 0,3 169-96,-1 8-1,1 0-1,-1 0 0,0 0 1,0 0-1,0-1 0,0 1 1,0 0-1,-1 0 1,1 0-1,-1 0 0,0 0 1,-2-4-1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8:43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1 569 24575,'2'-2'0,"0"1"0,0-1 0,0 1 0,0-1 0,0 0 0,-1 0 0,1 0 0,0 0 0,-1-1 0,0 1 0,0 0 0,1 0 0,-1-1 0,1-4 0,1-1 0,9-13 0,-1-2 0,-1 1 0,-1-1 0,-1-1 0,-1 0 0,5-33 0,-8 32 0,10-40 0,-11 56 0,0 1 0,0-1 0,1 1 0,0-1 0,0 1 0,1 0 0,9-12 0,-14 20 0,1-1 0,-1 1 0,0-1 0,1 1 0,-1-1 0,0 1 0,1-1 0,-1 1 0,1 0 0,-1-1 0,0 1 0,1 0 0,-1-1 0,1 1 0,-1 0 0,1-1 0,0 1 0,-1 0 0,1 0 0,-1 0 0,1 0 0,-1 0 0,1-1 0,0 1 0,-1 0 0,1 0 0,-1 0 0,1 0 0,-1 1 0,1-1 0,0 0 0,-1 0 0,1 0 0,-1 0 0,1 1 0,-1-1 0,1 0 0,-1 0 0,1 1 0,-1-1 0,1 0 0,-1 1 0,1-1 0,-1 1 0,0-1 0,1 0 0,-1 1 0,0-1 0,1 1 0,-1-1 0,0 1 0,1-1 0,-1 1 0,0 0 0,0-1 0,0 1 0,0-1 0,1 1 0,-1-1 0,0 2 0,7 37 0,-7-38 0,2 33 0,-4 51 0,0-60 0,1 0 0,1 0 0,1 0 0,7 34 0,-5-47 0,1 0 0,0 0 0,1 0 0,1-1 0,0 1 0,0-1 0,1 0 0,13 15 0,-16-21 0,0-1 0,0 1 0,0-1 0,0 0 0,1 0 0,-1-1 0,1 0 0,0 1 0,0-1 0,1-1 0,-1 1 0,0-1 0,1 0 0,0 0 0,-1-1 0,1 1 0,0-1 0,0-1 0,0 1 0,9-1 0,-11-1 0,1-1 0,-1 1 0,0-1 0,0 0 0,1 0 0,-1 0 0,0 0 0,-1-1 0,1 0 0,0 0 0,-1 0 0,0 0 0,0 0 0,0-1 0,0 1 0,0-1 0,0 0 0,-1 0 0,0 0 0,3-7 0,5-11 0,-1-1 0,9-38 0,-13 44 0,6-22 0,9-63 0,-11 46 0,-4 37 0,-2-1 0,-1 0 0,0 0 0,-2-26 0,-1 39 0,0 1 0,0-1 0,-1 1 0,0 0 0,0-1 0,0 1 0,-1 0 0,0 0 0,0 1 0,0-1 0,-1 1 0,0-1 0,0 1 0,0 0 0,-1 1 0,1-1 0,-9-6 0,5 6 0,1 0 0,-1 1 0,0 0 0,0 0 0,0 0 0,-1 1 0,1 1 0,-1-1 0,0 1 0,0 1 0,0-1 0,-9 1 0,15 1 0,-1 0 0,1 0 0,0 0 0,0 0 0,-1 1 0,1-1 0,0 1 0,0 0 0,0 0 0,0 0 0,0 0 0,0 1 0,0-1 0,0 1 0,0 0 0,0 0 0,1 0 0,-1 0 0,1 0 0,0 0 0,-1 1 0,1-1 0,0 1 0,0 0 0,1-1 0,-1 1 0,1 0 0,-1 0 0,1 0 0,0 0 0,0 0 0,0 1 0,0-1 0,0 7 0,0-6 0,1 1 0,-1 0 0,1 0 0,0 0 0,0 0 0,1-1 0,0 1 0,-1 0 0,2 0 0,-1-1 0,0 1 0,5 8 0,-4-10 0,0-1 0,0 1 0,0-1 0,0 0 0,1 0 0,-1 0 0,1 0 0,-1 0 0,1-1 0,0 1 0,0-1 0,-1 1 0,1-1 0,0 0 0,0 0 0,0-1 0,1 1 0,-1-1 0,0 1 0,6-1 0,14 2-114,0-2 1,1 0-1,-1-2 0,0 0 0,0-2 1,0-1-1,-1 0 0,1-2 0,-1 0 1,-1-1-1,39-21 0,-40 17-6712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8:44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1 246 24575,'24'-2'0,"1"0"0,-1-2 0,41-11 0,-4 1 0,560-84 0,-536 92 0,-49 4 0,61-11 0,281-67-1365,-342 71-5461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8:46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262 349 24575,'-42'-1'0,"23"-1"0,0 2 0,0 0 0,-34 6 0,48-5 0,0 0 0,0 0 0,1 1 0,-1 0 0,0 0 0,1 0 0,0 0 0,-1 1 0,1 0 0,0-1 0,0 2 0,0-1 0,1 0 0,-1 1 0,1 0 0,0-1 0,0 1 0,0 1 0,-2 4 0,0 1 0,1 0 0,0 0 0,1 0 0,0 0 0,0 1 0,1-1 0,1 1 0,0-1 0,0 13 0,1-19 0,0 1 0,0-1 0,1 1 0,-1-1 0,1 0 0,0 1 0,0-1 0,1 0 0,0 1 0,-1-1 0,1 0 0,0 0 0,1 0 0,-1-1 0,1 1 0,0-1 0,0 1 0,0-1 0,0 0 0,0 0 0,1 0 0,-1 0 0,8 4 0,4-1 0,1 0 0,-1-1 0,1-1 0,0 0 0,0-1 0,20 1 0,101-2 0,-127-2 0,-5 0 0,0 0 0,-1 0 0,1-1 0,0 1 0,-1-1 0,1 0 0,0-1 0,8-3 0,-11 4 0,0 0 0,-1 0 0,1-1 0,0 1 0,-1-1 0,1 0 0,-1 1 0,1-1 0,-1 0 0,0 0 0,0 0 0,0 0 0,0 0 0,0 0 0,0 0 0,-1 0 0,1 0 0,-1-1 0,1 1 0,-1 0 0,0-4 0,3-41 0,-2-1 0,-9-73 0,-24-95 0,28 188 0,1 14 0,-2-22 0,-18-57 0,21 103 0,4 12 0,65 277 0,-66-295 0,0 1 0,0-1 0,0 0 0,1 1 0,-1-1 0,1 0 0,0 0 0,0 0 0,1 0 0,-1 0 0,1-1 0,0 1 0,0-1 0,0 0 0,0 0 0,1 0 0,-1 0 0,1 0 0,0-1 0,0 1 0,0-1 0,6 3 0,-2-3 0,-1 0 0,0 0 0,1-1 0,0 0 0,-1 0 0,1-1 0,0 0 0,-1 0 0,1-1 0,0 0 0,-1 0 0,13-4 0,21-6-1365,-24 7-5461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8:47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 15 24575,'-73'-8'0,"61"6"0,0 0 0,0 0 0,0 2 0,0-1 0,0 1 0,0 1 0,-19 4 0,24-3 0,1 0 0,-1 1 0,1 0 0,-1 0 0,1 1 0,0 0 0,1 0 0,-1 1 0,1-1 0,-1 1 0,1 0 0,1 0 0,-1 1 0,1 0 0,0-1 0,0 2 0,1-1 0,-1 0 0,2 1 0,-4 8 0,-2 8 0,1 0 0,2 0 0,0 1 0,-3 42 0,7-61 0,1 0 0,0 0 0,0 0 0,1 0 0,-1 0 0,1 0 0,0 0 0,0 0 0,1 0 0,-1 0 0,1-1 0,0 1 0,1-1 0,-1 1 0,5 4 0,-5-6 0,1 0 0,0-1 0,-1 1 0,1-1 0,0 0 0,1 0 0,-1 0 0,0 0 0,1 0 0,-1-1 0,1 1 0,-1-1 0,1 0 0,-1 0 0,1-1 0,0 1 0,0-1 0,-1 0 0,1 0 0,0 0 0,4-1 0,3 0 0,0-1 0,0 0 0,0-1 0,0-1 0,-1 1 0,1-2 0,-1 1 0,0-1 0,0-1 0,-1 0 0,1 0 0,-2-1 0,1 0 0,-1-1 0,1 0 0,-2 0 0,0-1 0,0 0 0,0 0 0,-1 0 0,0-1 0,-1 0 0,0 0 0,-1 0 0,0-1 0,-1 0 0,0 0 0,0 0 0,-1 0 0,1-16 0,-2 8 0,4-32 0,-4 48 0,-1 1 0,1 0 0,-1 0 0,1 0 0,0-1 0,0 1 0,0 0 0,0 0 0,0 0 0,0 0 0,1 1 0,-1-1 0,1 0 0,-1 0 0,1 1 0,-1-1 0,4-1 0,-3 2 0,0 1 0,-1-1 0,1 1 0,-1 0 0,1 0 0,-1 0 0,1 0 0,0 0 0,-1 0 0,1 0 0,-1 0 0,1 0 0,-1 1 0,1-1 0,0 1 0,-1-1 0,0 1 0,1 0 0,-1 0 0,1 0 0,-1-1 0,0 1 0,0 0 0,1 0 0,-1 1 0,2 1 0,31 39 0,-26-31 0,13 16 0,-11-12 0,1-1 0,0-1 0,18 17 0,-24-26 0,-1-1 0,1 1 0,0-1 0,0 0 0,1 0 0,-1-1 0,1 0 0,-1 0 0,1 0 0,0 0 0,-1-1 0,1 0 0,11 1 0,0-1 0,1-1 0,-1-1 0,30-5 0,-41 5 0,0-1 0,0 0 0,0 0 0,0-1 0,0 1 0,0-1 0,-1 0 0,1-1 0,-1 0 0,0 0 0,0 0 0,0 0 0,5-7 0,25-30-1365,-19 21-5461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8:53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242 657 24575,'-8'-6'0,"0"0"0,0 1 0,-1 0 0,1 1 0,-1-1 0,0 2 0,0-1 0,-1 1 0,1 1 0,-1 0 0,1 0 0,-1 1 0,0 0 0,0 1 0,1 0 0,-1 0 0,0 1 0,-12 3 0,18-3 0,1 0 0,0 1 0,0 0 0,1-1 0,-1 1 0,0 0 0,1 0 0,-1 0 0,1 1 0,-1-1 0,1 1 0,0-1 0,0 1 0,0 0 0,1-1 0,-1 1 0,1 0 0,-1 0 0,1 0 0,0 1 0,0-1 0,0 0 0,1 0 0,-1 6 0,-2 9 0,2 0 0,0 0 0,2 23 0,0-25 0,-1-6 0,1 1 0,0-1 0,0 0 0,1 0 0,0 1 0,1-1 0,0-1 0,8 18 0,-8-22 0,0-1 0,0 1 0,1-1 0,-1 0 0,1 0 0,0 0 0,0-1 0,0 1 0,0-1 0,1 0 0,0 0 0,-1 0 0,1-1 0,0 0 0,0 0 0,0 0 0,0 0 0,9 0 0,-5 1 0,0-2 0,0 1 0,0-1 0,0-1 0,1 0 0,-1 0 0,17-3 0,-23 2 0,0 0 0,0 0 0,0 0 0,0 0 0,0-1 0,0 1 0,0-1 0,-1 0 0,1 0 0,0 0 0,-1 0 0,0 0 0,1 0 0,-1-1 0,0 1 0,0-1 0,0 1 0,-1-1 0,1 0 0,-1 0 0,1 0 0,-1 0 0,0 0 0,0 0 0,0-5 0,5-29 0,-3 0 0,-1 0 0,-2 0 0,-4-38 0,0-18 0,5-31 0,-2-90 0,-11 112 85,6 61-810,0-44 0,6 64-6101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8:55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0 398 24575,'49'60'0,"-32"-37"0,30 31 0,-42-49 0,0 0 0,0-1 0,1 1 0,0-1 0,-1 0 0,2-1 0,-1 1 0,0-1 0,1-1 0,-1 1 0,9 1 0,-13-3 0,0-1 0,0 1 0,1-1 0,-1 0 0,0 0 0,0 1 0,1-2 0,-1 1 0,0 0 0,1 0 0,-1-1 0,0 1 0,0-1 0,1 0 0,-1 0 0,0 0 0,0 0 0,0 0 0,0 0 0,0 0 0,0-1 0,-1 1 0,1-1 0,0 1 0,-1-1 0,1 0 0,-1 1 0,1-1 0,-1 0 0,0 0 0,0 0 0,0 0 0,0 0 0,0-1 0,0 1 0,-1 0 0,1 0 0,0-4 0,1-10 0,0 0 0,0 0 0,-2 0 0,-2-25 0,1 19 0,-3-317 0,6 359 0,0-1 0,2 1 0,0 0 0,7 19 0,32 80 0,-30-88 0,-9-19 0,1-1 0,1 0 0,0 0 0,1 0 0,0-1 0,0 1 0,17 16 0,-21-25 0,0 1 0,-1 0 0,1-1 0,0 0 0,1 1 0,-1-1 0,0 0 0,1-1 0,-1 1 0,1-1 0,-1 1 0,1-1 0,0 0 0,-1-1 0,1 1 0,0 0 0,0-1 0,0 0 0,-1 0 0,1 0 0,0-1 0,0 1 0,0-1 0,-1 0 0,1 0 0,0 0 0,-1 0 0,1-1 0,4-2 0,-4 1 0,0 0 0,0 0 0,0-1 0,-1 1 0,0-1 0,0 0 0,0 0 0,0 0 0,0 0 0,-1 0 0,0 0 0,1-1 0,1-7 0,3-11 0,7-37 0,-6 25 0,0-3 0,-3-1 0,3-65 0,-3 24 0,-1 62 0,3 27 0,5 31 0,-11-37 0,0 3 0,39 135 0,-33-120 0,2 0 0,0-1 0,1 0 0,20 29 0,-28-46 0,0-1 0,-1 1 0,1-1 0,0 0 0,0 0 0,1 1 0,-1-1 0,0-1 0,1 1 0,-1 0 0,1 0 0,-1-1 0,1 0 0,0 1 0,-1-1 0,1 0 0,0 0 0,0-1 0,0 1 0,0-1 0,0 1 0,4-1 0,-2-1 0,0 0 0,0 0 0,0-1 0,0 0 0,0 1 0,-1-2 0,1 1 0,-1-1 0,1 1 0,-1-1 0,0 0 0,5-6 0,3-3-124,-1-1 0,0 0 0,-1-1 0,-1 0 0,0 0 0,-1-1-1,-1 0 1,0-1 0,-1 1 0,7-29 0,-5 19-6702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8:56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1 379 24575,'13'-1'0,"-1"0"0,1-2 0,-1 0 0,1 0 0,-1-1 0,12-5 0,42-12 0,-45 15 0,1-1 0,32-14 0,-37 13 0,0 1 0,1 0 0,0 2 0,28-6 0,-19 6 0,45-13 0,2-2 0,-54 16 0,0 0 0,-1-2 0,1-1 0,-1 0 0,27-15 0,44-18 0,-27 13 0,-41 18 0,0 1 0,23-4 0,32-13 0,-58 16-195,1 1 0,0 1 0,0 1 0,1 0 0,0 2 0,29-3 0,-23 6-6631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8:59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195 385 24575,'-1'-1'0,"1"0"0,0 0 0,-1 0 0,1 0 0,-1 0 0,1 0 0,-1 1 0,1-1 0,-1 0 0,1 0 0,-1 0 0,0 1 0,0-1 0,1 0 0,-1 1 0,0-1 0,0 0 0,0 1 0,0-1 0,1 1 0,-1 0 0,0-1 0,0 1 0,0 0 0,0-1 0,0 1 0,0 0 0,0 0 0,0 0 0,0 0 0,0 0 0,0 0 0,0 0 0,-2 1 0,-36 3 0,31-2 0,1 0 0,0 0 0,-1 1 0,1 0 0,0 0 0,1 1 0,-1-1 0,0 2 0,1-1 0,0 1 0,-8 7 0,10-7 0,0 1 0,1-1 0,-1 0 0,1 1 0,0 0 0,1 0 0,-1 0 0,1 0 0,1 0 0,-1 0 0,1 0 0,0 1 0,0-1 0,1 8 0,-2 28 0,8 80 0,-5-108 0,1 0 0,1-1 0,0 1 0,1-1 0,1 1 0,0-1 0,0-1 0,1 1 0,13 19 0,-17-30 0,-1 0 0,1 0 0,-1 0 0,1 0 0,0 0 0,-1 0 0,1-1 0,0 1 0,0-1 0,0 1 0,1-1 0,-1 0 0,0 1 0,0-1 0,1 0 0,-1-1 0,1 1 0,-1 0 0,1-1 0,-1 1 0,1-1 0,-1 0 0,1 0 0,-1 0 0,1 0 0,-1 0 0,1-1 0,-1 1 0,1-1 0,-1 1 0,1-1 0,-1 0 0,0 0 0,1 0 0,-1 0 0,0-1 0,0 1 0,0 0 0,0-1 0,0 0 0,0 1 0,3-5 0,1 0 0,0-1 0,0 0 0,0 0 0,-1-1 0,0 1 0,-1-1 0,0-1 0,0 1 0,0 0 0,4-18 0,-3-13 0,-2-1 0,-2 1 0,-4-58 0,0 7 0,-11-179 0,7 207 0,10 54 0,3 15 0,5 15 0,0 14 0,12 64 0,-2 0 0,40 164 0,-54-240 0,1-1 0,1 0 0,1 0 0,1-1 0,18 27 0,-28-46 0,1-1 0,-1 0 0,0 1 0,1-1 0,0 0 0,-1 0 0,1 0 0,0-1 0,0 1 0,0 0 0,0-1 0,0 1 0,1-1 0,-1 0 0,0 1 0,1-1 0,-1 0 0,1 0 0,-1-1 0,1 1 0,0-1 0,-1 1 0,4-1 0,-4 0 0,1-1 0,0 1 0,0-1 0,0 0 0,-1 0 0,1 0 0,0 0 0,-1 0 0,1-1 0,-1 1 0,1-1 0,-1 0 0,0 0 0,1 1 0,-1-2 0,0 1 0,-1 0 0,1 0 0,0-1 0,2-4 0,8-15 0,0-1 0,-2 0 0,-1 0 0,-1-1 0,0-1 0,-2 1 0,-1-1 0,1-27 0,1-34 0,-6-87 0,-2 103 0,1 70 0,0-23 0,-1-1 0,-8-45 0,8 64 0,0-1 0,0 0 0,-1 1 0,0-1 0,0 1 0,-1-1 0,0 1 0,1 0 0,-2 0 0,1 1 0,0-1 0,-1 0 0,0 1 0,0 0 0,-1 0 0,1 0 0,-9-5 0,11 8 0,1 0 0,-1 1 0,1-1 0,-1 0 0,1 1 0,-1-1 0,1 1 0,-1 0 0,0-1 0,1 1 0,-1 0 0,0 0 0,1 0 0,-1 0 0,0 0 0,1 1 0,-1-1 0,0 0 0,1 1 0,-1-1 0,-2 2 0,2-1 0,-1 1 0,1 0 0,-1 0 0,1 0 0,0 0 0,0 0 0,0 1 0,0-1 0,0 1 0,-3 4 0,0 4 0,0-1 0,1 0 0,0 1 0,1 0 0,-3 16 0,2 11 0,2 1 0,1 0 0,6 59 0,-2-75 0,1-1 0,1 0 0,1 0 0,0 0 0,2 0 0,14 27 0,74 116 0,-89-153 0,1-1 0,0 0 0,1 0 0,1-1 0,0 0 0,0-1 0,21 15 0,-28-22 0,1 1 0,-1-2 0,0 1 0,1 0 0,0-1 0,-1 1 0,1-1 0,0 0 0,0 0 0,-1-1 0,1 1 0,0-1 0,0 0 0,0 0 0,0 0 0,0 0 0,0-1 0,0 0 0,-1 1 0,1-2 0,0 1 0,0 0 0,-1-1 0,1 1 0,-1-1 0,1 0 0,-1 0 0,0 0 0,0-1 0,0 1 0,0-1 0,3-4 0,3-2 0,-1-1 0,0-1 0,-1 1 0,0-1 0,0 0 0,-1-1 0,-1 1 0,0-1 0,6-22 0,-7 15 0,0 0 0,-2 1 0,0-1 0,-1 0 0,-1 0 0,-3-19 0,3 35 0,-1-1 0,0 1 0,0-1 0,0 1 0,0 0 0,0 0 0,-1-1 0,1 1 0,-1 0 0,0 0 0,0 0 0,0 1 0,0-1 0,-1 0 0,1 1 0,-1 0 0,1-1 0,-1 1 0,0 0 0,0 0 0,0 1 0,0-1 0,0 0 0,-1 1 0,1 0 0,0 0 0,-1 0 0,1 0 0,-1 1 0,1-1 0,-1 1 0,1 0 0,-1 0 0,1 0 0,-1 0 0,1 1 0,-1-1 0,-5 3 0,9-3 0,-1 0 0,1 0 0,0 0 0,-1 0 0,1 0 0,0 0 0,-1 0 0,1 0 0,0 0 0,-1 0 0,1 0 0,0 1 0,-1-1 0,1 0 0,0 0 0,-1 0 0,1 1 0,0-1 0,0 0 0,-1 0 0,1 1 0,0-1 0,0 0 0,0 1 0,-1-1 0,1 0 0,0 1 0,0-1 0,0 0 0,0 1 0,8 6 0,18 1 0,-8-5-195,1-1 0,-1-1 0,1 0 0,-1-2 0,1 0 0,19-4 0,-17 0-6631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9:05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267 698 24575,'-4'-1'0,"1"0"0,-1 0 0,1 0 0,0-1 0,-1 1 0,1-1 0,-5-3 0,-10-4 0,6 5 0,0 0 0,0 0 0,-1 1 0,1 1 0,-1 0 0,0 0 0,-16 1 0,25 1 0,0 0 0,0 1 0,0-1 0,0 1 0,0 0 0,1 0 0,-1 0 0,0 0 0,1 0 0,-1 1 0,1 0 0,-1 0 0,1 0 0,0 0 0,0 0 0,0 1 0,0-1 0,0 1 0,0 0 0,1 0 0,-1 0 0,1 0 0,0 0 0,0 1 0,0-1 0,0 0 0,1 1 0,-2 5 0,-1 8 0,1 0 0,1 0 0,1 1 0,0-1 0,1 1 0,1-1 0,1 0 0,6 31 0,-7-43 0,0 0 0,1 0 0,0 0 0,0-1 0,0 1 0,0 0 0,1-1 0,-1 0 0,1 0 0,0 0 0,1 0 0,-1 0 0,1 0 0,-1-1 0,1 0 0,0 0 0,0 0 0,1 0 0,-1 0 0,1-1 0,-1 0 0,1 0 0,0 0 0,0-1 0,-1 1 0,1-1 0,0 0 0,0-1 0,1 1 0,-1-1 0,0 0 0,0 0 0,0-1 0,0 1 0,0-1 0,0 0 0,0-1 0,0 1 0,-1-1 0,1 0 0,0 0 0,-1 0 0,8-6 0,5-2 0,-1 0 0,0-1 0,0-1 0,18-18 0,-29 25 0,0 0 0,-1-1 0,0 0 0,0 0 0,0 0 0,-1 0 0,0-1 0,0 1 0,0-1 0,-1 0 0,0 0 0,-1 0 0,1 0 0,-1 0 0,0-8 0,-3-12 0,0 0 0,-2 1 0,-1-1 0,-1 1 0,-2 0 0,-12-30 0,-14-58 0,3-93 0,28 179 0,-2-157 0,5 141 0,15 105 0,-9 19 0,-5 92 0,1 33 0,2-178 0,1-1 0,2 1 0,0-1 0,20 45 0,-25-67 0,0 0 0,0 0 0,0 0 0,0 0 0,1-1 0,0 1 0,0-1 0,0 0 0,0 0 0,0 0 0,1 0 0,-1 0 0,1-1 0,-1 0 0,1 0 0,5 2 0,5 2 0,1-1 0,0-1 0,20 3 0,30 9 0,-55-12 0,-1-1 0,1-1 0,0 1 0,0-1 0,0-1 0,0 0 0,0-1 0,1 0 0,-1 0 0,0-1 0,10-2 0,-15 2 0,0 0 0,-1-1 0,1 1 0,0-1 0,-1 0 0,0 0 0,1-1 0,-1 0 0,0 1 0,0-1 0,0 0 0,-1-1 0,1 1 0,-1-1 0,0 0 0,0 1 0,0-1 0,0-1 0,-1 1 0,0 0 0,1-1 0,-2 1 0,1-1 0,2-7 0,-1-7-170,0 0-1,-1 0 0,-1-1 1,0 1-1,-2-1 0,0 1 1,-7-33-1,2 27-6655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9:09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128 559 24575,'-2'-14'0,"-1"0"0,-1 0 0,-9-24 0,-2-8 0,2 4 0,-32-68 0,12 36 0,97 189 0,-47-80 0,1-1 0,1 0 0,2-2 0,41 48 0,-55-73 0,0-1 0,0 0 0,0 0 0,1-1 0,0 0 0,0-1 0,1 0 0,-1 0 0,1-1 0,0 0 0,15 4 0,-21-7 0,0 1 0,1 0 0,-1-1 0,0 0 0,1 1 0,-1-1 0,0-1 0,1 1 0,-1 0 0,0-1 0,0 0 0,1 1 0,-1-1 0,0-1 0,0 1 0,0 0 0,0-1 0,0 1 0,0-1 0,0 0 0,-1 0 0,1 0 0,-1-1 0,1 1 0,-1 0 0,0-1 0,0 0 0,0 1 0,0-1 0,0 0 0,-1 0 0,1 0 0,-1 0 0,1-4 0,2-7 0,-1 1 0,-1-1 0,-1 1 0,0-1 0,0 0 0,-2-16 0,-2-3 0,-11-46 0,6 50 0,-2 0 0,-1 1 0,-1 0 0,-2 1 0,0 0 0,-23-29 0,26 38 0,1-1 0,1 0 0,-8-21 0,57 92 0,-15-7 0,22 53 0,21 39 0,-55-112 0,-1 0 0,12 38 0,-17-41 0,1-1 0,1 0 0,1 0 0,21 32 0,-30-51 0,1 0 0,-1 0 0,0 0 0,1 0 0,0-1 0,-1 1 0,1-1 0,0 1 0,0-1 0,0 1 0,0-1 0,0 0 0,0 0 0,0 0 0,0 0 0,0 0 0,0-1 0,1 1 0,-1-1 0,0 1 0,1-1 0,-1 0 0,0 0 0,1 0 0,-1 0 0,0 0 0,4-1 0,-2-1 0,-1 1 0,1-1 0,-1 0 0,0 0 0,0 0 0,1 0 0,-2-1 0,1 1 0,0-1 0,0 0 0,-1 1 0,0-1 0,1 0 0,-1-1 0,0 1 0,2-6 0,16-44 0,-16 40 0,1-1 0,1 1 0,7-13 0,24-46-1365,-26 52-5461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9:13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0 375 24575,'25'0'0,"0"-1"0,0 0 0,0-2 0,48-12 0,116-40 0,260-70 0,-144 42 0,-135 36 0,-59 18 0,-72 13-1365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9:39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359 275 24575,'-82'-2'0,"40"0"0,0 2 0,-74 9 0,113-9 0,-1 1 0,0-1 0,1 1 0,-1 0 0,1 0 0,-1 1 0,1-1 0,0 1 0,0-1 0,0 1 0,-1 0 0,2 0 0,-1 1 0,0-1 0,0 1 0,1-1 0,-1 1 0,-3 5 0,4-3 0,0 1 0,0 0 0,0 0 0,0 0 0,1 0 0,0 0 0,0 0 0,1 0 0,-1 0 0,2 10 0,-1 5 0,2 0 0,0 0 0,2 0 0,0 0 0,1-1 0,1 1 0,14 32 0,-15-44 0,-1 0 0,1 0 0,1-1 0,0 1 0,0-2 0,0 1 0,1 0 0,0-1 0,0-1 0,1 1 0,0-1 0,0 0 0,1-1 0,-1 0 0,1 0 0,0-1 0,1 0 0,14 4 0,-19-7 0,1 0 0,-1-1 0,1 1 0,-1-1 0,1 0 0,-1-1 0,0 1 0,1-1 0,-1 0 0,1 0 0,-1-1 0,0 0 0,0 0 0,0 0 0,0 0 0,0-1 0,0 0 0,-1 0 0,6-4 0,-5 2 0,0 1 0,0-1 0,0 0 0,-1 0 0,0 0 0,0 0 0,-1-1 0,1 1 0,-1-1 0,0 0 0,-1 0 0,1-1 0,-1 1 0,-1 0 0,3-11 0,-2-24 0,-1 0 0,-7-61 0,3 84 0,0 0 0,-1 1 0,-8-20 0,6 19 0,0-1 0,-4-27 0,-1-30 0,4 29 0,-3-68 0,12 146 0,1-1 0,1 1 0,2-1 0,1 0 0,1-1 0,17 41 0,42 119 0,-61-175 0,1 0 0,0 0 0,2 0 0,-1-1 0,1-1 0,1 1 0,1-1 0,22 20 0,-27-26 0,1-1 0,0 0 0,0 0 0,0 0 0,1-1 0,-1 0 0,1-1 0,0 0 0,0 0 0,0 0 0,1-1 0,-1 0 0,1-1 0,-1 0 0,1 0 0,-1-1 0,1 0 0,8-2 0,-11 1 0,0-1 0,0-1 0,-1 1 0,1-1 0,-1 0 0,1 0 0,-1-1 0,0 1 0,0-1 0,-1 0 0,1-1 0,-1 1 0,0-1 0,0 0 0,0 0 0,-1 0 0,0 0 0,5-12 0,-4 10 0,0-1 0,-1 0 0,0-1 0,0 1 0,-1-1 0,0 1 0,-1-1 0,0 1 0,0-1 0,-1 0 0,0 0 0,-2-16 0,-7 2-1365,-2 6-5461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9:40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2 24575,'-60'-1'0,"-68"2"0,124 0 0,0-1 0,-1 0 0,1 1 0,0 0 0,0 0 0,0 0 0,0 1 0,0-1 0,1 1 0,-1 0 0,0 0 0,1 0 0,-1 1 0,1-1 0,0 1 0,0 0 0,0-1 0,0 2 0,0-1 0,1 0 0,-1 0 0,1 1 0,0 0 0,0-1 0,0 1 0,0 0 0,1 0 0,0 0 0,-1 5 0,-2 10 0,2 0 0,0 1 0,2-1 0,0 1 0,3 21 0,-1 3 0,-2-37 0,1 1 0,-1-1 0,1 0 0,1 1 0,-1-1 0,1 0 0,1 0 0,-1 0 0,1 0 0,0 0 0,1-1 0,0 0 0,0 1 0,5 6 0,-2-6 0,0-1 0,1 1 0,-1-1 0,1-1 0,0 1 0,0-1 0,1-1 0,0 1 0,-1-1 0,15 3 0,0-1 0,1-1 0,0-2 0,1 0 0,-1-2 0,0-1 0,31-3 0,7 1 0,-56 2 6,0 0 0,-1-1 0,1 0 0,0 0 0,-1 0 0,1-1 0,-1 0 0,0 0 0,0-1 0,0 1 0,0-1 0,0 0 0,0 0 0,6-7 0,3-3-197,-1 0-1,-1-1 0,12-18 1,-12 16-498,2-2-6137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49:43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38 155 24575,'0'-4'0,"0"-5"0,-4-1 0,-1-4 0,0-2 0,1-3 0,1-3 0,1 0 0,-3 2 0,-4 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4:24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24575,'519'0'-1365,"-499"0"-5461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4:26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24575,'1'3'0,"0"0"0,-1 0 0,1 1 0,1-1 0,-1 0 0,0 0 0,1-1 0,-1 1 0,1 0 0,0 0 0,0-1 0,0 1 0,0-1 0,4 4 0,36 28 0,-23-22 0,-1-1 0,2-1 0,0 0 0,31 9 0,9 5 0,-58-24 0,-1 1 0,1 0 0,0 0 0,-1-1 0,1 1 0,0 1 0,-1-1 0,1 0 0,-1 0 0,0 0 0,1 1 0,-1-1 0,2 3 0,-3-4 0,0 1 0,0 0 0,0-1 0,1 1 0,-1 0 0,0-1 0,0 1 0,0 0 0,0 0 0,0-1 0,0 1 0,0 0 0,0-1 0,0 1 0,-1 0 0,1-1 0,0 1 0,0 0 0,-1-1 0,1 1 0,0-1 0,-1 1 0,1 0 0,-1 0 0,-3 3 0,-1 0 0,0 0 0,0 0 0,0 0 0,0-1 0,-9 5 0,7-5-52,-29 16-276,0 2 0,2 1-1,-46 38 1,61-42-6498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18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572 940 24575,'-1'-3'0,"1"0"0,0 0 0,0 0 0,-1 0 0,0 0 0,0 0 0,1 0 0,-2 1 0,1-1 0,0 0 0,0 0 0,-1 1 0,0-1 0,1 1 0,-1 0 0,0-1 0,0 1 0,0 0 0,-1 0 0,1 0 0,0 1 0,-1-1 0,1 0 0,-1 1 0,0 0 0,1-1 0,-1 1 0,0 0 0,0 1 0,0-1 0,-4 0 0,-11-2 0,1 1 0,-1 0 0,1 2 0,-22 1 0,21 0 0,-18 0 0,-36 5 0,58-3 0,1-1 0,0 2 0,0 0 0,0 1 0,-23 11 0,21-8 0,1 1 0,0 0 0,0 0 0,1 2 0,1 0 0,0 0 0,-16 20 0,22-23 0,0 0 0,1 0 0,0 1 0,0 0 0,1 0 0,0 1 0,1-1 0,0 1 0,0-1 0,1 1 0,1 0 0,0 0 0,-1 16 0,2 9 0,-1-16 0,1-1 0,1 1 0,0-1 0,1 1 0,5 17 0,-5-33 0,-1 0 0,1 0 0,-1-1 0,1 1 0,0 0 0,0-1 0,0 0 0,0 1 0,1-1 0,-1 0 0,1 0 0,-1 0 0,1-1 0,0 1 0,0-1 0,-1 1 0,1-1 0,0 0 0,0 0 0,0 0 0,1 0 0,2 0 0,11 2 0,0-1 0,31 0 0,-33-2 0,3 1 0,17 0 0,47-4 0,-71 1 0,0 1 0,0-1 0,0-1 0,-1 0 0,1-1 0,-1 0 0,0 0 0,15-9 0,-1-2 0,-1-1 0,0-1 0,25-25 0,-41 35 0,0 0 0,-1-1 0,0 0 0,0 0 0,-1-1 0,1 1 0,-2-1 0,1 0 0,-2-1 0,1 1 0,-1-1 0,3-17 0,-1-3 0,12-83 0,6-198 0,-24-175 0,1 464-273,2-1 0,1 1 0,1 0 0,12-40 0,-9 42-6553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19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24575,'2'20'0,"1"0"0,0 0 0,2 0 0,0 0 0,2-1 0,17 37 0,-19-42 0,-2-8 0,1 0 0,-1 0 0,1 0 0,0 0 0,0 0 0,0-1 0,1 1 0,0-1 0,0-1 0,0 1 0,1-1 0,0 0 0,0 0 0,0 0 0,0-1 0,0 0 0,9 3 0,-9-4 0,-1-1 0,1 1 0,0-1 0,-1 0 0,1-1 0,0 1 0,0-1 0,-1 0 0,1-1 0,0 0 0,0 1 0,0-2 0,-1 1 0,1-1 0,-1 0 0,1 0 0,-1 0 0,0-1 0,0 0 0,0 0 0,6-4 0,7-8-1365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22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96 262 24575,'-1'-35'0,"0"22"0,0-1 0,2 1 0,-1 0 0,1 0 0,5-21 0,-5 31 0,0 0 0,1 0 0,-1 0 0,1 0 0,-1 0 0,1 0 0,0 0 0,0 1 0,0-1 0,0 1 0,1-1 0,-1 1 0,1 0 0,-1 0 0,1 0 0,0 0 0,0 0 0,0 0 0,0 1 0,0 0 0,0 0 0,0-1 0,0 2 0,1-1 0,-1 0 0,6 0 0,40-2 0,99 4 0,-1 2 0,-136-4 0,-1 0 0,0-1 0,0 0 0,17-6 0,-22 7 0,-1-1 0,1 0 0,-1 0 0,0-1 0,1 1 0,-1-1 0,-1 0 0,1 0 0,0 0 0,-1 0 0,1-1 0,2-3 0,-6 6 0,1 1 0,-1 0 0,0 0 0,0-1 0,0 1 0,1 0 0,-1-1 0,0 1 0,0 0 0,0-1 0,0 1 0,0 0 0,0-1 0,0 1 0,0 0 0,0-1 0,0 1 0,0 0 0,0-1 0,0 1 0,0 0 0,0-1 0,0 1 0,0 0 0,0-1 0,0 1 0,0 0 0,-1 0 0,1-1 0,0 1 0,0 0 0,0-1 0,-1 1 0,1-1 0,-14-4 0,-17 3 0,22 3 0,1 1 0,0 0 0,0 0 0,0 0 0,0 1 0,0 1 0,0-1 0,1 1 0,-1 0 0,1 1 0,0 0 0,-8 8 0,2-2 0,0 1 0,1 1 0,0 1 0,-18 27 0,21-26 0,1 0 0,1 0 0,1 1 0,0 0 0,1 0 0,1 1 0,1-1 0,0 1 0,-1 19 0,2 23 0,6 75 0,-1-92 0,3 19 0,30 121 0,-17-93 0,-7-29 0,-2 0 0,-4 1 0,-1 76 0,-5-125 0,-1-1 0,0 0 0,-1 0 0,0 1 0,-1-1 0,0-1 0,-1 1 0,0 0 0,-1-1 0,0 0 0,0 0 0,-1 0 0,0-1 0,-1 0 0,0 0 0,-16 14 0,6-6 0,-1-1 0,0 0 0,-29 17 0,35-25 0,-1-1 0,0 0 0,-1-1 0,0 0 0,0-1 0,-24 5 0,35-9 0,-1-1 0,1 0 0,-1-1 0,0 1 0,1 0 0,-1-1 0,1 0 0,0 0 0,-1 0 0,1 0 0,0-1 0,-1 1 0,1-1 0,0 0 0,0 0 0,0 0 0,1 0 0,-1 0 0,0-1 0,1 1 0,-1-1 0,1 0 0,0 0 0,0 0 0,0 0 0,0 0 0,-1-5 0,-5-8 0,1 0 0,0 0 0,2-1 0,-6-21 0,3 3 0,2 1 0,0-1 0,3 0 0,1-66 0,3 94 0,0 0 0,1 0 0,0 0 0,1 0 0,-1 0 0,1 1 0,0-1 0,1 1 0,0 0 0,0 0 0,0 0 0,1 0 0,0 1 0,0-1 0,0 1 0,1 1 0,-1-1 0,13-7 0,11-5 0,0 1 0,57-23 0,-73 34 0,227-98 0,-209 87-12,-1-1 1,38-29-1,-22 15-1318,-25 17-5496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23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24575,'3'2'0,"-1"0"0,2 0 0,-1 0 0,0 0 0,0-1 0,1 1 0,-1-1 0,0 0 0,1 0 0,0 0 0,-1-1 0,5 1 0,49 2 0,-47-3 0,51-3 0,85-14 0,-10 0 0,520 6 0,-397 14 0,542-3-1365,-783 0-5461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25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334 545 24575,'0'-1'0,"-1"0"0,1 0 0,0 1 0,0-1 0,-1 0 0,1 0 0,-1 0 0,1 1 0,-1-1 0,1 0 0,-1 1 0,1-1 0,-1 0 0,0 1 0,1-1 0,-1 1 0,0-1 0,1 1 0,-1-1 0,0 1 0,0-1 0,1 1 0,-1 0 0,0 0 0,0-1 0,0 1 0,-1 0 0,-27-5 0,25 5 0,-46-4 0,0 2 0,-59 6 0,106-3 0,0-1 0,1 1 0,-1 0 0,1 0 0,0 0 0,-1 0 0,1 0 0,0 0 0,-1 1 0,1-1 0,0 1 0,0-1 0,0 1 0,0 0 0,0 0 0,1 0 0,-1 0 0,1 0 0,-1 1 0,1-1 0,0 0 0,0 1 0,0-1 0,0 1 0,0-1 0,0 4 0,-3 9 0,1 1 0,1-1 0,-1 23 0,1-15 0,0 0 0,-2 1 0,2 0 0,1 0 0,1 0 0,0 0 0,8 41 0,-6-59 0,0-1 0,0 1 0,0 0 0,1-1 0,0 1 0,0-1 0,0 0 0,1 0 0,0 0 0,0-1 0,0 1 0,0-1 0,1 0 0,0 0 0,0 0 0,0-1 0,0 0 0,0 0 0,1 0 0,0 0 0,-1-1 0,1 0 0,0 0 0,0-1 0,0 0 0,0 0 0,0 0 0,0-1 0,0 1 0,0-1 0,1-1 0,-1 0 0,0 1 0,0-2 0,0 1 0,0-1 0,-1 0 0,1 0 0,0 0 0,-1-1 0,1 0 0,-1 0 0,0 0 0,0-1 0,0 0 0,0 0 0,-1 0 0,0-1 0,0 1 0,7-10 0,-4 2 0,0 0 0,-1-1 0,0 1 0,-1-1 0,0-1 0,-1 1 0,0-1 0,-1 1 0,1-24 0,-1-11 0,-6-72 0,0 34 0,3-372 0,-1 450 0,1 4 0,0 0 0,-1 1 0,1-1 0,1 0 0,-1 1 0,0-1 0,1 0 0,0 1 0,0-1 0,0 1 0,0-1 0,4-5 0,-5 9 0,0 0 0,0 0 0,1 0 0,-1 0 0,0 0 0,0 0 0,1 0 0,-1 0 0,0 0 0,0 0 0,0 0 0,1 0 0,-1 0 0,0 0 0,0 0 0,0 0 0,1 1 0,-1-1 0,0 0 0,0 0 0,0 0 0,1 0 0,-1 1 0,0-1 0,0 0 0,0 0 0,0 0 0,0 1 0,0-1 0,0 0 0,1 0 0,-1 0 0,0 1 0,0-1 0,0 0 0,0 0 0,0 1 0,0-1 0,0 0 0,0 0 0,0 1 0,0-1 0,3 14 0,2 46 0,-2 0 0,-6 67 0,3 83 0,3-196 0,0 1 0,0-1 0,1 0 0,1 0 0,0 0 0,9 15 0,9 25 0,-6 6 0,-12-42 0,-1-1 0,2 0 0,11 23 0,-12-29 0,1-1 0,0 1 0,1-2 0,-1 1 0,12 10 0,-15-16 0,1-1 0,0 0 0,0 0 0,1 0 0,-1-1 0,1 1 0,-1-1 0,1 0 0,0-1 0,0 1 0,-1-1 0,1 0 0,0 0 0,0 0 0,6-1 0,0 2-91,0-2 0,0 1 0,0-1 0,0-1 0,0 0 0,0-1 0,-1 0 0,1 0 0,0-1 0,-1-1 0,0 0 0,1 0 0,-2-1 0,17-10 0,-9 2-6735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27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402 192 24575,'0'-7'0,"1"-9"0,-1 0 0,-1 0 0,-1 0 0,0 0 0,-6-20 0,7 32 0,0 0 0,-1 1 0,0-1 0,0 0 0,0 1 0,0-1 0,0 1 0,-1 0 0,1 0 0,-1 0 0,0 0 0,0 0 0,0 1 0,0-1 0,-1 1 0,1 0 0,-1 0 0,1 0 0,-1 0 0,0 1 0,0-1 0,1 1 0,-1 0 0,0 0 0,0 0 0,-5 0 0,-4 0 0,0 1 0,0 0 0,0 0 0,1 2 0,-1-1 0,0 1 0,0 1 0,1 1 0,0-1 0,0 2 0,0 0 0,0 0 0,1 1 0,-1 1 0,2 0 0,-1 0 0,1 1 0,0 0 0,0 1 0,-11 13 0,17-15 0,-1 1 0,1-1 0,1 1 0,-1 0 0,1 0 0,0 0 0,-2 17 0,-6 62 0,10-79 0,-2 12 0,2 0 0,0 0 0,2-1 0,0 1 0,5 28 0,-4-42 0,0 0 0,0 0 0,0 0 0,1 0 0,-1 0 0,1-1 0,1 1 0,-1-1 0,1 0 0,0 0 0,0 0 0,1-1 0,-1 1 0,1-1 0,0 0 0,0 0 0,1-1 0,-1 1 0,1-1 0,9 4 0,-3-3 0,1 0 0,-1-1 0,1-1 0,-1 1 0,1-2 0,16 1 0,78-8 0,-104 6 0,1 0 0,-1-1 0,1 0 0,-1 0 0,0 0 0,1-1 0,-1 1 0,0-1 0,0 1 0,0-1 0,0 0 0,0 0 0,-1 0 0,1-1 0,-1 1 0,1-1 0,-1 1 0,0-1 0,0 0 0,0 0 0,0 0 0,0 0 0,-1 0 0,1 0 0,-1-1 0,0 1 0,0 0 0,0-1 0,-1 1 0,1-6 0,1-11 0,0 1 0,-2-1 0,-1 0 0,-3-24 0,2 26 0,0 3 0,-1-1 0,-1 1 0,0 0 0,-8-17 0,1 2 0,11 28 0,-1-1 0,1 0 0,-1 0 0,1 0 0,0 1 0,0-1 0,0 0 0,1 0 0,-1 0 0,1-3 0,0 6 0,-1-1 0,0 1 0,0-1 0,0 1 0,0-1 0,1 1 0,-1-1 0,0 1 0,1-1 0,-1 1 0,0-1 0,1 1 0,-1-1 0,0 1 0,1 0 0,-1-1 0,1 1 0,-1 0 0,1-1 0,-1 1 0,1 0 0,-1-1 0,1 1 0,-1 0 0,1 0 0,-1 0 0,1 0 0,0-1 0,-1 1 0,1 0 0,-1 0 0,1 0 0,-1 0 0,1 0 0,0 0 0,-1 1 0,1-1 0,-1 0 0,1 0 0,-1 0 0,1 0 0,-1 1 0,1-1 0,-1 0 0,1 1 0,-1-1 0,1 0 0,-1 1 0,1-1 0,-1 0 0,0 1 0,1-1 0,-1 1 0,0-1 0,1 1 0,-1-1 0,1 1 0,8 11 0,1 0 0,-2 0 0,0 1 0,0 0 0,-1 0 0,0 0 0,4 17 0,10 17 0,11 26 0,-25-53 0,1 0 0,1-1 0,1 0 0,0 0 0,1-1 0,27 31 0,-34-45 0,0-1 0,0 0 0,1 0 0,-1 0 0,1-1 0,0 0 0,0 0 0,0 0 0,0 0 0,0-1 0,0 0 0,0 0 0,1 0 0,5 0 0,14-1 0,44-4 0,-27 1 0,-35 3 17,0 0 0,0-1 1,0 0-1,0 0 0,0-1 0,11-4 0,-14 5-116,-1-1 0,0 0 0,0 0 0,0 0 0,0 0 0,0-1 0,-1 1 0,1-1 0,-1 0 0,1 0 0,-1 0 0,0 0 0,0 0 0,2-4 0,6-16-6727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28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49 24575,'4'0'0,"5"0"0,13 0 0,15 0 0,14-4 0,5-1 0,5-4 0,1-1 0,-6 2 0,-6 2 0,-6 2 0,-11 2-8191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29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24575,'4'0'0,"10"0"0,5 0 0,9 0 0,7 0 0,1 0 0,0 0 0,-4 0 0,-3 0 0,-1 0 0,-3 0 0,-1 0 0,0 0 0,-1 0 0,-5 0-8191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35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219 820 24575,'-1'-4'0,"0"-1"0,0 1 0,0 0 0,0 0 0,0-1 0,-1 1 0,0 0 0,0 0 0,0 1 0,0-1 0,-1 0 0,1 1 0,-1-1 0,0 1 0,0 0 0,0 0 0,-1 0 0,1 0 0,-1 0 0,1 1 0,-1 0 0,0 0 0,0 0 0,-6-2 0,5 1 0,0 1 0,0 1 0,0-1 0,0 1 0,0-1 0,-1 2 0,1-1 0,0 0 0,-1 1 0,1 0 0,0 0 0,0 1 0,-1 0 0,1 0 0,0 0 0,0 0 0,0 1 0,0-1 0,0 1 0,-7 4 0,9-3 0,0 0 0,1 0 0,-1-1 0,1 2 0,-1-1 0,1 0 0,0 0 0,0 1 0,0-1 0,0 1 0,1 0 0,0 0 0,0-1 0,0 1 0,0 0 0,0 0 0,0 5 0,0 10 0,1 0 0,2 27 0,0-15 0,1 164 0,-3-191 0,1 0 0,-1 0 0,1-1 0,0 1 0,0 0 0,0 0 0,0-1 0,1 1 0,0-1 0,-1 1 0,1-1 0,0 1 0,1-1 0,-1 0 0,1 0 0,-1 0 0,1-1 0,5 5 0,-6-6 0,0 0 0,0 0 0,1 0 0,-1 0 0,0 0 0,0-1 0,0 1 0,1-1 0,-1 0 0,0 0 0,0 0 0,1 0 0,-1 0 0,0 0 0,0 0 0,1-1 0,-1 1 0,0-1 0,0 0 0,0 0 0,1 1 0,-1-1 0,0-1 0,0 1 0,-1 0 0,1 0 0,0-1 0,0 1 0,-1-1 0,1 0 0,0 1 0,1-4 0,5-7 0,0-1 0,-1 1 0,0-1 0,-1-1 0,-1 1 0,0-1 0,-1 0 0,4-20 0,0 1 0,-2 5 0,-1 0 0,-2-1 0,0 0 0,-3-40 0,-1 33 0,2 0 0,7-38 0,2-14 0,-4 0 0,-6-130 0,-2 81 0,2 2 0,-1 179 0,3 0 0,1 0 0,2-1 0,2 0 0,2 0 0,18 49 0,-22-75 0,0-1 0,-1 1 0,-1 0 0,0 0 0,-1 20 0,-3 89 0,-1-46 0,0 2 0,4 95 0,-1-170 0,0 0 0,0 1 0,0-1 0,1 0 0,0-1 0,0 1 0,1 0 0,0-1 0,0 1 0,1-1 0,0 0 0,0 0 0,0 0 0,0-1 0,1 1 0,7 5 0,-8-8 0,0 0 0,1 0 0,0 0 0,0 0 0,0-1 0,0 0 0,0 0 0,0 0 0,1-1 0,-1 0 0,0 0 0,1 0 0,-1-1 0,1 1 0,-1-1 0,1-1 0,-1 1 0,1-1 0,-1 0 0,1 0 0,7-3 0,21-11-1365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38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 24575,'84'-2'0,"-36"0"0,0 2 0,0 2 0,-1 2 0,58 13 0,-102-17 0,0 1 0,-1 0 0,1 1 0,-1-1 0,1 0 0,-1 1 0,1 0 0,-1-1 0,0 1 0,0 0 0,0 0 0,0 0 0,0 1 0,0-1 0,0 0 0,-1 1 0,1-1 0,-1 1 0,0-1 0,0 1 0,0 0 0,0-1 0,0 1 0,0 0 0,-1 0 0,1 3 0,0 10 0,0 0 0,-1 1 0,-3 26 0,1-11 0,-4 40 0,-17 90 0,12-98 0,5-12 0,3 0 0,4 71 0,-2 44 0,0-159 0,0 0 0,-1 1 0,1-1 0,-1 0 0,-1 0 0,0 0 0,0 0 0,0 0 0,-1 0 0,0-1 0,-1 0 0,0 0 0,0 0 0,0-1 0,-9 9 0,9-11 0,0 0 0,0 0 0,0-1 0,-1 1 0,1-1 0,-1-1 0,0 1 0,0-1 0,0 0 0,0 0 0,0-1 0,-1 1 0,1-1 0,0-1 0,-1 1 0,1-1 0,-1 0 0,1-1 0,0 0 0,-12-2 0,6 0 0,0-1 0,1 0 0,0-1 0,0 0 0,0 0 0,1-1 0,-1-1 0,1 0 0,-14-13 0,18 15 0,1-1 0,-1 1 0,1-1 0,1 0 0,-1-1 0,1 1 0,0-1 0,1 0 0,0 0 0,0 0 0,0 0 0,1-1 0,0 1 0,0-1 0,1 1 0,-1-9 0,1 6 0,1-1 0,0 1 0,0-1 0,1 1 0,0 0 0,1 0 0,0-1 0,1 1 0,0 1 0,1-1 0,0 0 0,0 1 0,1 0 0,0 0 0,1 0 0,0 0 0,0 1 0,1 0 0,8-8 0,-5 6 0,87-77 0,-85 78 0,1 0 0,0 1 0,0 0 0,1 1 0,0 0 0,20-6 0,142-43-1365,-152 50-5461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39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24575,'1508'0'-1365,"-1489"0"-5461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41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363 509 24575,'0'-2'0,"0"0"0,-1 0 0,1-1 0,-1 1 0,0 0 0,0 0 0,0 0 0,0 0 0,0 0 0,0 0 0,0 0 0,0 0 0,-1 0 0,1 1 0,-1-1 0,1 0 0,-1 1 0,0-1 0,0 1 0,0 0 0,0 0 0,0 0 0,0 0 0,0 0 0,0 0 0,-2-1 0,-8-2 0,0 0 0,-1 1 0,-16-2 0,25 4 0,-18-3 0,0 0 0,-1 2 0,1 0 0,-1 2 0,0 0 0,-39 7 0,59-6 0,-1 0 0,1 0 0,0 0 0,1 1 0,-1 0 0,0-1 0,0 1 0,1 0 0,-1 0 0,1 1 0,-1-1 0,1 0 0,0 1 0,0-1 0,0 1 0,0 0 0,1 0 0,-1 0 0,1 0 0,-1 0 0,1 0 0,0 0 0,0 0 0,1 0 0,-1 1 0,0 2 0,0 12 0,0-1 0,1 0 0,4 33 0,-1-15 0,-2 0 0,-1-4 0,2-1 0,1 0 0,8 35 0,-10-59 0,1 1 0,0 0 0,0-1 0,0 1 0,1-1 0,0 0 0,0 0 0,1 0 0,0-1 0,0 1 0,0-1 0,1 0 0,0 0 0,0 0 0,0 0 0,0-1 0,1 0 0,-1 0 0,11 4 0,-9-5 0,1 0 0,-1-1 0,1 0 0,-1-1 0,1 0 0,-1 0 0,1 0 0,0-1 0,0 0 0,-1-1 0,11-1 0,-13 1 0,0 0 0,0-1 0,0 1 0,0-1 0,0 0 0,-1 0 0,1-1 0,-1 1 0,1-1 0,-1 0 0,0 0 0,0-1 0,0 1 0,-1-1 0,1 0 0,-1 0 0,5-7 0,4-12 0,-1 0 0,-1-1 0,-2 0 0,0-1 0,-2 0 0,0 0 0,3-46 0,-5 18 0,-4-1 0,-9-93 0,-14 14 0,1 12 0,17 78 0,-16-57 0,21 100 0,0-1 0,0 0 0,0 1 0,0-1 0,0 1 0,0-1 0,0 1 0,0-1 0,-1 1 0,1-1 0,0 1 0,0-1 0,0 1 0,-1-1 0,1 1 0,0-1 0,0 1 0,-1-1 0,1 1 0,0 0 0,-1-1 0,1 1 0,-1 0 0,1-1 0,-1 1 0,1 0 0,0-1 0,-1 1 0,1 0 0,-1 0 0,0-1 0,-5 18 0,2 30 0,8 3 0,3-1 0,24 95 0,-6-36 0,-17-72 0,-4-7 0,2-1 0,1 0 0,1 0 0,2 0 0,15 29 0,-3-15 0,-9-15 0,1 0 0,2-1 0,1-1 0,1 0 0,28 29 0,-41-49 10,-1-2 0,1 1 0,0 0 0,1-1 0,-1 0 0,1 0 0,-1-1 0,1 1 0,0-1 0,0-1 0,7 2 0,2-1-381,-1 0-1,1-1 1,21-2 0,-10-1-6455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43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1 321 24575,'-1'-83'0,"3"-94"0,-2 174 0,1 0 0,-1 1 0,1-1 0,-1 0 0,1 0 0,0 0 0,0 1 0,0-1 0,1 1 0,-1-1 0,1 1 0,-1-1 0,1 1 0,0 0 0,0 0 0,0-1 0,0 1 0,0 1 0,0-1 0,0 0 0,1 1 0,-1-1 0,4-1 0,-3 2 0,-1 0 0,0 1 0,1-1 0,-1 1 0,0 0 0,1 0 0,-1 0 0,0 0 0,1 0 0,-1 0 0,0 0 0,1 1 0,-1-1 0,0 1 0,1 0 0,-1 0 0,0 0 0,0 0 0,0 0 0,0 0 0,0 0 0,0 1 0,0-1 0,0 1 0,-1-1 0,1 1 0,0 0 0,-1 0 0,2 1 0,6 13 0,0 1 0,-1-1 0,-1 1 0,0 1 0,-1-1 0,-1 1 0,3 24 0,6 16 0,-6-33 0,59 197 0,-67-220 0,1 1 0,0-1 0,0 0 0,-1 0 0,1 0 0,1 1 0,-1-1 0,0 0 0,0 0 0,1-1 0,-1 1 0,1 0 0,0 0 0,-1-1 0,1 1 0,0-1 0,0 1 0,0-1 0,0 0 0,0 0 0,4 2 0,-4-3 0,1 0 0,0 0 0,-1 0 0,1 0 0,0 0 0,-1 0 0,1-1 0,0 1 0,-1-1 0,1 0 0,-1 0 0,1 0 0,-1 0 0,0 0 0,1-1 0,1-1 0,6-4 0,-1 0 0,0-1 0,-1 0 0,1-1 0,-2 0 0,1 0 0,8-14 0,-9 9 0,0 0 0,-1 0 0,-1-1 0,0 0 0,-1 0 0,0 0 0,-1 0 0,-1 0 0,-1-1 0,0 1 0,-1-1 0,-2-19 0,0 19 0,0-1 0,-1 1 0,-1 0 0,0 0 0,-2 0 0,1 1 0,-2-1 0,0 1 0,-1 1 0,-1-1 0,-12-16 0,19 29 0,0 0 0,1 1 0,-1-1 0,-1 0 0,1 0 0,0 1 0,0-1 0,0 1 0,-1 0 0,1 0 0,-1 0 0,1 0 0,-1 0 0,1 0 0,-1 1 0,0-1 0,1 1 0,-6 0 0,7 0 0,0 0 0,0 0 0,-1 0 0,1 1 0,0-1 0,0 1 0,0-1 0,0 1 0,0-1 0,-1 1 0,1 0 0,0-1 0,0 1 0,0 0 0,1 0 0,-1 0 0,0 0 0,0 0 0,0 0 0,1 0 0,-1 0 0,0 0 0,1 0 0,-1 0 0,1 0 0,-1 0 0,1 0 0,0 1 0,0-1 0,-1 0 0,1 0 0,0 1 0,0-1 0,0 0 0,0 0 0,0 1 0,0-1 0,1 0 0,-1 0 0,0 0 0,1 2 0,0 0 0,-1 0 0,1 0 0,0 0 0,0-1 0,0 1 0,1 0 0,-1-1 0,0 1 0,1 0 0,0-1 0,0 0 0,-1 1 0,2-1 0,-1 0 0,0 0 0,3 2 0,0-1 0,0 0 0,0 0 0,1 0 0,-1-1 0,1 0 0,0 0 0,9 2 0,7-1 0,0 0 0,1-2 0,28-1 0,-43 0 0,16 0-120,-11 0 183,0 0 1,0 0-1,25-5 0,-35 4-128,0 0 0,-1 1 0,1-1-1,0 0 1,-1-1 0,1 1 0,-1 0 0,1-1 0,-1 1 0,1-1 0,-1 0-1,0 0 1,0 0 0,0 0 0,0 0 0,0 0 0,-1-1 0,1 1-1,-1 0 1,1-1 0,-1 0 0,2-4 0,1-11-6761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43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46.1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289 846 24575,'0'-8'0,"0"-3"0,0 1 0,0-1 0,-1 0 0,-1 1 0,-3-16 0,4 23 0,0 0 0,-1-1 0,1 1 0,-1 0 0,0 1 0,0-1 0,0 0 0,0 0 0,0 1 0,-1 0 0,1-1 0,-1 1 0,0 0 0,0 0 0,1 0 0,-1 0 0,0 1 0,0-1 0,-1 1 0,1 0 0,-5-1 0,1-1 0,-1 1 0,0 1 0,0 0 0,0 0 0,0 0 0,0 1 0,0 0 0,-1 0 0,1 1 0,0 0 0,0 1 0,1 0 0,-1 0 0,-15 7 0,18-6 0,-1 0 0,1 0 0,-1 1 0,1 0 0,0 0 0,1 1 0,-1-1 0,1 1 0,0 0 0,0 0 0,0 0 0,0 1 0,1-1 0,0 1 0,1 0 0,-1 0 0,1 0 0,0 0 0,-1 9 0,-3 23 0,3 0 0,1 0 0,6 65 0,-1-13 0,-3-79 0,0 0 0,1-1 0,0 1 0,1 0 0,0-1 0,1 1 0,0-1 0,1 0 0,8 17 0,-10-23 0,0-1 0,0 0 0,1 0 0,-1 0 0,1 0 0,0 0 0,0 0 0,0-1 0,0 1 0,0-1 0,0 0 0,1 0 0,-1 0 0,1-1 0,0 1 0,-1-1 0,1 0 0,0 0 0,0 0 0,0 0 0,0-1 0,0 1 0,0-1 0,0 0 0,-1 0 0,1-1 0,0 1 0,0-1 0,7-2 0,-4 2 0,1-1 0,-1-1 0,0 0 0,1 0 0,-1 0 0,0-1 0,-1 0 0,1 0 0,-1 0 0,0-1 0,0 0 0,0 0 0,0-1 0,-1 0 0,0 0 0,5-8 0,-4 4 0,-1-1 0,0 0 0,0 0 0,-1 0 0,-1-1 0,0 1 0,0-1 0,-1 0 0,0-23 0,-4-201 0,-2 73 0,2 10 0,5-153 0,0 277 35,2 0 0,11-40 0,2-4-1505,-14 53-5356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47.0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24575,'2'9'0,"0"0"0,0 0 0,1-1 0,0 1 0,1-1 0,0 0 0,0 0 0,1 0 0,0 0 0,7 8 0,1 4 0,3 4 0,-1 2 0,2-1 0,1 0 0,36 38 0,-50-60 9,0 0-1,0 0 0,0-1 1,1 1-1,-1-1 0,1 0 1,-1 0-1,1 0 0,0-1 1,0 1-1,8 0 1,56 0-968,-59-2 452,22-1-6319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48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0 429 24575,'2'-1'0,"0"1"0,0-1 0,0 1 0,0-1 0,-1 0 0,1 0 0,0 0 0,-1 0 0,1 0 0,0 0 0,-1 0 0,1 0 0,-1-1 0,1 1 0,-1-1 0,0 1 0,0-1 0,0 1 0,0-1 0,0 0 0,0 0 0,0 1 0,0-1 0,-1 0 0,1 0 0,-1 0 0,1-4 0,2-7 0,0 0 0,1-23 0,-4 33 0,1-139 0,-1 130 0,0 6 0,2 6 0,5 12 0,7 26 0,17 88 0,-22-82 0,2 0 0,2 0 0,35 78 0,-46-119 0,0 1 0,1-1 0,-1 1 0,1-1 0,0 0 0,0 0 0,0 0 0,0 0 0,0-1 0,0 1 0,1-1 0,0 0 0,-1 0 0,1 0 0,0 0 0,0-1 0,0 0 0,0 1 0,5-1 0,5 1 0,-1-1 0,1 0 0,0-1 0,22-3 0,-31 3 0,0-1 0,0 0 0,0-1 0,0 1 0,0-1 0,0 0 0,0 0 0,0 0 0,-1-1 0,1 1 0,-1-1 0,0-1 0,0 1 0,5-5 0,-3 1 0,0 0 0,-1 0 0,1-1 0,-1 0 0,-1 0 0,0 0 0,5-13 0,-1-3 0,-1 0 0,-2 0 0,0 0 0,-2-1 0,1-28 0,-7-124 0,1 167 0,1 0 0,-2 0 0,0 0 0,0 0 0,0 1 0,-1-1 0,-1 1 0,0 0 0,0 0 0,0 0 0,-1 1 0,-11-12 0,13 16 0,1 0 0,-1 0 0,-1 0 0,1 0 0,0 1 0,-1 0 0,0 0 0,0 0 0,0 0 0,0 1 0,0 0 0,0 0 0,0 0 0,-1 0 0,1 1 0,-1 0 0,0 1 0,1-1 0,-1 1 0,1 0 0,-1 0 0,0 0 0,-9 3 0,12-2 0,1 0 0,0 0 0,-1 0 0,1 0 0,0 0 0,0 1 0,0-1 0,0 1 0,0-1 0,0 1 0,0 0 0,0 0 0,1 0 0,-1 0 0,1 0 0,-1 0 0,1 0 0,0 0 0,0 1 0,0-1 0,0 0 0,0 1 0,1-1 0,-1 1 0,1-1 0,-1 1 0,1-1 0,0 1 0,0-1 0,0 1 0,0-1 0,1 1 0,-1-1 0,1 1 0,0-1 0,-1 1 0,1-1 0,0 0 0,0 1 0,0-1 0,1 0 0,-1 0 0,0 0 0,1 0 0,0 0 0,-1 0 0,1 0 0,0-1 0,0 1 0,0 0 0,0-1 0,0 0 0,0 1 0,1-1 0,-1 0 0,0 0 0,3 1 0,16 2 0,0 0 0,-1-1 0,1-1 0,0-1 0,0 0 0,34-5 0,-1 1 0,-34 4-195,1-2 0,-1 0 0,1-2 0,-1 0 0,0-1 0,32-10 0,-31 4-6631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49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 24575,'0'-1'0,"1"0"0,-1 1 0,0-1 0,0 0 0,0 1 0,1-1 0,-1 1 0,0-1 0,0 0 0,1 1 0,-1-1 0,1 1 0,-1-1 0,0 1 0,1-1 0,-1 1 0,1-1 0,-1 1 0,1 0 0,-1-1 0,1 1 0,0 0 0,-1-1 0,1 1 0,-1 0 0,1 0 0,1-1 0,20-3 0,-19 4 0,763-54 0,221 56-1365,-968-2-5461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51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359 545 24575,'-6'-5'0,"0"0"0,-1 0 0,1 1 0,-1-1 0,0 2 0,-1-1 0,1 1 0,-1 0 0,1 0 0,-1 1 0,0 0 0,-10-1 0,-10 1 0,0 0 0,-34 3 0,23 1 0,35-3 0,0 1 0,1 0 0,-1 0 0,1 1 0,-1-1 0,1 1 0,0-1 0,-1 1 0,1 0 0,-1 0 0,1 1 0,0-1 0,0 1 0,0 0 0,0-1 0,0 1 0,0 1 0,0-1 0,1 0 0,-1 1 0,1-1 0,0 1 0,-1 0 0,1 0 0,1 0 0,-1 0 0,0 0 0,1 0 0,-1 0 0,1 0 0,0 1 0,0-1 0,0 1 0,0 3 0,-2 3 0,1 1 0,0 0 0,1 0 0,0-1 0,1 1 0,0 0 0,1 0 0,0 0 0,0 0 0,1-1 0,1 1 0,0-1 0,0 1 0,1-1 0,0 0 0,1 0 0,0-1 0,1 1 0,8 10 0,-6-9 0,1 0 0,0 0 0,1-1 0,0-1 0,0 1 0,1-2 0,17 12 0,-21-16 0,1 0 0,-1-1 0,1 0 0,0 0 0,0-1 0,0 0 0,0 0 0,0 0 0,1-1 0,-1-1 0,0 1 0,1-1 0,14-3 0,-17 2 0,0-1 0,0 0 0,-1 0 0,1-1 0,0 1 0,-1-1 0,0-1 0,0 1 0,0-1 0,0 0 0,0 0 0,-1 0 0,0 0 0,0-1 0,0 0 0,0 0 0,-1 0 0,5-9 0,-2 3 0,0 0 0,-1-1 0,-1 0 0,0 0 0,0 0 0,-1-1 0,3-24 0,-5-4 0,-1 1 0,-2-1 0,-2 1 0,-1-1 0,-2 2 0,-2-1 0,-28-75 0,18 67 0,-23-68 0,38 99 0,-1 0 0,2 0 0,0 0 0,0-34 0,3 50 0,0-1 0,-1 1 0,1-1 0,1 1 0,-1-1 0,0 1 0,0-1 0,1 1 0,-1 0 0,0-1 0,1 1 0,0-1 0,-1 1 0,1 0 0,1-2 0,-2 3 0,0 0 0,1 0 0,-1-1 0,1 1 0,-1 0 0,0 0 0,1 0 0,-1 0 0,1 0 0,-1 0 0,1 0 0,-1 0 0,0 0 0,1 0 0,-1 1 0,1-1 0,-1 0 0,0 0 0,1 0 0,-1 0 0,1 1 0,-1-1 0,0 0 0,1 0 0,-1 1 0,0-1 0,1 0 0,-1 1 0,0-1 0,0 0 0,1 1 0,3 4 0,0 0 0,0 1 0,-1-1 0,0 1 0,4 9 0,23 66 0,-4 1 0,-3 1 0,20 146 0,-40-211 0,0 0 0,2 1 0,0-1 0,16 34 0,41 61 0,-35-68 0,-24-41 6,0 0 0,1 0-1,0 0 1,0 0 0,0 0-1,0-1 1,0 0 0,1 0 0,0 0-1,-1 0 1,1-1 0,0 0-1,0 0 1,1 0 0,-1-1-1,0 1 1,0-1 0,1-1 0,-1 1-1,8-1 1,0 1-192,0-1 1,-1-1-1,1 0 0,-1 0 1,1-2-1,-1 1 1,21-9-1,-9 0-6640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52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 95 24575,'0'-3'0,"-1"0"0,0 1 0,0-1 0,0 0 0,0 0 0,0 1 0,0-1 0,-1 1 0,1-1 0,-1 1 0,0 0 0,0 0 0,0-1 0,0 1 0,0 0 0,0 1 0,0-1 0,-1 0 0,-3-1 0,-5-4 0,-1 0 0,-21-8 0,25 11 0,-1 1 0,0 0 0,0 1 0,-1 0 0,1 0 0,0 1 0,-1 1 0,-13-1 0,20 2 0,0-1 0,0 0 0,0 1 0,-1 0 0,1-1 0,0 1 0,0 0 0,0 1 0,1-1 0,-1 1 0,0-1 0,0 1 0,1 0 0,-1 0 0,1 0 0,0 0 0,-1 0 0,1 1 0,0-1 0,0 1 0,1-1 0,-1 1 0,0 0 0,1-1 0,0 1 0,-1 0 0,0 6 0,-2 13 0,0 0 0,2 1 0,1 0 0,1-1 0,4 35 0,-1 4 0,-3-46 0,1 0 0,0 0 0,2 0 0,-1 0 0,2-1 0,0 1 0,7 16 0,-9-28 0,-1-1 0,1 0 0,0 0 0,0 0 0,0 0 0,0 0 0,0 0 0,0 0 0,0 0 0,0-1 0,1 0 0,-1 1 0,1-1 0,-1 0 0,1 0 0,0 0 0,-1 0 0,1-1 0,0 1 0,-1-1 0,1 0 0,0 1 0,0-1 0,-1 0 0,1-1 0,0 1 0,0 0 0,-1-1 0,1 0 0,0 1 0,3-3 0,2 1 0,0-2 0,1 1 0,-1-1 0,-1 0 0,1-1 0,-1 1 0,1-1 0,9-10 0,2-3 0,-15 15 0,1-1 0,-1 1 0,0-1 0,0-1 0,0 1 0,0 0 0,-1-1 0,1 0 0,-1 0 0,-1 0 0,1 0 0,-1 0 0,0-1 0,0 1 0,0-1 0,-1 1 0,0-1 0,1-9 0,-2-7 0,-1 14 0,1-1 0,0 0 0,0 0 0,2-12 0,-1 20 0,-1 0 0,0 0 0,0 0 0,0 1 0,1-1 0,-1 0 0,1 0 0,-1 0 0,0 0 0,1 0 0,-1 0 0,1 1 0,0-1 0,-1 0 0,1 0 0,0 1 0,-1-1 0,1 0 0,0 1 0,0-1 0,0 1 0,0-1 0,-1 1 0,1-1 0,0 1 0,0 0 0,0 0 0,0-1 0,0 1 0,0 0 0,0 0 0,0 0 0,0 0 0,0 0 0,0 0 0,0 0 0,0 0 0,0 0 0,0 0 0,0 1 0,0-1 0,0 0 0,-1 1 0,3 0 0,10 6 0,-1 0 0,0 0 0,0 1 0,-1 1 0,0 0 0,0 1 0,-1 0 0,0 0 0,12 19 0,-11-16 0,1 1 0,0-1 0,1-1 0,0 0 0,25 17 0,-35-27 0,1 0 0,0 0 0,0 0 0,1-1 0,-1 1 0,0-1 0,0 0 0,1 0 0,-1 0 0,1-1 0,-1 0 0,1 1 0,-1-2 0,6 1 0,-8-1 0,1 0 0,-1 1 0,0-1 0,1 0 0,-1 0 0,0 0 0,0-1 0,1 1 0,-1 0 0,0-1 0,-1 1 0,1-1 0,0 0 0,0 0 0,-1 0 0,1 0 0,-1 0 0,1 0 0,-1 0 0,0 0 0,0 0 0,0-1 0,0 1 0,0 0 0,-1-1 0,2-2 0,0-11-341,0 1 0,-1-1-1,-1-22 1,-1 13-6485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53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24575,'4'0'0,"13"0"0,16 0 0,6 0 0,5 0 0,2 0 0,-2 0 0,-5 0 0,-5 0 0,-4 0 0,-3 0 0,-6 0-8191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5:54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24575,'0'1'0,"-1"-1"0,1 0 0,0 0 0,0 0 0,-1 1 0,1-1 0,0 0 0,0 0 0,0 0 0,-1 1 0,1-1 0,0 0 0,0 1 0,0-1 0,0 0 0,0 0 0,0 1 0,0-1 0,-1 0 0,1 1 0,0-1 0,0 0 0,0 1 0,0-1 0,0 0 0,0 1 0,0-1 0,1 0 0,-1 0 0,0 1 0,0-1 0,0 0 0,0 1 0,0-1 0,0 0 0,1 1 0,12 5 0,22-2 0,-32-4 0,348 4 37,-195-5-1439,-132 1-5424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04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24575,'1'-1'0,"-1"0"0,1-1 0,-1 1 0,1 0 0,-1 1 0,1-1 0,-1 0 0,1 0 0,0 0 0,0 0 0,-1 0 0,1 1 0,0-1 0,0 0 0,0 1 0,0-1 0,0 0 0,0 1 0,0-1 0,0 1 0,0 0 0,0-1 0,0 1 0,0 0 0,0 0 0,1-1 0,0 1 0,37-4 0,-34 4 0,76-4 0,147 11 0,-215-5 0,1 0 0,-1 1 0,0 0 0,0 1 0,-1 1 0,1 0 0,-1 0 0,0 1 0,0 1 0,-1 0 0,0 0 0,19 17 0,-22-16 0,-1 0 0,1 1 0,-1 0 0,-1 0 0,0 0 0,0 1 0,-1 0 0,0 0 0,0 1 0,-1-1 0,-1 1 0,0 0 0,0 0 0,-1 0 0,1 18 0,-3-22 0,1 0 0,-1 0 0,-1 0 0,1-1 0,-1 1 0,0 0 0,-1 0 0,0-1 0,0 1 0,0-1 0,-6 10 0,6-12 0,-1 0 0,0 0 0,0-1 0,0 1 0,-1-1 0,1 0 0,-1 0 0,1 0 0,-1-1 0,0 1 0,0-1 0,-1 0 0,1 0 0,0 0 0,-1-1 0,1 0 0,-9 2 0,-5 0 0,1-2 0,-28 0 0,33-2 0,-1 1 0,1 1 0,0 0 0,0 1 0,-1 0 0,-13 4 0,24-3 0,9 0 0,11-1 0,25 0 0,-21-2 0,-1 1 0,0 1 0,0 1 0,0 1 0,0 1 0,21 7 0,18 13 0,-1 2 0,-1 3 0,-1 2 0,100 76 0,-152-103 0,0 0 0,0 0 0,-1 0 0,0 1 0,0-1 0,-1 1 0,1 0 0,-1 0 0,-1 1 0,1-1 0,-1 0 0,0 1 0,0-1 0,-1 1 0,0 0 0,0-1 0,0 14 0,-1-14 0,0 1 0,-1-1 0,1 1 0,-1-1 0,-1 0 0,1 0 0,-1 0 0,0 1 0,0-2 0,-1 1 0,0 0 0,0 0 0,0-1 0,-1 0 0,1 1 0,-1-1 0,-1-1 0,1 1 0,-6 4 0,-13 7 0,-1-1 0,-1-2 0,0 0 0,0-2 0,-53 16 0,22-12 0,-106 13 0,112-22 0,0-3 0,-95-6 0,123-1-1365,2-1-5461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04.8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06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0 643 24575,'2'0'0,"1"0"0,-1-1 0,0 1 0,0-1 0,0 0 0,0 0 0,0 1 0,0-1 0,-1-1 0,1 1 0,0 0 0,0 0 0,-1-1 0,1 1 0,-1-1 0,1 1 0,-1-1 0,0 0 0,1 1 0,-1-1 0,0 0 0,0 0 0,0 0 0,0 0 0,-1 0 0,1 0 0,-1 0 0,1 0 0,-1 0 0,1-5 0,1-9 0,0 0 0,-1-33 0,-1 36 0,0 7 0,0-35 0,1 0 0,11-61 0,-8 69 0,-1-1 0,-1 0 0,-3-37 0,0 29 0,4-47 0,-3 89 0,0-1 0,0 1 0,0 0 0,0 0 0,0 0 0,0-1 0,0 1 0,-1 0 0,1 0 0,0-1 0,0 1 0,0 0 0,0 0 0,0 0 0,1-1 0,-1 1 0,0 0 0,0 0 0,0 0 0,0-1 0,0 1 0,0 0 0,0 0 0,0 0 0,0-1 0,1 1 0,-1 0 0,0 0 0,0 0 0,0-1 0,0 1 0,1 0 0,-1 0 0,0 0 0,0 0 0,0 0 0,1 0 0,-1 0 0,0-1 0,0 1 0,0 0 0,1 0 0,-1 0 0,0 0 0,0 0 0,0 0 0,1 0 0,-1 0 0,0 0 0,1 0 0,8 13 0,7 22 0,8 28 0,-3 2 0,20 102 0,-29-105 0,39 106 0,-35-117 0,11 14 0,-19-47 0,-1-1 0,0 1 0,6 27 0,-7-18 0,2 0 0,18 42 0,-6-19 0,5 11-1365,-14-42-5461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07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24575,'-1'0'0,"1"0"0,0 0 0,0 1 0,0-1 0,0 0 0,-1 0 0,1 0 0,0 0 0,0 1 0,0-1 0,0 0 0,0 0 0,0 0 0,-1 1 0,1-1 0,0 0 0,0 0 0,0 0 0,0 1 0,0-1 0,0 0 0,0 0 0,0 1 0,0-1 0,0 0 0,0 0 0,0 0 0,0 1 0,0-1 0,0 0 0,0 0 0,0 0 0,1 1 0,-1-1 0,0 0 0,0 0 0,0 0 0,0 1 0,0-1 0,0 0 0,1 0 0,12 6 0,21-2 0,-31-4 0,529 8 16,-307-11-1397,-206 3-5445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07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24575,'4'4'0,"6"1"0,8 4 0,10 0 0,7-1 0,7-2 0,7-2 0,4-2 0,5-1 0,9-1 0,0 0 0,5 0 0,3-1 0,-8 1 0,-11 0 0,-12-1 0,-8 1 0,-11 0-8191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0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76 24575,'8'-6'0,"1"1"0,-1 0 0,1 0 0,1 1 0,-1 0 0,1 1 0,-1 0 0,12-2 0,-4 0 0,20-5 0,40-6 0,-66 14 0,0 0 0,1 1 0,-1 1 0,1 0 0,-1 1 0,1 0 0,-1 0 0,13 4 0,-22-3 0,1-1 0,0 0 0,0 1 0,-1 0 0,1 0 0,-1 0 0,1 0 0,-1 0 0,0 0 0,0 1 0,0-1 0,0 1 0,0-1 0,-1 1 0,1 0 0,-1 0 0,0-1 0,1 1 0,-1 0 0,-1 0 0,1 1 0,0-1 0,-1 0 0,1 0 0,-1 5 0,1 9 0,-1 0 0,-1 0 0,-3 22 0,3-37 0,0 4 0,0-1 0,-1 1 0,0-1 0,0 0 0,0 0 0,-1 0 0,0 0 0,0 0 0,0 0 0,0-1 0,-1 1 0,1-1 0,-1 0 0,-1 0 0,1 0 0,0-1 0,-1 0 0,0 0 0,-6 4 0,-12 5 0,-1-1 0,-48 15 0,36-13 0,-64 17 0,100-30 0,0 0 0,0 0 0,0 0 0,0 0 0,0 1 0,0-1 0,0 0 0,0 0 0,0 0 0,0 0 0,0 0 0,0 0 0,0 0 0,0 0 0,0 1 0,0-1 0,0 0 0,0 0 0,0 0 0,0 0 0,0 0 0,0 0 0,0 0 0,0 0 0,0 0 0,0 1 0,0-1 0,0 0 0,0 0 0,0 0 0,0 0 0,0 0 0,0 0 0,-1 0 0,1 0 0,0 0 0,0 0 0,0 0 0,0 0 0,0 0 0,0 1 0,0-1 0,0 0 0,0 0 0,0 0 0,-1 0 0,1 0 0,0 0 0,0 0 0,0 0 0,0 0 0,0 0 0,0 0 0,0 0 0,0 0 0,-1 0 0,1 0 0,0 0 0,0-1 0,0 1 0,0 0 0,0 0 0,12 2 0,22-1 0,121-14 0,-88 5 0,0 3 0,74 5 0,-133 1 0,1 0 0,0 1 0,0 0 0,-1 1 0,1 0 0,-1 0 0,0 1 0,0-1 0,0 2 0,-1-1 0,1 1 0,-1 1 0,0-1 0,0 1 0,-1 0 0,0 1 0,6 7 0,-5-4 0,1 0 0,-2 1 0,0 0 0,0 0 0,-1 1 0,0-1 0,-1 1 0,0 0 0,-1 0 0,0 1 0,1 17 0,-4-28 0,2 19 0,-1-1 0,-3 35 0,1-50 0,1 1 0,-1-1 0,-1 0 0,1 1 0,-1-1 0,0 0 0,0 0 0,0 0 0,-1 0 0,1 0 0,-1-1 0,-1 1 0,1-1 0,-1 0 0,-5 6 0,-21 14 0,0-2 0,-2-1 0,-64 33 0,74-45 0,1 0 0,-2-1 0,1-1 0,-1-1 0,0-1 0,0-1 0,-38 1 0,19-4 0,1 1 0,0 2 0,-57 14 0,69-11-682,-55 5-1,63-11-6143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29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309 742 24575,'-10'-1'0,"1"-1"0,0 0 0,0-1 0,0 0 0,0 0 0,0-1 0,1 0 0,-1-1 0,-10-7 0,-25-12 0,38 21 0,-1 0 0,1 0 0,-1 1 0,0-1 0,0 2 0,0-1 0,-1 1 0,-10-1 0,15 3 0,1-1 0,-1 1 0,0-1 0,1 1 0,-1 0 0,1 0 0,0 0 0,-1 0 0,1 1 0,0-1 0,-1 1 0,1-1 0,0 1 0,0 0 0,0 0 0,1-1 0,-1 1 0,0 1 0,1-1 0,-1 0 0,1 0 0,0 1 0,0-1 0,0 0 0,0 1 0,-1 4 0,-7 20 0,1 0 0,1 0 0,2 0 0,1 1 0,1 0 0,1 0 0,4 53 0,-1-72 0,1 0 0,0-1 0,1 1 0,0-1 0,0 1 0,1-1 0,0 0 0,1 0 0,6 8 0,-3-4 0,1-1 0,0 0 0,1 0 0,22 17 0,-26-24 0,0-1 0,0 0 0,0 0 0,0 0 0,0-1 0,1 0 0,-1-1 0,1 1 0,-1-1 0,1 0 0,0-1 0,-1 0 0,1 0 0,0 0 0,-1-1 0,1 0 0,-1 0 0,1 0 0,-1-1 0,11-4 0,-7 2 0,0 0 0,0 0 0,-1-1 0,0 0 0,0-1 0,0 0 0,-1 0 0,0-1 0,0 0 0,-1 0 0,0-1 0,10-14 0,-11 13 0,-2-1 0,1 0 0,-1 0 0,-1-1 0,0 1 0,-1-1 0,1 0 0,0-20 0,-4-96 0,-2 68 0,4-121 0,-4-99 0,0 253 0,-1 0 0,-1 0 0,-2 1 0,-11-30 0,10 33 0,1 0 0,1 0 0,1 0 0,-3-40 0,13 118 0,2 0 0,3 0 0,21 65 0,1 13 0,41 247 0,-64-325 0,-7-32 0,2 1 0,1-1 0,1 1 0,1-2 0,0 1 0,17 32 0,-23-54 0,1 1 0,0-1 0,0 1 0,0-1 0,0 0 0,1 0 0,-1 0 0,0 0 0,1 0 0,0 0 0,-1-1 0,1 1 0,0-1 0,0 0 0,0 1 0,0-1 0,0-1 0,0 1 0,0 0 0,0-1 0,0 0 0,0 1 0,0-1 0,0-1 0,0 1 0,0 0 0,0-1 0,1 1 0,-1-1 0,0 0 0,-1 0 0,1 0 0,0-1 0,0 1 0,0 0 0,-1-1 0,1 0 0,-1 0 0,1 0 0,-1 0 0,0 0 0,1 0 0,-1-1 0,-1 1 0,1-1 0,0 1 0,0-1 0,-1 0 0,0 0 0,1 1 0,0-5 0,5-56-1365,-7 32-5461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31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13 137 24575,'-6'-33'0,"-1"-4"0,7 35 0,0 1 0,0-1 0,1 1 0,-1-1 0,0 1 0,1-1 0,-1 1 0,1-1 0,-1 1 0,1 0 0,0-1 0,-1 1 0,1 0 0,0-1 0,0 1 0,0 0 0,0 0 0,0 0 0,0 0 0,1 0 0,1-1 0,3-2 0,0 1 0,1 0 0,-1 0 0,1 1 0,0 0 0,0 0 0,0 1 0,0 0 0,11 0 0,71 1 0,-60 1 0,-15-1 0,-1-1 0,1 0 0,22-6 0,-3 1 0,-33 6 0,1 0 0,0 0 0,0 0 0,0 0 0,0 0 0,0 0 0,0 0 0,-1 0 0,1 0 0,0 1 0,0-1 0,0 0 0,0 1 0,-1-1 0,1 0 0,0 1 0,0-1 0,-1 1 0,1-1 0,0 1 0,-1 0 0,1-1 0,0 1 0,-1 0 0,1-1 0,-1 1 0,1 0 0,-1 0 0,0-1 0,1 1 0,-1 0 0,0 0 0,1 0 0,-1 0 0,0 0 0,0-1 0,0 3 0,1 36 0,-1-38 0,-13 136 0,-2 39 0,12-69 0,4 1 0,28 202 0,-21-263 0,-1-1 0,-3 1 0,-1 1 0,-6 64 0,3-108 0,-1 0 0,1 0 0,-1 0 0,0 0 0,0 0 0,-1 0 0,1-1 0,-1 1 0,0 0 0,0-1 0,0 1 0,0-1 0,-1 0 0,1 1 0,-1-1 0,0 0 0,0-1 0,-5 5 0,3-4 0,-1 0 0,1 0 0,-1-1 0,0 1 0,0-1 0,0 0 0,0-1 0,0 0 0,0 0 0,0 0 0,-9 0 0,5-1 0,-1-1 0,0 1 0,0-2 0,0 0 0,0 0 0,1-1 0,-1 0 0,1 0 0,0-1 0,0-1 0,0 0 0,1 0 0,-18-13 0,22 12 0,0 1 0,0-1 0,1 0 0,-1 0 0,1 0 0,1-1 0,-1 1 0,1-1 0,0 0 0,1 0 0,-1 0 0,1 0 0,1-1 0,-2-11 0,1-9 0,1 1 0,5-46 0,-3 64 0,1-5 0,0 0 0,1 0 0,0 1 0,1-1 0,1 1 0,0 0 0,1 1 0,0-1 0,1 1 0,1 0 0,-1 1 0,17-18 0,-6 9 0,1 1 0,1 1 0,1 1 0,1 1 0,38-23 0,6-7 24,-53 35-222,0 2-1,0 0 1,0 0-1,1 1 1,0 1-1,24-9 1,-19 11-6628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32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24575,'1013'0'0,"-868"-12"0,3 0 0,-93 12-1365,-32 0-5461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35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447 479 24575,'-60'-1'0,"-69"2"0,118 1 0,0 0 0,0 1 0,1 0 0,-1 0 0,1 1 0,-1 1 0,1-1 0,-14 11 0,-1 1 0,-44 39 0,64-50 0,0-1 0,1 1 0,-1 0 0,1 0 0,0 0 0,0 1 0,1 0 0,0-1 0,0 1 0,0 0 0,0 1 0,1-1 0,-3 12 0,4-9 0,1 0 0,0 0 0,0 0 0,0 0 0,1 0 0,1 0 0,-1 0 0,2-1 0,5 17 0,0-3 0,1 0 0,1 0 0,1-1 0,1 0 0,29 36 0,-34-50 0,1 1 0,0-1 0,1-1 0,0 0 0,0 0 0,0-1 0,1 0 0,-1 0 0,1-1 0,0 0 0,1-1 0,-1 0 0,0-1 0,1 0 0,0-1 0,-1 0 0,1 0 0,0-2 0,-1 1 0,20-4 0,-28 4 0,1-1 0,-1 0 0,1 0 0,-1 0 0,1-1 0,-1 1 0,0 0 0,1-1 0,-1 0 0,0 1 0,0-1 0,0 0 0,0 0 0,-1 0 0,1-1 0,0 1 0,-1 0 0,2-4 0,2-5 0,0 0 0,6-23 0,-4 10 0,1 0 0,-2-1 0,-1 1 0,-1-1 0,2-50 0,-11-101 0,-2 114 0,-3 1 0,-25-86 0,34 142 0,-10-33 0,2 0 0,1 0 0,2-1 0,-1-53 0,7 90 0,0 0 0,0-1 0,0 1 0,1 0 0,-1-1 0,1 1 0,0 0 0,-1-1 0,1 1 0,0 0 0,2-3 0,-3 5 0,1-1 0,-1 0 0,1 1 0,-1-1 0,1 1 0,-1-1 0,1 1 0,0-1 0,-1 1 0,1 0 0,0-1 0,-1 1 0,1 0 0,0 0 0,0-1 0,-1 1 0,1 0 0,0 0 0,0 0 0,-1 0 0,1 0 0,0 0 0,1 0 0,1 1 0,0 0 0,0 0 0,-1 0 0,1 1 0,0-1 0,0 1 0,-1 0 0,1 0 0,-1 0 0,0 0 0,1 0 0,-1 0 0,0 1 0,0-1 0,2 4 0,10 16 0,-2 0 0,0 1 0,-1 0 0,13 38 0,22 105 0,-36-124 0,49 259 0,-55-229 0,-4-53 0,1 0 0,1-1 0,0 1 0,8 28 0,-8-41 0,0-1 0,0 0 0,0 0 0,1-1 0,-1 1 0,1 0 0,0-1 0,1 0 0,-1 1 0,1-2 0,0 1 0,0 0 0,0-1 0,0 1 0,1-1 0,0 0 0,-1-1 0,1 1 0,0-1 0,7 3 0,12 2 0,0-1 0,1-1 0,-1-1 0,1 0 0,-1-3 0,1 0 0,38-3 0,-61 2 5,0-1-1,0 1 1,0 0 0,0-1-1,0 1 1,0-1-1,0 0 1,0 0 0,0 0-1,0 0 1,0 0 0,-1 0-1,1 0 1,0-1-1,-1 1 1,1-1 0,-1 1-1,1-1 1,-1 1-1,0-1 1,0 0 0,0 0-1,0 1 1,0-1-1,1-3 1,0-2-217,0 0 0,-1 0 0,0 0-1,0 0 1,-1 0 0,0-9 0,0-5-6614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36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 1 24575,'0'0'0,"-14"0"0,0 0 0,0 1 0,0 0 0,-21 5 0,30-4 0,0 0 0,0 0 0,1 0 0,-1 1 0,0-1 0,1 1 0,0 0 0,0 1 0,0-1 0,0 1 0,0-1 0,1 1 0,-1 0 0,1 1 0,-4 6 0,-1 3 0,1 1 0,0 1 0,0-1 0,2 1 0,0 0 0,1 1 0,0-1 0,-1 28 0,3 2 0,6 89 0,-2-123 0,0 0 0,1 1 0,0-1 0,1-1 0,0 1 0,1 0 0,1-1 0,-1 0 0,2 0 0,-1-1 0,2 1 0,-1-2 0,16 16 0,-18-21 0,1-1 0,-1 1 0,1-1 0,0 0 0,0 0 0,1 0 0,-1-1 0,1 0 0,-1-1 0,1 1 0,-1-1 0,11 0 0,13 0 0,47-4 0,-31 0 0,-22 2-117,-7 2 180,0-2-1,0 0 1,20-5 0,-32 5-151,-1 0 0,0 0-1,1-1 1,-1 0 0,0 1 0,0-1 0,0-1 0,0 1-1,-1-1 1,1 1 0,-1-1 0,1 0 0,-1 0-1,0-1 1,0 1 0,5-8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37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24575,'8'0'0,"14"0"0,8-4 0,11-1 0,10 0 0,1 1 0,3 1 0,0 1 0,-4 1 0,0 1 0,-5 0 0,-5 0 0,-6 0 0,-5 1 0,-8-1-8191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38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 24575,'8'0'0,"15"0"0,11 0 0,12 0 0,14 0 0,5 0 0,3 0 0,2 0 0,-6 0 0,-7-4 0,-5-1 0,-7 0 0,-7 1 0,-6 1 0,-9 1-8191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16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335 745 24575,'0'-1'0,"-1"-1"0,1 1 0,-1 0 0,0-1 0,1 1 0,-1 0 0,0 0 0,0 0 0,0 0 0,0 0 0,0 0 0,0 0 0,0 0 0,0 0 0,0 0 0,0 0 0,-1 1 0,1-1 0,0 0 0,-2 0 0,-33-14 0,28 13 0,-8-5 0,0 1 0,0 1 0,-1 1 0,1 1 0,-1 0 0,0 1 0,-24 0 0,37 2 0,-1 0 0,1 0 0,-1 1 0,1-1 0,-1 1 0,1 1 0,-1-1 0,1 0 0,0 1 0,0 0 0,-1 0 0,2 0 0,-1 1 0,0-1 0,0 1 0,1 0 0,-1 0 0,1 0 0,0 1 0,0-1 0,0 1 0,0 0 0,1-1 0,0 1 0,-1 0 0,1 0 0,1 1 0,-1-1 0,1 0 0,-1 1 0,0 8 0,-1 3 0,1 1 0,1 0 0,1 0 0,0 1 0,1-1 0,1 0 0,1-1 0,0 1 0,1 0 0,1-1 0,0 0 0,11 23 0,-4-16 0,0-2 0,2 1 0,0-2 0,1 0 0,1-1 0,1 0 0,36 30 0,-49-46 0,-1 0 0,1 0 0,0-1 0,0 1 0,0-1 0,0 0 0,0 0 0,0 0 0,0-1 0,1 1 0,-1-1 0,1 0 0,6 0 0,-8-1 0,0 0 0,0 0 0,-1-1 0,1 0 0,0 1 0,0-1 0,-1 0 0,1-1 0,0 1 0,-1 0 0,1-1 0,-1 1 0,0-1 0,1 0 0,-1 0 0,0 0 0,0 0 0,0 0 0,0 0 0,-1 0 0,1-1 0,1-2 0,6-11 0,-1 0 0,0-1 0,-1 1 0,-1-1 0,7-33 0,-5 11 0,3-63 0,-12-226 0,-5 264 0,-20-82 0,8 51 0,-16-50 0,0 4 0,49 210 0,29 77 0,1 5 0,46 171 0,-71-226 0,-14-65 0,17 59 0,3-3 0,-21-65 0,1 0 0,1 0 0,0 0 0,2-1 0,1 0 0,17 27 0,-25-45-45,0 0-1,0 0 1,1 0-1,-1 0 1,1 0-1,0-1 1,0 1-1,0-1 1,0 0-1,0 0 1,1 0-1,-1 0 1,1-1-1,-1 1 1,1-1-1,-1 0 1,1 0-1,0 0 1,0 0-1,-1-1 1,1 1-1,0-1 1,0 0-1,0 0 1,0-1-1,-1 1 0,1-1 1,0 0-1,5-2 1,12-6-6781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18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56 172 24575,'-1'-3'0,"0"0"0,0-1 0,-1 1 0,1 0 0,-1 0 0,1 0 0,-1 0 0,0 0 0,0 1 0,0-1 0,-4-3 0,-8-12 0,11 13 0,0 0 0,1-1 0,0 1 0,0 0 0,0-1 0,-2-10 0,3 14 0,1 1 0,0-1 0,0 0 0,0 0 0,1 1 0,-1-1 0,0 0 0,1 1 0,-1-1 0,1 0 0,-1 1 0,1-1 0,0 1 0,-1-1 0,1 1 0,0-1 0,0 1 0,0 0 0,0-1 0,1 1 0,-1 0 0,0 0 0,0 0 0,1 0 0,-1 0 0,1 0 0,-1 0 0,3-1 0,6-2 0,1 0 0,1 0 0,-1 1 0,0 0 0,1 1 0,-1 0 0,18 0 0,90 4 0,-72 0 0,-33-2 0,32 1 0,-45-1 0,1 0 0,-1 1 0,0-1 0,0 0 0,0 0 0,0 0 0,0 1 0,0-1 0,0 0 0,0 1 0,0-1 0,0 1 0,0-1 0,0 1 0,0 0 0,0-1 0,0 1 0,0 0 0,-1 0 0,1 0 0,0-1 0,-1 1 0,1 0 0,0 0 0,-1 0 0,1 0 0,-1 0 0,0 0 0,1 0 0,0 3 0,-2 8 0,-1 0 0,0 0 0,0 0 0,-2 0 0,-4 12 0,-6 29 0,4 23 0,3 1 0,7 146 0,3-95 0,15 173 0,-11-223 0,-4 0 0,-8 98 0,3-166 0,1 0 0,-1 0 0,0 0 0,-1 0 0,0-1 0,-1 1 0,0-1 0,-1 1 0,0-1 0,0-1 0,-9 12 0,12-16 0,-1-1 0,0 0 0,0 0 0,1-1 0,-2 1 0,1 0 0,0-1 0,0 0 0,-1 0 0,1 0 0,-1 0 0,0 0 0,0-1 0,1 0 0,-1 0 0,0 0 0,0 0 0,0 0 0,0-1 0,0 0 0,0 0 0,-1 0 0,1 0 0,0 0 0,0-1 0,0 0 0,0 0 0,1 0 0,-1 0 0,-7-4 0,-11-7 0,1-1 0,1-1 0,0 0 0,1-2 0,-35-35 0,50 46 0,0-1 0,1 1 0,0-1 0,-1 1 0,2-1 0,-1 0 0,1 0 0,0 0 0,0-1 0,0 1 0,1 0 0,0-1 0,0-6 0,0-14 0,5-50 0,-1 29 0,-3 42 0,0 0 0,1 0 0,0 0 0,0 1 0,1-1 0,0 1 0,-1-1 0,2 1 0,-1-1 0,1 1 0,0 0 0,0 0 0,0 1 0,1-1 0,-1 0 0,1 1 0,0 0 0,0 0 0,1 0 0,-1 1 0,10-6 0,7-2 0,0 1 0,1 0 0,0 2 0,28-7 0,21-7 0,-33 6 0,-1-1 0,-1-2 0,52-36 0,-65 40-227,0 0-1,-2-2 1,0-1-1,-1 0 1,35-42-1,-33 29-6598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19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0 190 24575,'120'-6'0,"200"-36"0,-59 5 0,73-5 0,263-19 0,-309 59-509,-245 3-347,-10-1-5970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23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337 603 24575,'-27'-29'0,"20"20"0,-1 0 0,-1 1 0,-14-11 0,18 16 0,1 0 0,-2 0 0,1 1 0,0 0 0,0 0 0,-1 0 0,1 0 0,-1 1 0,1 0 0,-10 0 0,-1-1 0,1 1 0,-1 1 0,1 0 0,-1 2 0,-23 4 0,35-5 0,0 0 0,0 0 0,0 1 0,1-1 0,-1 1 0,0 0 0,1 0 0,-1 1 0,1-1 0,0 1 0,0-1 0,0 1 0,0 0 0,0 0 0,0 1 0,1-1 0,0 1 0,0-1 0,0 1 0,0-1 0,0 1 0,1 0 0,-1 0 0,1 0 0,-1 7 0,-1 12 0,1 0 0,2 0 0,3 44 0,0-10 0,-3-52 0,1 1 0,-1 0 0,1 0 0,0 0 0,0 0 0,0 0 0,1-1 0,0 1 0,0 0 0,1-1 0,-1 0 0,1 0 0,0 0 0,4 5 0,-3-6 0,0 0 0,0-1 0,1 1 0,-1-1 0,1 0 0,-1-1 0,1 1 0,0-1 0,0 0 0,0 0 0,1 0 0,-1-1 0,0 0 0,1 0 0,7 0 0,-2 0 0,-1-1 0,1 0 0,0-1 0,-1 0 0,1-1 0,-1 0 0,0-1 0,0 0 0,0-1 0,0 0 0,0 0 0,9-6 0,1-2 0,-1-1 0,-1 0 0,0-2 0,26-26 0,-36 32 0,-1-1 0,0 0 0,0 0 0,-1 0 0,0-1 0,-1 0 0,0 0 0,-1 0 0,0 0 0,-1-1 0,0 0 0,1-16 0,0-16 0,-1 0 0,-4-46 0,0 49 0,-2-3 0,-2 0 0,-19-73 0,9 47 0,11 55 0,0 0 0,-1 1 0,-1-1 0,-1 1 0,0 0 0,-17-26 0,23 40 0,1 0 0,0-1 0,0 1 0,0 0 0,0-1 0,0 1 0,0 0 0,-1 0 0,1-1 0,0 1 0,0 0 0,0 0 0,-1-1 0,1 1 0,0 0 0,0 0 0,-1 0 0,1-1 0,0 1 0,0 0 0,-1 0 0,1 0 0,0 0 0,-1 0 0,1-1 0,0 1 0,-1 0 0,1 0 0,0 0 0,-1 0 0,1 0 0,0 0 0,-1 0 0,1 0 0,0 0 0,0 0 0,-1 1 0,1-1 0,0 0 0,-1 0 0,-4 15 0,3 23 0,4-7 0,2 1 0,1-1 0,11 37 0,36 90 0,11 50 0,-40-131 0,-14-50 0,7 33 0,-14-49 0,0-1 0,1 0 0,0 0 0,1-1 0,0 1 0,1-1 0,0 0 0,0 0 0,11 13 0,-12-17 0,0 0 0,1-1 0,0 1 0,0-1 0,0 0 0,0 0 0,1 0 0,0-1 0,0 0 0,0 0 0,0-1 0,0 0 0,0 0 0,0 0 0,1 0 0,7 0 0,18-1-536,39-2 0,-67 1 243,18-1-6533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25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124 901 24575,'1'0'0,"0"0"0,0 0 0,0-1 0,0 1 0,-1-1 0,1 1 0,0 0 0,0-1 0,0 1 0,-1-1 0,1 0 0,0 1 0,-1-1 0,1 0 0,-1 1 0,1-1 0,-1 0 0,1 1 0,-1-1 0,1 0 0,-1 0 0,0 0 0,1 0 0,-1 1 0,0-1 0,0 0 0,1-2 0,3-28 0,-4 26 0,5-322 0,-7 181 0,3 73 0,1 31 0,-2 0 0,-2-1 0,-14-78 0,16 118 0,-1 1 0,0-1 0,1 0 0,-1 1 0,0-1 0,-1 0 0,1 1 0,0-1 0,-1 1 0,1 0 0,-1-1 0,0 1 0,1 0 0,-1 0 0,0 0 0,0 0 0,-1 1 0,1-1 0,0 0 0,-1 1 0,1 0 0,-4-2 0,4 3 0,0 0 0,-1-1 0,1 1 0,0 1 0,-1-1 0,1 0 0,0 0 0,0 1 0,-1 0 0,1-1 0,0 1 0,0 0 0,0 0 0,-1 0 0,1 0 0,0 0 0,1 1 0,-1-1 0,0 1 0,0-1 0,1 1 0,-1 0 0,0-1 0,1 1 0,0 0 0,-3 4 0,-1 3 0,0-1 0,1 1 0,0 0 0,0 0 0,1 1 0,0-1 0,1 1 0,0 0 0,-1 17 0,1 13 0,4 44 0,0-39 0,-1-20 0,1 0 0,1 0 0,2 0 0,0 0 0,1-1 0,12 28 0,0-12 0,1 0 0,43 64 0,-1-3 0,-30-48 0,57 74 0,-83-122 0,0 0 0,0 0 0,0-1 0,1 0 0,0 0 0,0-1 0,0 1 0,0-1 0,0-1 0,0 1 0,1-1 0,0 0 0,-1 0 0,1-1 0,13 1 0,-1-1 0,1 0 0,0-2 0,0 0 0,24-5 0,-41 5 0,0 1 0,0-1 0,0 0 0,0 0 0,0-1 0,0 1 0,0 0 0,0-1 0,-1 0 0,1 1 0,-1-1 0,1 0 0,-1 0 0,1-1 0,-1 1 0,3-5 0,-2 3 0,0-1 0,-1 0 0,1-1 0,-1 1 0,0 0 0,-1-1 0,1 1 0,0-10 0,0-6 0,-2 1 0,0-1 0,-1 1 0,-4-22 0,4 35 0,-1 0 0,0 1 0,0-1 0,-1 1 0,1 0 0,-1 0 0,0 0 0,-7-9 0,-37-42 0,28 36 0,10 9 0,-2 1 0,1 0 0,-2 0 0,1 1 0,-1 1 0,-1 0 0,0 0 0,0 1 0,-24-10 0,36 18 0,0-1 0,0 1 0,0-1 0,0 1 0,0 0 0,-1-1 0,1 1 0,0 0 0,0 0 0,-1 0 0,1 0 0,0 0 0,0 0 0,0 0 0,-1 0 0,1 0 0,0 1 0,0-1 0,0 0 0,0 1 0,-1-1 0,1 1 0,-1 0 0,2 0 0,-1 0 0,1 0 0,0 0 0,-1 0 0,1 0 0,0 0 0,0 0 0,-1 0 0,1 0 0,0 0 0,0 0 0,0 0 0,0 0 0,1 0 0,-1 0 0,0 0 0,0 0 0,1 0 0,-1 0 0,1 1 0,2 5 0,0-1 0,0 0 0,1 1 0,0-2 0,0 1 0,9 9 0,-7-10 0,0-1 0,0 1 0,1-2 0,-1 1 0,1-1 0,0 0 0,0 0 0,0-1 0,0 0 0,0 0 0,1 0 0,-1-1 0,1-1 0,-1 1 0,1-1 0,7-1 0,-2 0 0,0 0 0,-1-1 0,1 0 0,0-1 0,-1-1 0,1 0 0,-1-1 0,16-8 0,-5-1-682,28-24-1,-32 23-6143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26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24575,'8'0'0,"10"0"0,7 0 0,15 0 0,12 0 0,14 0 0,7 0 0,-1 0 0,-8 0 0,-11 0 0,-11 0 0,-8 0 0,-6 0 0,-4 0 0,-2 0 0,-1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27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24575,'8'0'0,"14"0"0,20 0 0,15 0 0,1 0 0,3 0 0,-1 0 0,-6 0 0,-9 0 0,-8 0 0,-6 0 0,-5 0 0,-2 0 0,-1 0 0,-1 0 0,0 0 0,0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41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333 752 24575,'0'-2'0,"0"0"0,0 0 0,0 1 0,0-1 0,0 0 0,-1 1 0,1-1 0,-1 0 0,1 1 0,-1-1 0,1 1 0,-1-1 0,0 1 0,0-1 0,0 1 0,0-1 0,0 1 0,0 0 0,0-1 0,-1 1 0,-1-2 0,0 2 0,1 0 0,-1 0 0,1 0 0,-1 0 0,0 0 0,1 0 0,-1 1 0,0-1 0,0 1 0,1 0 0,-1 0 0,-4 0 0,-1 1 0,1 0 0,-1 1 0,0 0 0,1 0 0,-1 0 0,1 1 0,0 0 0,-13 8 0,3 2 0,0 1 0,1 1 0,-21 24 0,-15 15 0,47-49 0,0 0 0,0 0 0,0 1 0,1 0 0,0-1 0,0 2 0,0-1 0,1 0 0,0 1 0,-4 9 0,5-4 0,-1 0 0,1 0 0,1 0 0,0 0 0,1 18 0,0-18 0,0 0 0,1-1 0,0 1 0,1 0 0,0-1 0,1 1 0,1-1 0,-1 0 0,2 0 0,0 0 0,0 0 0,1-1 0,0 0 0,0 0 0,1 0 0,1-1 0,14 14 0,-16-19 0,0 0 0,0 0 0,1 0 0,0-1 0,0 0 0,0 0 0,0-1 0,0 0 0,0 0 0,0 0 0,1-1 0,-1 0 0,1-1 0,-1 0 0,1 0 0,9-2 0,-11 2 0,1-1 0,0 0 0,0-1 0,-1 0 0,1 0 0,-1 0 0,0-1 0,0 0 0,1 0 0,-2 0 0,1-1 0,0 0 0,-1 0 0,0 0 0,0-1 0,0 0 0,7-9 0,-7 5 0,0 0 0,-1 0 0,0 0 0,-1-1 0,0 1 0,0-1 0,-1 0 0,-1 0 0,2-14 0,-2-13 0,-4-46 0,0 23 0,1-9 0,3-199 0,22 108 0,-11 45 0,1-24 0,-14-15-1365,1 134-5461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44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3 24575,'92'-2'0,"100"4"0,-189-2 0,-1 1 0,1-1 0,-1 1 0,0 0 0,0-1 0,1 1 0,-1 0 0,0 0 0,0 1 0,0-1 0,0 0 0,0 1 0,0-1 0,0 1 0,-1-1 0,1 1 0,0 0 0,-1 0 0,1 0 0,-1 0 0,0 0 0,0 0 0,0 0 0,0 0 0,0 0 0,0 1 0,0-1 0,-1 0 0,1 1 0,-1 3 0,2 8 0,-1 1 0,-1 0 0,0-1 0,-3 16 0,1-2 0,0 173 0,-12 175 0,3-268 0,-13 92 0,18-172 0,4-10 0,-2 0 0,0 0 0,-11 28 0,13-42 0,0 0 0,0 0 0,0 0 0,-1 0 0,1 0 0,-1-1 0,0 1 0,0-1 0,0 0 0,0 1 0,-1-1 0,0-1 0,1 1 0,-1-1 0,0 1 0,0-1 0,0 0 0,0 0 0,-8 1 0,3-1 0,0 0 0,0-1 0,-1-1 0,1 0 0,0 0 0,-1 0 0,1-1 0,0-1 0,0 0 0,0 0 0,0-1 0,-17-7 0,10 3 0,0-2 0,0 1 0,1-2 0,1 0 0,-25-23 0,34 28 0,0 0 0,1 0 0,0 0 0,0-1 0,0 0 0,1 0 0,0 0 0,0 0 0,0 0 0,1-1 0,0 1 0,-3-13 0,3 5 0,1 1 0,0-1 0,1 0 0,1 0 0,2-19 0,-2 30 0,0-1 0,0 0 0,0 1 0,1-1 0,-1 0 0,1 1 0,0 0 0,0-1 0,0 1 0,0 0 0,1 0 0,-1 0 0,1 1 0,0-1 0,0 0 0,0 1 0,0 0 0,0 0 0,5-3 0,7-3 0,2 1 0,-1 0 0,18-4 0,7-3 0,22-12 0,-2-2 0,-1-3 0,85-59 0,-129 79 0,1 1 0,18-8 0,-21 11 0,0 0 0,0-1 0,-1-1 0,12-10 0,6-8-1365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45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24575,'4'0'0,"5"0"0,6 0 0,3 0 0,3 0 0,-1 4 0,-1 2 0,0-1 0,2-1 0,0-1 0,1-6 0,-3-1-8191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46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1 187 24575,'0'-1'0,"0"0"0,0 1 0,1-1 0,-1 0 0,0 1 0,0-1 0,1 1 0,-1-1 0,0 0 0,1 1 0,-1-1 0,1 1 0,-1-1 0,1 1 0,-1-1 0,1 1 0,-1-1 0,1 1 0,0 0 0,-1-1 0,1 1 0,-1 0 0,1-1 0,0 1 0,-1 0 0,1 0 0,1-1 0,23-3 0,-21 4 0,152-10 0,3 0 0,281-65 0,-176 26 0,-141 27-1365,-96 19-5461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54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501 568 24575,'-8'-6'0,"0"2"0,0-1 0,-1 1 0,1 1 0,-1 0 0,0 0 0,0 0 0,0 1 0,-13-1 0,6-1 0,-20-1 0,1 1 0,-1 1 0,0 2 0,-60 6 0,90-4 0,0 0 0,0 0 0,0 1 0,0 0 0,0 0 0,1 0 0,-1 1 0,1 0 0,-1 0 0,1 0 0,0 1 0,0 0 0,0-1 0,1 2 0,0-1 0,-1 1 0,1-1 0,1 1 0,-6 9 0,3-4 0,1 0 0,0 1 0,1-1 0,0 1 0,1 0 0,0 0 0,1 0 0,0 0 0,-1 19 0,2-4 0,0-1 0,0 0 0,2-1 0,0 1 0,8 35 0,-8-55 0,1 0 0,-1 0 0,1-1 0,0 1 0,1 0 0,-1-1 0,1 0 0,0 0 0,0 1 0,0-2 0,0 1 0,1 0 0,-1-1 0,1 1 0,0-1 0,0 0 0,0-1 0,1 1 0,-1-1 0,1 1 0,-1-1 0,1-1 0,0 1 0,-1-1 0,1 1 0,0-1 0,7 0 0,-3-1 0,-1 0 0,1 0 0,0-1 0,0 0 0,-1 0 0,1-1 0,-1 0 0,1-1 0,-1 0 0,0 0 0,0 0 0,0-1 0,-1-1 0,1 1 0,6-7 0,0 0 0,-1 0 0,0-1 0,-1-1 0,-1 0 0,16-24 0,-21 28 0,-1 0 0,0 0 0,-1-1 0,0 0 0,0 0 0,-1 0 0,0 0 0,-1 0 0,0-1 0,0-17 0,-3-466 0,0 262 0,1 800 0,1-552 0,0 0 0,1-1 0,1 0 0,0 1 0,1-1 0,1 0 0,0-1 0,1 1 0,1-1 0,0 0 0,1-1 0,0 0 0,1 0 0,1-1 0,0 0 0,0 0 0,2-1 0,19 16 0,-29-26 0,0 1 0,0-1 0,0 0 0,1 0 0,-1 0 0,0 0 0,0 0 0,1 0 0,-1 0 0,0-1 0,1 1 0,-1-1 0,1 1 0,-1-1 0,1 0 0,-1 0 0,0 0 0,1-1 0,-1 1 0,1-1 0,3 0 0,-3-1 0,-1 0 0,1 0 0,-1 1 0,0-1 0,0 0 0,0-1 0,0 1 0,0 0 0,0-1 0,-1 1 0,1-1 0,-1 1 0,1-1 0,-1 0 0,0 0 0,0 1 0,1-7 0,2-18 0,0 1 0,-1-1 0,-2 0 0,-1 0 0,-4-29 0,1-20 0,1 19 0,1 33 0,0 0 0,1 0 0,6-34 0,-6 57 0,0 0 0,0 0 0,0 0 0,0 0 0,1 0 0,-1 0 0,0 0 0,1 0 0,-1 1 0,1-1 0,-1 0 0,1 0 0,-1 0 0,1 0 0,0 0 0,-1 1 0,1-1 0,0 0 0,1 0 0,-1 0 0,0 1 0,-1 0 0,1 0 0,0 0 0,-1 0 0,1 0 0,0 0 0,-1 0 0,1 1 0,-1-1 0,1 0 0,0 0 0,-1 0 0,1 1 0,0-1 0,-1 0 0,1 0 0,-1 1 0,1-1 0,-1 1 0,1-1 0,0 1 0,2 2 0,0 1 0,0-1 0,0 1 0,0-1 0,-1 1 0,0 0 0,3 7 0,19 57 0,25 124 0,-22-75 0,-18-79 0,-6-21 0,1 0 0,1 0 0,1 0 0,13 28 0,-17-40 0,1-1 0,0 0 0,0 1 0,1-1 0,-1 0 0,1-1 0,0 1 0,0-1 0,0 1 0,1-1 0,-1 0 0,1-1 0,-1 1 0,1-1 0,0 0 0,0 0 0,0 0 0,0-1 0,0 0 0,8 1 0,33 2 0,-1-3 0,81-7 0,-123 6 0,0-1 0,-1 1 0,1-1 0,0 1 0,0-1 0,0 0 0,-1 0 0,1 0 0,0 0 0,-1-1 0,1 1 0,-1-1 0,0 0 0,1 0 0,-1 1 0,0-1 0,0-1 0,0 1 0,0 0 0,-1 0 0,1-1 0,0 1 0,-1-1 0,0 1 0,0-1 0,0 0 0,0 1 0,0-1 0,0 0 0,0-5 0,1-8 0,-1 0 0,-1 0 0,0 0 0,-4-26 0,0 2 0,4-52 0,-3-37 0,1 119 0,0 0 0,0 1 0,-1-1 0,0 0 0,-1 1 0,0 0 0,-1 0 0,1 0 0,-2 1 0,-7-11 0,8 13 0,0-1 0,0 1 0,0 0 0,-1 1 0,0-1 0,0 1 0,-1 1 0,1-1 0,-1 1 0,0 0 0,0 0 0,-1 1 0,-9-4 0,15 7 0,0-1 0,0 1 0,0-1 0,0 1 0,1-1 0,-1 1 0,0 0 0,0 0 0,0 0 0,-1 0 0,2 0 0,-1 0 0,0 1 0,0-1 0,0 1 0,0 0 0,0-1 0,0 1 0,0 0 0,0 0 0,1 0 0,-1 0 0,0 0 0,1 0 0,-1 1 0,1-1 0,-1 1 0,1-1 0,0 1 0,0-1 0,0 1 0,0 0 0,0-1 0,0 1 0,0 0 0,0 0 0,0 0 0,1 0 0,-1 0 0,1 0 0,0-1 0,-1 1 0,1 0 0,0 0 0,0 0 0,0 0 0,1 4 0,-1 0 0,1-1 0,0 1 0,0-1 0,0 1 0,0-1 0,1 1 0,0-1 0,0 0 0,1 0 0,-1 0 0,1 0 0,0 0 0,0-1 0,1 1 0,-1-1 0,9 8 0,-5-9 0,-1 1 0,1-1 0,0 0 0,-1 0 0,1-1 0,1 0 0,-1 0 0,0-1 0,0 0 0,10 0 0,14 0 0,34-4 0,-25 0 0,-32 3 12,0-1 0,-1 0 0,1 0 0,0-1 0,0 0 0,-1-1 0,1 1 0,-1-1 0,10-6 0,-1-1-507,0-2 0,23-20 0,-20 15-6331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56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24575,'4'0'0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6:59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451 583 24575,'1'-1'0,"1"-1"0,-1 1 0,0 0 0,0-1 0,0 1 0,0-1 0,0 1 0,0-1 0,0 0 0,0 1 0,-1-1 0,1 0 0,-1 1 0,1-1 0,-1 0 0,0 0 0,1 1 0,-1-1 0,0 0 0,0 0 0,-1-2 0,0 1 0,1 0 0,-1 1 0,-1-1 0,1 0 0,0 1 0,-1-1 0,1 1 0,-1 0 0,0-1 0,0 1 0,0 0 0,-2-2 0,-3-2 0,0 1 0,0 0 0,0 1 0,0-1 0,-1 1 0,0 1 0,0-1 0,-9-1 0,7 3 0,-1 0 0,1 1 0,-1 0 0,1 1 0,-1 0 0,1 0 0,-1 1 0,1 1 0,0 0 0,-1 0 0,1 1 0,0 1 0,-13 5 0,-1 3 0,1 1 0,0 1 0,1 1 0,-22 20 0,38-29 0,0 1 0,0 0 0,1 0 0,-1 0 0,2 0 0,-1 1 0,1 0 0,0 0 0,1 0 0,0 0 0,0 1 0,1-1 0,0 1 0,-1 9 0,-2 19 0,1 74 0,4-91 0,-2 22 0,1 38 0,2-73 0,-1 1 0,1-1 0,1 1 0,-1-1 0,1 0 0,1 0 0,-1 0 0,4 7 0,-3-11 0,-1 1 0,1-1 0,0 0 0,-1 0 0,2 0 0,-1-1 0,0 1 0,0-1 0,1 1 0,-1-1 0,1 0 0,0 0 0,0-1 0,0 1 0,0-1 0,0 0 0,0 0 0,0 0 0,7 0 0,9 1 0,0-2 0,38-3 0,-25 1 0,10 3 0,-31 0 0,-1 0 0,1-1 0,-1-1 0,1 0 0,0 0 0,-1-1 0,13-4 0,-21 4 0,-1 1 0,1-1 0,-1 1 0,0-1 0,0 0 0,0 0 0,0 0 0,0 0 0,-1 0 0,1-1 0,0 1 0,-1 0 0,0-1 0,1 1 0,-1-1 0,0 0 0,0 1 0,-1-1 0,1 0 0,-1 0 0,1-2 0,1-10 0,-1 0 0,-1-26 0,-1 25 0,-2-92 0,0 39 0,3 0 0,10-83 0,6 8 0,15-80 0,-27 199 0,2-37 0,-5 38 0,8-37 0,-9 60 7,0 0-1,0 0 0,0 0 1,1 0-1,-1 0 1,0 0-1,1 0 0,-1 0 1,1 0-1,-1 0 1,1 0-1,-1 0 0,1 1 1,-1-1-1,1 0 0,0 0 1,1 0-1,-2 1-49,1 0-1,-1 0 1,0 1-1,1-1 1,-1 1-1,0-1 0,1 0 1,-1 1-1,0-1 1,0 1-1,0-1 1,1 0-1,-1 1 1,0-1-1,0 1 1,0-1-1,0 1 1,0-1-1,0 1 0,0-1 1,0 1-1,0-1 1,0 1-1,0-1 1,0 1-1,0-1 1,0 0-1,0 1 1,0-1-1,0 1 1,-1-1-1,1 1 1,-1 0-1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0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1 644 24575,'3'-65'0,"20"-113"0,-2 34 0,-10 73 0,-6 39 0,3-45 0,-8 73 0,0-1 0,0 1 0,1-1 0,0 1 0,0-1 0,0 1 0,0-1 0,1 1 0,3-8 0,-4 11 0,0 0 0,-1 1 0,1-1 0,0 0 0,0 0 0,0 0 0,0 0 0,0 1 0,0-1 0,0 1 0,0-1 0,0 0 0,0 1 0,0 0 0,1-1 0,-1 1 0,0 0 0,0-1 0,0 1 0,0 0 0,1 0 0,-1 0 0,0 0 0,0 0 0,0 1 0,1-1 0,-1 0 0,0 0 0,0 1 0,0-1 0,0 1 0,0-1 0,0 1 0,1-1 0,-1 1 0,0 0 0,-1-1 0,1 1 0,0 0 0,0 0 0,1 1 0,3 2 0,-1 1 0,1 0 0,-1 0 0,0 0 0,-1 0 0,1 0 0,-1 1 0,0-1 0,-1 1 0,1 0 0,-1 0 0,2 11 0,1 4 0,-1 0 0,1 31 0,-6 126 0,2 22 0,0-195 0,0 1 0,0-1 0,0 0 0,0 0 0,1 0 0,0 0 0,0 0 0,1-1 0,-1 1 0,1 0 0,0-1 0,0 0 0,0 0 0,1 0 0,0 0 0,-1 0 0,1-1 0,0 0 0,1 0 0,-1 0 0,1 0 0,-1 0 0,1-1 0,0 0 0,0 0 0,0-1 0,6 2 0,7 2 0,1-2 0,-1 0 0,1-1 0,-1-1 0,1-1 0,27-3 0,-28 2 0,-1-2 0,1 0 0,25-8 0,-39 10 0,1-1 0,-1 1 0,0-1 0,0 0 0,0 0 0,0-1 0,0 1 0,-1-1 0,1 1 0,-1-1 0,0 0 0,0-1 0,0 1 0,0 0 0,0-1 0,-1 0 0,1 0 0,-1 1 0,2-7 0,1-11 0,-1-2 0,-1 1 0,-1 0 0,-2-1 0,0 1 0,-4-36 0,0-11 0,3 30 0,1 8 0,-1 1 0,-7-41 0,6 62 0,0-1 0,-1 1 0,0-1 0,-1 1 0,1 0 0,-2 0 0,0 0 0,0 1 0,0 0 0,-1 0 0,-9-9 0,9 10 0,-1 1 0,1 0 0,-1 0 0,-1 1 0,1 0 0,-1 0 0,-9-3 0,15 7 0,1 0 0,-1 1 0,1-1 0,-1 0 0,1 1 0,-1 0 0,1-1 0,-1 1 0,1 0 0,-1 0 0,0 0 0,1 0 0,-1 0 0,1 0 0,-1 0 0,1 0 0,-1 1 0,0-1 0,1 1 0,-1-1 0,1 1 0,0 0 0,-1-1 0,1 1 0,-1 0 0,1 0 0,0 0 0,0 0 0,-1 0 0,1 0 0,0 1 0,0-1 0,0 0 0,0 0 0,1 1 0,-1-1 0,0 1 0,0-1 0,1 0 0,-1 1 0,1-1 0,-1 1 0,1 0 0,0-1 0,0 1 0,0 2 0,-2 4 0,1 0 0,0 0 0,0 0 0,1 1 0,0-1 0,0 0 0,1 0 0,0 0 0,4 14 0,-4-19 0,0 0 0,1 0 0,-1 0 0,1 0 0,0 0 0,-1 0 0,2-1 0,-1 1 0,0 0 0,0-1 0,1 0 0,-1 0 0,1 1 0,0-1 0,-1-1 0,1 1 0,0 0 0,0-1 0,0 0 0,1 1 0,-1-1 0,0 0 0,0-1 0,1 1 0,5 0 0,10 1 0,0-1 0,1 0 0,-1-2 0,38-5 0,-45 3 0,0 0 0,-1 0 0,1-1 0,0-1 0,-1 0 0,0 0 0,0-2 0,18-13 0,1-1 0,0 2 0,2 0 0,0 2 0,1 2 0,43-15 0,-48 19-1365,-5 0-5461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05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1 164 24575,'122'-5'0,"161"-29"0,-112 10 0,6 3 0,305-33 0,-360 51 0,-17 2 0,-11-19-1365,-76 18-5461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07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242 423 24575,'-4'-3'0,"1"0"0,-1 1 0,1 0 0,-1 0 0,0 0 0,0 0 0,0 1 0,0 0 0,-1-1 0,1 1 0,0 1 0,0-1 0,-1 1 0,1-1 0,-7 2 0,2-1 0,1 1 0,0 0 0,0 0 0,0 1 0,0 0 0,1 0 0,-12 5 0,12-3 0,1-1 0,-1 1 0,1 1 0,0-1 0,1 1 0,-1 0 0,1 0 0,0 0 0,0 1 0,1 0 0,0 0 0,0 0 0,0 1 0,0-1 0,1 1 0,1 0 0,-1 0 0,1 0 0,0 0 0,0 0 0,1 0 0,0 1 0,0-1 0,1 8 0,1 17 0,1 0 0,2 0 0,1 0 0,11 39 0,-3-16 0,-10-39 0,1-1 0,0 0 0,1 1 0,1-2 0,0 1 0,15 24 0,-19-36 0,0 0 0,0 0 0,0 0 0,1 0 0,-1-1 0,1 1 0,-1-1 0,1 1 0,0-1 0,0 0 0,0 0 0,0 0 0,1 0 0,-1-1 0,0 1 0,1-1 0,-1 0 0,1 0 0,-1 0 0,1-1 0,0 1 0,-1-1 0,1 0 0,0 0 0,-1 0 0,1 0 0,0-1 0,-1 1 0,1-1 0,-1 0 0,1 0 0,-1 0 0,1-1 0,5-2 0,-2 1 0,0-1 0,0 1 0,-1-1 0,1 0 0,-1-1 0,0 1 0,0-1 0,-1-1 0,1 1 0,-1-1 0,0 0 0,-1 0 0,1 0 0,-1 0 0,0-1 0,-1 0 0,0 0 0,0 0 0,0 0 0,-1-1 0,2-9 0,13-92 0,-8 42 0,26-92 0,-25 117 0,-2-1 0,-1-1 0,-2 1 0,-3-1 0,-1 0 0,-2 0 0,-2 0 0,-11-52 0,7 41-1365,5 33-5461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09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1 336 24575,'-1'31'0,"2"0"0,1 0 0,1 0 0,2 0 0,13 44 0,-16-69 0,4 16 0,2-1 0,0 0 0,17 30 0,-23-47 0,0-1 0,1 1 0,-1 0 0,1-1 0,-1 1 0,1-1 0,1 0 0,-1 0 0,0 0 0,1 0 0,-1 0 0,1-1 0,0 0 0,0 0 0,0 0 0,0 0 0,0 0 0,0-1 0,0 0 0,1 0 0,-1 0 0,0 0 0,1-1 0,6 0 0,-7 0 0,-1-1 0,1-1 0,-1 1 0,1 0 0,-1-1 0,0 0 0,1 0 0,-1 0 0,0 0 0,0 0 0,0-1 0,-1 1 0,1-1 0,-1 0 0,1 1 0,-1-1 0,0-1 0,0 1 0,0 0 0,0 0 0,-1-1 0,1 1 0,1-8 0,2-5 0,0 0 0,-1-1 0,3-32 0,16-472 0,-22 530 0,1 0 0,0 0 0,0 0 0,0-1 0,6 11 0,3 13 0,36 111 0,17 68 0,-63-207 0,-1 1 0,1-1 0,0 0 0,1 0 0,-1 0 0,1 0 0,0 0 0,0 0 0,0 0 0,0 0 0,0-1 0,1 1 0,0-1 0,0 0 0,0 0 0,0 0 0,0 0 0,1 0 0,-1-1 0,1 1 0,0-1 0,0 0 0,-1 0 0,1-1 0,1 1 0,-1-1 0,0 0 0,0 0 0,0 0 0,1 0 0,-1-1 0,0 0 0,1 0 0,7-1 0,-7 1 0,-1 0 0,1 0 0,-1-1 0,0 1 0,1-1 0,-1 0 0,0-1 0,1 1 0,-1-1 0,0 0 0,0 0 0,0 0 0,0 0 0,-1-1 0,1 1 0,-1-1 0,6-6 0,-4 2 0,0 0 0,0 0 0,-1 0 0,0-1 0,-1 0 0,0 0 0,0 0 0,2-12 0,15-45 0,11-52 0,-29 103 0,0-1 0,-1 0 0,0 1 0,-1-1 0,-1 0 0,-2-17 0,2 26 0,-34-163 0,32 161 0,1 9 0,-1 20 0,1 33 0,2 9 0,2 104 0,-1-159 0,1 1 0,-1-1 0,1 0 0,1 1 0,0-1 0,0 0 0,0 0 0,9 13 0,5 4 0,23 27 0,-14-19 0,-22-29 0,0 1 0,0-1 0,1 0 0,-1-1 0,1 1 0,0-1 0,0 0 0,0 0 0,1-1 0,-1 1 0,0-1 0,1 0 0,0-1 0,-1 1 0,1-1 0,8 0 0,11 1 0,1-1 0,38-3 0,-24 0 0,-33 2 0,0-1 0,0 1 0,0-1 0,0 0 0,13-4 0,-18 4 0,1 0 0,-1 0 0,0 0 0,0-1 0,0 1 0,0-1 0,0 1 0,-1-1 0,1 0 0,0 0 0,-1 0 0,1 0 0,-1 0 0,0 0 0,1 0 0,-1 0 0,0 0 0,0-1 0,-1 1 0,2-4 0,9-38-1365,-7 24-5461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10.0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14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523 641 24575,'0'-1'0,"0"-1"0,-1 1 0,1-1 0,-1 1 0,1-1 0,-1 1 0,0-1 0,1 1 0,-1 0 0,0-1 0,0 1 0,0 0 0,0 0 0,0 0 0,0-1 0,0 1 0,-1 0 0,1 1 0,0-1 0,-1 0 0,1 0 0,0 0 0,-1 1 0,1-1 0,-2 0 0,-40-10 0,-3 6 0,-1 1 0,0 3 0,-56 5 0,92-3 0,0 1 0,1 0 0,-1 0 0,1 1 0,0 1 0,0 0 0,0 0 0,0 1 0,1 0 0,0 0 0,0 1 0,-10 9 0,12-10 0,1 1 0,1 0 0,-1 0 0,1 0 0,0 1 0,0-1 0,1 1 0,0 1 0,0-1 0,1 0 0,0 1 0,0 0 0,1 0 0,0 0 0,0 0 0,-1 12 0,1 55 0,7 88 0,-4-156 0,0 1 0,0 0 0,1-1 0,0 1 0,0-1 0,0 0 0,1 0 0,1 0 0,-1 0 0,1 0 0,0-1 0,0 1 0,1-1 0,0 0 0,0-1 0,0 1 0,1-1 0,0 0 0,0 0 0,0-1 0,1 0 0,-1 0 0,1 0 0,0-1 0,0 0 0,0 0 0,1-1 0,-1 0 0,0 0 0,10 0 0,-3-1 0,0 0 0,0-2 0,0 0 0,0-1 0,0 0 0,-1-1 0,1 0 0,-1-1 0,19-8 0,-24 8 0,-1 1 0,1-1 0,-1-1 0,0 1 0,-1-1 0,1-1 0,-1 1 0,0-1 0,0 0 0,0 0 0,-1-1 0,0 0 0,-1 0 0,1 0 0,-1 0 0,-1-1 0,4-8 0,12-41 0,26-83 0,-39 105 0,-1-1 0,-2 1 0,-1-1 0,-5-65 0,0 19 0,3-442 0,0 1380 0,1-841 0,0-1 0,1 0 0,0 1 0,1-1 0,1 0 0,0 0 0,1-1 0,1 1 0,0-1 0,0 0 0,10 13 0,-13-21 0,1 1 0,0-1 0,0 1 0,0-1 0,1-1 0,0 1 0,0-1 0,0 0 0,0 0 0,1 0 0,-1 0 0,1-1 0,0 0 0,0-1 0,0 1 0,1-1 0,-1 0 0,1-1 0,-1 1 0,1-1 0,-1-1 0,1 1 0,-1-1 0,1 0 0,0-1 0,7 0 0,-9-1 0,-1 0 0,1 1 0,-1-1 0,1-1 0,-1 1 0,0-1 0,0 0 0,0 0 0,0 0 0,0 0 0,-1-1 0,1 1 0,4-8 0,6-8 0,18-34 0,-15 23 0,75-136 0,-88 153 0,0-1 0,0 0 0,-2 1 0,0-1 0,0 0 0,-1-21 0,-5-59 0,26 216 0,1 13 0,-23-127 0,1 0 0,0 0 0,0 0 0,1 0 0,0 0 0,6 13 0,-6-19 0,-1 1 0,1-1 0,0 1 0,0-1 0,0 1 0,0-1 0,0 0 0,1 0 0,-1 0 0,1 0 0,-1 0 0,1-1 0,0 1 0,-1-1 0,1 0 0,0 0 0,0 0 0,0 0 0,0 0 0,4 0 0,0 1 0,-1-1 0,1-1 0,0 1 0,-1-1 0,1 0 0,0 0 0,-1-1 0,1 0 0,0 0 0,8-3 0,-11 2 0,-1 0 0,1 0 0,0 0 0,-1 0 0,0 0 0,1-1 0,-1 0 0,0 0 0,0 0 0,-1 0 0,1 0 0,0-1 0,-1 1 0,0-1 0,0 1 0,0-1 0,2-7 0,4-13 0,-1-1 0,-1-1 0,-2 1 0,0-1 0,0-27 0,-5-123 0,0 119 0,0 135 0,3 93 0,-1-154 0,2 0 0,0 0 0,1 0 0,0-1 0,12 26 0,-12-31 0,1-1 0,1 0 0,-1 0 0,2 0 0,-1-1 0,1 0 0,1 0 0,-1-1 0,13 11 0,-15-16 0,0 0 0,1 0 0,0 0 0,-1-1 0,1 1 0,0-1 0,0-1 0,0 1 0,0-1 0,1 0 0,-1-1 0,0 1 0,0-1 0,1 0 0,-1-1 0,0 0 0,8-1 0,-4 0 0,-1-1 0,1 1 0,-1-2 0,1 1 0,-1-2 0,0 1 0,0-1 0,-1 0 0,15-12 0,-15 11-114,-2 0 1,1-1-1,-1 1 0,0-1 0,0 0 1,-1-1-1,0 1 0,0-1 0,0 0 1,-1 0-1,4-14 0,-4 4-6712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15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1 262 24575,'141'-3'0,"178"-28"0,130-54 0,-353 64 0,555-99 0,-620 118-682,56 3-1,-71 0-6143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16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313 539 24575,'-14'-12'0,"-1"0"0,0 1 0,-1 1 0,-1 0 0,-27-11 0,39 19 0,0 0 0,0 1 0,0 0 0,0 0 0,0 0 0,0 1 0,0-1 0,0 1 0,-1 1 0,1-1 0,0 1 0,0 0 0,0 0 0,0 0 0,0 0 0,0 1 0,0 0 0,1 0 0,-1 1 0,1-1 0,-1 1 0,-4 4 0,3-3 0,0 1 0,1-1 0,0 1 0,0 0 0,0 1 0,0-1 0,1 1 0,0 0 0,0 0 0,1 0 0,0 0 0,0 1 0,0-1 0,1 1 0,-3 13 0,1 29 0,2 0 0,6 59 0,-1-12 0,-3-60 0,-1-16 0,1-1 0,1 1 0,1-1 0,5 24 0,-6-37 0,1-1 0,0 0 0,0 1 0,0-1 0,1 0 0,-1 0 0,1-1 0,0 1 0,1 0 0,-1-1 0,1 0 0,0 0 0,0 0 0,0 0 0,1-1 0,-1 1 0,1-1 0,0-1 0,6 4 0,-2-2 0,1 0 0,-1-1 0,1 0 0,0-1 0,-1 0 0,1-1 0,0 0 0,0 0 0,15-2 0,-20 1 0,0-1 0,1 0 0,-1 0 0,0 0 0,0 0 0,0-1 0,0 0 0,0 0 0,0 0 0,-1-1 0,1 1 0,-1-1 0,0 0 0,1-1 0,-1 1 0,-1-1 0,1 1 0,0-1 0,4-7 0,-2-1 0,1-1 0,-1 0 0,-1-1 0,0 1 0,-1-1 0,-1 0 0,0 0 0,2-27 0,-3-12 0,-5-58 0,0 35 0,1 20 0,-3 1 0,-16-77 0,-20-177 0,39 169-1365,2 120-5461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19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1 865 24575,'48'55'0,"-37"-40"0,0-1 0,2-1 0,-1 0 0,29 22 0,-36-32 0,0 0 0,0 0 0,0-1 0,0 0 0,1 0 0,-1 0 0,1 0 0,-1-1 0,1 0 0,0 0 0,-1-1 0,1 0 0,0 1 0,-1-2 0,1 1 0,0-1 0,-1 0 0,1 0 0,0 0 0,6-3 0,-1-1 0,1-1 0,-1 0 0,1 0 0,-2-1 0,1-1 0,-1 1 0,0-2 0,-1 0 0,13-14 0,1-4 0,-2-1 0,22-37 0,-34 48 0,0 0 0,-2 0 0,0-1 0,0-1 0,-2 1 0,0-1 0,-2 0 0,3-30 0,-3-14 0,-6-81 0,-2 36 0,6 11 0,-2-73 0,1 168 0,0 0 0,0 1 0,0-1 0,-1 0 0,1 0 0,0 0 0,-1 0 0,1 0 0,-1 0 0,0 1 0,1-1 0,-1 0 0,0 0 0,0 1 0,0-1 0,0 1 0,-1-1 0,1 1 0,0-1 0,-1 1 0,1 0 0,-1-1 0,1 1 0,-4-2 0,3 3 0,1 0 0,-1 0 0,0 0 0,0 0 0,0 0 0,1 1 0,-1-1 0,0 0 0,0 1 0,1-1 0,-1 1 0,0 0 0,1 0 0,-1-1 0,0 1 0,1 0 0,-1 0 0,1 1 0,0-1 0,-1 0 0,1 0 0,0 1 0,0-1 0,-1 1 0,1-1 0,-1 3 0,-9 13 0,1-1 0,0 2 0,2-1 0,0 2 0,-11 37 0,9-21 0,3 0 0,-5 51 0,8 180 0,6-147 0,-2-107 0,1 1 0,0-1 0,1 0 0,0 1 0,1-1 0,1 0 0,0 0 0,0-1 0,1 1 0,1-1 0,-1 0 0,2 0 0,0-1 0,0 0 0,17 18 0,-14-19 0,1 1 0,0-1 0,0-1 0,1 0 0,0-1 0,1 0 0,-1 0 0,1-2 0,1 0 0,-1 0 0,1-1 0,-1-1 0,27 4 0,-24-6 0,0 0 0,0-1 0,0 0 0,0-1 0,0-1 0,0-1 0,-1 0 0,1-1 0,15-6 0,-24 7 0,0 0 0,0 0 0,-1 0 0,0-1 0,0 0 0,0-1 0,0 1 0,0-1 0,-1 0 0,0-1 0,0 1 0,-1-1 0,1 0 0,-1 0 0,0 0 0,-1-1 0,0 1 0,0-1 0,0 0 0,-1 0 0,0 0 0,2-8 0,0-15 0,-1-1 0,-1 1 0,-2-1 0,-1 1 0,-1-1 0,-1 1 0,-14-53 0,15 77 0,0 1 0,0 0 0,0 0 0,-1 0 0,0 0 0,0 0 0,0 0 0,0 1 0,-1 0 0,0-1 0,0 1 0,0 1 0,0-1 0,0 0 0,-1 1 0,0 0 0,0 0 0,0 1 0,0-1 0,0 1 0,0 0 0,-1 0 0,1 1 0,-11-2 0,-9 0 0,1 1 0,0 1 0,-1 2 0,-33 4 0,44-4 0,11-1 0,0 0 0,0 1 0,1-1 0,-1 1 0,0 0 0,0 0 0,0 0 0,1 0 0,-1 0 0,0 0 0,1 1 0,-1-1 0,1 1 0,0 0 0,-5 4 0,6-5 0,1 0 0,-1 1 0,0-1 0,1 1 0,-1-1 0,0 1 0,1-1 0,0 1 0,-1-1 0,1 1 0,0-1 0,0 1 0,0 0 0,0-1 0,0 1 0,0-1 0,0 1 0,1 0 0,-1-1 0,0 1 0,1-1 0,0 1 0,-1-1 0,1 1 0,0-1 0,0 0 0,-1 1 0,1-1 0,0 0 0,2 2 0,2 3 0,1 1 0,0-1 0,1 0 0,0 0 0,0-1 0,0 0 0,0 0 0,1-1 0,0 0 0,0 0 0,0-1 0,0 0 0,0 0 0,1-1 0,0 0 0,11 1 0,11 0 0,1-1 0,-1-1 0,40-5 0,-43-1-136,-1 0-1,0-2 1,-1-1-1,0-1 1,0-1-1,0-1 1,-2-2-1,1 0 0,35-27 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21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24575,'4'0'0,"14"0"0,7 0 0,11 0 0,16 0 0,3 0 0,13 0 0,9 0 0,5 0 0,0 0 0,-5 0 0,-13 0 0,-13 0 0,-11 0 0,-8 0 0,-10 0-8191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22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24575,'8'0'0,"10"0"0,7 0 0,10 0 0,8 0 0,5 0 0,9 0 0,4 0 0,7 0 0,12 0 0,5 0 0,3 0 0,-4 0 0,-10 0 0,-8 0 0,-13 0 0,-10 0 0,-13 0-8191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27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360 691 24575,'-33'0'0,"-1"1"0,-36 7 0,57-6 0,0 1 0,0 1 0,0 0 0,0 1 0,1 0 0,-1 1 0,1 1 0,-12 8 0,13-8 0,1 0 0,1 1 0,-1 0 0,-11 14 0,18-17 0,-1-1 0,1 2 0,0-1 0,0 0 0,1 0 0,-1 1 0,1 0 0,1-1 0,-1 1 0,1 0 0,-1 8 0,-2 19 0,2 0 0,2 0 0,0 0 0,3 0 0,11 60 0,-9-79 0,0 0 0,2 0 0,0 0 0,0-1 0,1 0 0,1-1 0,0 0 0,0 0 0,1 0 0,1-1 0,22 17 0,-28-24 0,-1-1 0,1 0 0,-1 0 0,1 0 0,0-1 0,0 1 0,1-1 0,-1 0 0,0-1 0,1 1 0,-1-1 0,0 0 0,1-1 0,0 1 0,-1-1 0,1 0 0,-1-1 0,1 1 0,-1-1 0,1 0 0,-1 0 0,10-4 0,-7 1 0,1 0 0,-1 0 0,-1-1 0,1 0 0,-1 0 0,1-1 0,-2 0 0,1 0 0,-1 0 0,0-1 0,0 0 0,0-1 0,5-9 0,3-10 0,-1-1 0,-1 0 0,-1-1 0,-2-1 0,-1 1 0,-1-1 0,-1-1 0,-2 1 0,-1-1 0,-3-60 0,-3-667 0,3 665 0,0 810 0,2-694 0,1 0 0,1 0 0,1 0 0,1-1 0,14 35 0,0 6 0,-15-50 0,-1 1 0,2-1 0,-1 0 0,2 0 0,14 21 0,-17-29 0,0 0 0,0 0 0,0 0 0,1-1 0,-1 1 0,1-1 0,0-1 0,1 1 0,-1-1 0,1 1 0,-1-2 0,1 1 0,0 0 0,0-1 0,6 1 0,-10-2-65,0-1 0,0 0 0,1 1 0,-1-1 0,0 0 0,0 0 0,0 0 0,0 0 0,0-1 0,0 1 0,0-1 0,0 1 0,0-1 0,0 0 0,0 1 0,0-1 0,0 0 0,0 0 0,0 0 0,1-2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28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24575,'0'-1'0,"1"1"0,-1-1 0,0 0 0,0 0 0,1 1 0,-1-1 0,1 0 0,-1 1 0,1-1 0,-1 0 0,1 1 0,-1-1 0,1 1 0,-1-1 0,1 1 0,0-1 0,-1 1 0,1-1 0,0 1 0,0 0 0,-1-1 0,1 1 0,0 0 0,0 0 0,-1 0 0,1-1 0,1 1 0,28-4 0,-24 4 0,178-4 0,-128 5 0,-1-2 0,98-15 0,-153 16 0,1 0 0,-1 0 0,1-1 0,-1 1 0,1 0 0,-1 0 0,1 0 0,-1 0 0,1 0 0,-1 0 0,0 0 0,1-1 0,-1 1 0,1 1 0,-1-1 0,1 0 0,-1 0 0,1 0 0,-1 0 0,1 0 0,-1 0 0,1 0 0,-1 1 0,1-1 0,-1 0 0,1 0 0,-1 1 0,0-1 0,1 0 0,-1 1 0,0-1 0,1 0 0,-1 1 0,0-1 0,1 1 0,-1-1 0,0 0 0,0 1 0,1-1 0,-1 1 0,0-1 0,0 1 0,0-1 0,0 1 0,1-1 0,-1 1 0,0-1 0,0 1 0,0-1 0,0 1 0,0-1 0,-1 1 0,1-1 0,0 1 0,0-1 0,0 1 0,0-1 0,0 1 0,-1-1 0,1 0 0,0 1 0,0-1 0,-1 1 0,1-1 0,0 0 0,-1 1 0,-25 42 0,17-30 0,-11 22 0,2 1 0,1 0 0,2 1 0,1 1 0,3 0 0,0 1 0,-8 70 0,16 98 0,2-41 0,-2-138 0,-3-1 0,0 1 0,-1-2 0,-2 1 0,-1-1 0,-23 44 0,32-67 0,-1 0 0,1 0 0,-1 1 0,0-2 0,0 1 0,0 0 0,0 0 0,-1-1 0,1 1 0,-1-1 0,1 0 0,-1 1 0,0-1 0,0 0 0,0-1 0,0 1 0,0-1 0,0 1 0,-1-1 0,1 0 0,-5 1 0,3-2 0,0 0 0,0 0 0,0-1 0,0 1 0,1-1 0,-1 0 0,0 0 0,0-1 0,1 0 0,-1 0 0,1 0 0,-1 0 0,1 0 0,-6-5 0,-1-1 0,0 0 0,1 0 0,0-1 0,0-1 0,1 1 0,0-2 0,1 1 0,0-1 0,0-1 0,2 1 0,-1-1 0,1 0 0,1-1 0,0 1 0,1-1 0,0 0 0,1 0 0,1-1 0,0 1 0,0-25 0,2 31 0,1 1 0,0-1 0,1 1 0,0 0 0,0 0 0,0 0 0,0 0 0,1 0 0,0 0 0,0 1 0,1-1 0,0 1 0,0 0 0,0 0 0,0 0 0,1 1 0,0-1 0,0 1 0,7-5 0,11-5 0,0 0 0,0 1 0,33-12 0,307-131 0,-257 110-1365,-83 37-5461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29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24575,'1465'0'-1365,"-1445"0"-5461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32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342 543 24575,'-5'-5'0,"-1"1"0,0-1 0,0 1 0,0 1 0,-1-1 0,1 1 0,-1 0 0,0 1 0,0 0 0,0 0 0,0 0 0,0 1 0,0 0 0,-1 0 0,1 1 0,0 0 0,-10 1 0,3 0 0,0 1 0,0 0 0,0 1 0,1 1 0,-1 0 0,1 1 0,0 0 0,-12 8 0,19-9 0,0 0 0,1 1 0,-1 0 0,1 0 0,0 0 0,0 0 0,1 1 0,0 0 0,0 0 0,0 0 0,1 0 0,0 1 0,0-1 0,0 1 0,1 0 0,0 0 0,1 0 0,-1 0 0,0 11 0,0 1 0,2 1 0,0 0 0,1-1 0,0 1 0,10 38 0,-8-44 0,2 0 0,0 0 0,0-1 0,1 0 0,1 0 0,0 0 0,1-1 0,1 0 0,-1-1 0,2 1 0,0-2 0,0 1 0,1-2 0,0 1 0,0-1 0,1-1 0,24 13 0,-33-20 0,0 0 0,0 0 0,0 0 0,0 0 0,0 0 0,1-1 0,-1 1 0,0-1 0,0 0 0,0 0 0,0 0 0,1 0 0,-1-1 0,0 1 0,0-1 0,0 0 0,0 0 0,0 0 0,4-2 0,-3 0 0,1 0 0,-1-1 0,0 1 0,0-1 0,0 0 0,0 0 0,0 0 0,-1 0 0,0-1 0,4-7 0,1-3 0,-1-1 0,-1 0 0,0 0 0,-1-1 0,-1 0 0,3-22 0,-2-25 0,-7-122 0,-2 60 0,4-333-1365,0 436-5461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34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1 493 24575,'9'11'0,"0"0"0,0 0 0,11 22 0,-14-21 0,1-1 0,0-1 0,1 1 0,0-1 0,10 9 0,-12-13 0,1-1 0,0 0 0,0 0 0,0-1 0,1 0 0,0 0 0,-1-1 0,1 0 0,10 2 0,-16-4 0,1 0 0,-1-1 0,0 0 0,1 1 0,-1-1 0,1 0 0,-1 0 0,0 0 0,1 0 0,-1-1 0,0 1 0,1-1 0,-1 1 0,0-1 0,0 0 0,1 0 0,-1 0 0,0 0 0,0 0 0,0-1 0,0 1 0,0 0 0,0-1 0,-1 0 0,1 1 0,0-1 0,-1 0 0,0 0 0,1 0 0,-1 0 0,0 0 0,0 0 0,0 0 0,0 0 0,0-1 0,0 1 0,0-3 0,3-21 0,0-1 0,-2 1 0,0-1 0,-2 0 0,-5-35 0,2-5 0,-2-50 0,5 115 0,-1 1 0,1 0 0,0 0 0,0-1 0,0 1 0,0 0 0,0 0 0,0 0 0,0-1 0,0 1 0,1 0 0,-1 0 0,0-1 0,2-1 0,-2 3 0,0 0 0,1 0 0,-1 0 0,0 0 0,1 0 0,-1 0 0,0 0 0,1 0 0,-1 0 0,0 0 0,1 0 0,-1 0 0,0 0 0,0 0 0,1 0 0,-1 0 0,0 0 0,1 1 0,-1-1 0,0 0 0,1 0 0,-1 0 0,0 0 0,0 1 0,1-1 0,-1 0 0,0 0 0,0 1 0,1-1 0,-1 0 0,0 0 0,0 1 0,4 4 0,0-1 0,-1 1 0,0 0 0,0 1 0,3 5 0,6 22 0,-1 2 0,10 58 0,10 37 0,-26-115 0,0 1 0,0-1 0,1 0 0,1 0 0,11 18 0,-15-28 0,0-1 0,1 0 0,-1 0 0,1 0 0,0 0 0,0-1 0,0 0 0,1 1 0,-1-1 0,1-1 0,0 1 0,-1-1 0,1 0 0,0 0 0,1 0 0,-1-1 0,6 1 0,15 2 0,0-1 0,1-2 0,-1 0 0,1-2 0,-1-1 0,28-5 0,-51 6 0,1 0 0,0-1 0,0 1 0,0-1 0,-1 1 0,1-1 0,-1 0 0,0 0 0,1-1 0,-1 1 0,0-1 0,0 0 0,0 1 0,-1-1 0,1 0 0,-1-1 0,0 1 0,1 0 0,-2-1 0,1 1 0,0-1 0,-1 0 0,1 1 0,-1-1 0,0 0 0,1-6 0,1-9 0,-1-1 0,-1 0 0,-1 0 0,-2-22 0,1 17 0,0-13 0,1 7 0,-7-43 0,6 64 0,-1 1 0,-1-1 0,0 1 0,0 0 0,-1 0 0,0 0 0,0 1 0,-10-15 0,5 10 0,0 1 0,0 0 0,-1 0 0,-1 1 0,0 1 0,-1-1 0,-19-12 0,29 22 0,1 0 0,0 1 0,0-1 0,0 1 0,-1-1 0,1 1 0,0 0 0,0-1 0,-1 1 0,1 0 0,0 0 0,-1 0 0,1 0 0,0 0 0,0 0 0,-1 0 0,1 0 0,0 1 0,-1-1 0,1 1 0,0-1 0,0 1 0,0-1 0,-1 1 0,1-1 0,0 1 0,0 0 0,0 0 0,0 0 0,0 0 0,0-1 0,0 1 0,1 0 0,-1 1 0,0-1 0,0 0 0,1 0 0,-1 0 0,1 0 0,-1 0 0,1 1 0,-1-1 0,1 0 0,0 0 0,0 1 0,-1 2 0,0-1 0,1 1 0,-1-1 0,1 1 0,-1-1 0,1 1 0,0 0 0,1-1 0,-1 1 0,0-1 0,1 1 0,0-1 0,0 1 0,0-1 0,0 1 0,1-1 0,2 6 0,1-6 0,-1 1 0,0-1 0,1 1 0,0-1 0,-1-1 0,1 1 0,0-1 0,1 0 0,-1 0 0,0 0 0,1 0 0,-1-1 0,1 0 0,-1-1 0,9 1 0,0 0 0,1-1 0,-1-1 0,1 0 0,26-6 0,-29 3 0,0 0 0,0-1 0,0 0 0,0-1 0,-1 0 0,0-1 0,-1 0 0,16-14 0,9-11 0,30-36 0,-30 29 0,14-12-1365,-29 30-5461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35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39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305 845 24575,'0'0'0,"1"0"0,-1 0 0,1 0 0,-1 0 0,1 0 0,-1-1 0,1 1 0,-1 0 0,1 0 0,-1-1 0,1 1 0,-1 0 0,1-1 0,-1 1 0,0 0 0,1-1 0,-1 1 0,1 0 0,-1-1 0,0 1 0,0-1 0,1 1 0,-1-1 0,0 1 0,0-1 0,1 1 0,-1-1 0,0 1 0,0-1 0,0 1 0,0-1 0,0 1 0,0-1 0,0 0 0,0 1 0,0-1 0,0 1 0,0-1 0,0 1 0,0-1 0,-1 1 0,1-1 0,0 1 0,0-1 0,0 1 0,-1-1 0,1 1 0,-1-1 0,0-2 0,0 0 0,0 0 0,-1 1 0,1-1 0,-1 0 0,0 1 0,1 0 0,-4-4 0,0 3 0,-1-1 0,0 1 0,1 1 0,-1-1 0,0 1 0,-1 0 0,1 0 0,0 0 0,0 1 0,-1 0 0,1 1 0,-1-1 0,1 1 0,0 0 0,-14 2 0,13-1 0,-1 1 0,0-1 0,1 2 0,-1-1 0,1 1 0,0 0 0,0 0 0,0 0 0,0 1 0,0 1 0,1-1 0,-11 10 0,9-4 0,1-1 0,0 1 0,0 0 0,1 0 0,1 1 0,0 0 0,-6 18 0,3-4 0,2 0 0,-6 38 0,11-53 0,1 0 0,0 1 0,1-1 0,-1 0 0,2 1 0,0-1 0,0 0 0,1 0 0,0 0 0,0-1 0,1 1 0,1-1 0,-1 0 0,10 13 0,-10-16 0,0 0 0,1 0 0,-1-1 0,1 0 0,1 0 0,-1 0 0,0-1 0,1 0 0,0 0 0,0 0 0,0-1 0,1 0 0,-1 0 0,1 0 0,0-1 0,-1 0 0,1 0 0,0-1 0,0 0 0,0 0 0,13 0 0,-18-2 0,1 1 0,-1 0 0,0-1 0,0 1 0,0-1 0,1 0 0,-1 0 0,0 0 0,0 0 0,0 0 0,0 0 0,-1 0 0,1-1 0,0 1 0,0-1 0,-1 1 0,1-1 0,-1 0 0,0 1 0,1-1 0,0-3 0,3-3 0,-1-1 0,0 0 0,4-16 0,-1 1 0,29-59 0,-25 62 0,-1 0 0,-1 0 0,-2-1 0,0 0 0,-1-1 0,-1 1 0,2-28 0,-7-256 0,-3 124 0,3-194-1365,0 357-5461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41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1 343 24575,'0'24'0,"1"-1"0,2 0 0,0 1 0,2-1 0,8 29 0,-9-41 0,0 0 0,1 0 0,0 0 0,0-1 0,1 0 0,0 0 0,1 0 0,0-1 0,1 0 0,0 0 0,0-1 0,15 11 0,-21-17 0,0 0 0,1-1 0,-1 1 0,1-1 0,-1 0 0,1 1 0,-1-1 0,1 0 0,0-1 0,0 1 0,-1 0 0,1-1 0,0 1 0,0-1 0,0 0 0,0 0 0,4-1 0,-5 0 0,0 0 0,0 0 0,0 0 0,0 0 0,0 0 0,0 0 0,0-1 0,-1 1 0,1-1 0,0 0 0,-1 1 0,0-1 0,1 0 0,-1 0 0,0 0 0,0 0 0,0 0 0,0 0 0,0 0 0,-1 0 0,1 0 0,0-5 0,5-24 0,-2 0 0,-2-1 0,0 1 0,-6-56 0,1 18 0,0-18 0,0 15 0,8-77 0,-6 148 0,1-1 0,0 1 0,1 0 0,-1-1 0,0 1 0,0 0 0,0-1 0,1 1 0,-1 0 0,1-1 0,-1 1 0,1 0 0,-1 0 0,1 0 0,0 0 0,0 0 0,0-1 0,-1 1 0,1 0 0,0 1 0,0-1 0,0 0 0,0 0 0,1 0 0,-1 1 0,0-1 0,0 0 0,0 1 0,1-1 0,-1 1 0,0-1 0,0 1 0,2 0 0,-1 0 0,0 0 0,1 0 0,-1 1 0,0-1 0,0 1 0,0-1 0,0 1 0,0 0 0,0 0 0,0 0 0,0 0 0,0 0 0,-1 1 0,1-1 0,0 0 0,-1 1 0,1 0 0,-1-1 0,3 4 0,6 9 0,-1 2 0,0-1 0,-1 1 0,0 0 0,-1 1 0,6 25 0,19 109 0,-20-84 0,-4-16 0,-6-30 0,1 0 0,1 0 0,1-1 0,10 25 0,-14-40 0,1-1 0,0 0 0,0 0 0,1 0 0,-1 0 0,1-1 0,-1 1 0,1-1 0,0 1 0,1-1 0,-1 0 0,1 0 0,-1-1 0,1 1 0,0-1 0,0 1 0,0-1 0,0 0 0,0-1 0,0 1 0,1-1 0,-1 0 0,1 0 0,-1 0 0,5 0 0,-5-1 0,-1 0 0,1 0 0,-1-1 0,0 1 0,1-1 0,-1 1 0,1-1 0,-1 0 0,0-1 0,0 1 0,0-1 0,0 1 0,0-1 0,0 0 0,3-2 0,0-1 0,-1 0 0,0 0 0,-1-1 0,1 1 0,-1-1 0,7-13 0,-2 2 0,-1-1 0,-1-1 0,-1 1 0,6-32 0,-8 24 0,-2-1 0,0 1 0,-2-1 0,-1 1 0,-1-1 0,-12-51 0,11 63 0,-2 1 0,0-1 0,-1 1 0,0 0 0,-1 1 0,-1-1 0,0 2 0,0-1 0,-2 1 0,1 0 0,-20-17 0,8 18 0,18 14 0,9 8 0,0-5 0,0 0 0,0-1 0,0 1 0,1-1 0,-1-1 0,1 1 0,1-1 0,-1 0 0,0-1 0,1 1 0,0-1 0,0-1 0,0 0 0,0 0 0,15 1 0,-3-1 0,1-1 0,-1-1 0,1-1 0,0-1 0,27-6 0,-17 0 40,0-2-1,29-13 0,16-5-1522,-50 19-5343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43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71 24575,'336'-22'0,"-112"3"0,165 11 0,-204-13-1365,-165 20-5461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44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381 517 24575,'1'0'0,"-1"-1"0,1 1 0,0 0 0,0 0 0,-1-1 0,1 1 0,0 0 0,-1-1 0,1 1 0,0 0 0,-1-1 0,1 1 0,-1-1 0,1 1 0,-1-1 0,1 1 0,-1-1 0,1 0 0,-1 1 0,1-1 0,-1 0 0,0 1 0,1-1 0,-1 0 0,0 1 0,0-1 0,1 0 0,-1 0 0,0 1 0,0-1 0,0 0 0,0 0 0,0 1 0,0-1 0,0 0 0,0 0 0,0 1 0,-1-2 0,-6-30 0,5 28 0,0-1 0,0 1 0,0 0 0,-1 0 0,1 1 0,-1-1 0,0 0 0,0 1 0,0 0 0,-1 0 0,1 0 0,-1 0 0,0 0 0,0 1 0,0-1 0,0 1 0,0 0 0,0 0 0,0 1 0,-1-1 0,1 1 0,-1 0 0,1 0 0,-1 1 0,1-1 0,-1 1 0,0 0 0,1 0 0,-1 1 0,1-1 0,-1 1 0,-4 1 0,-5 1 0,0 1 0,0 1 0,1 0 0,-1 0 0,1 2 0,0-1 0,1 2 0,-23 17 0,22-15 0,0 1 0,1 1 0,1 0 0,-1 1 0,-9 15 0,17-20 0,-1 0 0,1 0 0,0 0 0,0 1 0,1 0 0,0 0 0,1 0 0,0 0 0,0 0 0,0 17 0,1 0 0,1 0 0,1-1 0,2 1 0,0 0 0,10 37 0,-9-52 0,0 0 0,0 0 0,1 0 0,1 0 0,0-1 0,0 1 0,1-2 0,0 1 0,1-1 0,0 0 0,0 0 0,1-1 0,0 0 0,12 7 0,40 20 0,-57-33 0,0 0 0,1 0 0,-1-1 0,1 1 0,-1-1 0,1 0 0,-1-1 0,1 1 0,0-1 0,-1 0 0,1 0 0,7-1 0,-10 0 0,0 1 0,-1-1 0,1 0 0,-1 0 0,1 0 0,-1 0 0,0 0 0,1 0 0,-1 0 0,0 0 0,0-1 0,1 1 0,-1 0 0,0-1 0,0 1 0,-1-1 0,1 1 0,0-1 0,0 1 0,-1-1 0,1-3 0,8-41 0,-7 31 0,0-2 0,29-219 0,-26 170 0,-5-110 0,-3 153 0,-2 0 0,0 0 0,-2 0 0,0 0 0,-2 1 0,-14-26 0,12 23 0,0 0 0,1-1 0,1 0 0,-7-38 0,14 39-682,0-47-1,3 52-6143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47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2 132 24575,'-2'43'0,"3"0"0,2 0 0,2 0 0,12 54 0,1-36 0,33 76 0,-48-129 0,1-1 0,-1 0 0,1-1 0,1 1 0,0-1 0,0 0 0,0 0 0,0 0 0,1 0 0,0-1 0,0 0 0,12 7 0,-15-11 0,0 1 0,1-1 0,-1 1 0,1-1 0,-1 0 0,1 0 0,-1-1 0,1 1 0,0-1 0,-1 0 0,1 1 0,0-2 0,-1 1 0,1 0 0,0-1 0,-1 0 0,1 0 0,-1 0 0,1 0 0,-1 0 0,0-1 0,1 1 0,-1-1 0,0 0 0,0 0 0,0 0 0,0-1 0,0 1 0,3-4 0,0-1 0,0-1 0,-1 1 0,0-1 0,0 0 0,0 0 0,-1 0 0,0-1 0,-1 0 0,0 0 0,0 0 0,-1 0 0,0 0 0,1-10 0,0-18 0,-3-73 0,-1 72 0,-1-27 0,3-97 0,-1 161 0,0-1 0,0 1 0,0 0 0,0 0 0,0 0 0,0 0 0,1-1 0,-1 1 0,0 0 0,1 0 0,-1 0 0,1 0 0,-1 0 0,1 0 0,-1 0 0,1 0 0,0 0 0,0-1 0,0 2 0,-1 0 0,1 0 0,-1 0 0,1 0 0,-1 0 0,1 0 0,-1 0 0,1 1 0,-1-1 0,1 0 0,-1 0 0,1 0 0,-1 1 0,1-1 0,-1 0 0,1 0 0,-1 1 0,0-1 0,1 0 0,-1 1 0,1-1 0,-1 0 0,0 1 0,0-1 0,1 1 0,-1-1 0,0 1 0,4 5 0,0 0 0,-1 0 0,0 0 0,5 13 0,3 25 0,-2 1 0,5 69 0,11 53 0,-21-149 0,-1-3 0,0 0 0,1 0 0,1-1 0,0 0 0,13 25 0,-15-36 0,-1 0 0,0 0 0,0 0 0,1 0 0,0 0 0,0-1 0,0 1 0,0-1 0,0 0 0,0 0 0,0 0 0,1 0 0,-1-1 0,1 1 0,-1-1 0,1 0 0,0 0 0,-1 0 0,1 0 0,0-1 0,0 1 0,-1-1 0,1 0 0,0 0 0,0-1 0,0 1 0,-1-1 0,6-1 0,-4 1 0,1 0 0,-1-1 0,0 1 0,0-1 0,-1 0 0,1-1 0,0 1 0,-1-1 0,1 1 0,-1-2 0,0 1 0,0 0 0,0-1 0,-1 1 0,1-1 0,-1 0 0,4-6 0,0-4 0,0 1 0,-2-1 0,0 0 0,7-27 0,-7 23 0,4-15 0,-1-1 0,-1 0 0,-2 0 0,2-46 0,-7 45 0,-1 0 0,-2 0 0,-1 0 0,-2 1 0,-14-46 0,12 42 0,9 21 0,0 17 0,-1-1 0,0 1 0,0 0 0,1 0 0,-1 0 0,0-1 0,1 1 0,-1 0 0,1 0 0,-1 0 0,0 0 0,1 0 0,-1 0 0,0 0 0,1 0 0,-1 0 0,1 0 0,-1 0 0,0 0 0,1 0 0,-1 0 0,1 0 0,-1 0 0,0 0 0,1 0 0,-1 0 0,0 1 0,1-1 0,-1 0 0,0 0 0,1 0 0,-1 1 0,0-1 0,1 0 0,-1 0 0,0 1 0,0-1 0,1 1 0,4 4 0,0 0 0,0 1 0,0-1 0,-1 1 0,0 0 0,0 0 0,0 1 0,-1-1 0,0 1 0,3 11 0,21 75 0,-26-89 0,15 83 0,-11-52 0,13 47 0,-14-71 0,0 1 0,0-1 0,1 0 0,1-1 0,0 0 0,0 1 0,1-2 0,8 11 0,-9-14 0,-1 0 0,1 0 0,0 0 0,0-1 0,1 0 0,0 0 0,0 0 0,0-1 0,0 0 0,1-1 0,-1 1 0,1-1 0,0-1 0,0 0 0,0 0 0,0 0 0,0-1 0,1 0 0,-1-1 0,0 0 0,0 0 0,13-2 0,50-14-1365,-50 11-5461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48.4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524 462 24575,'-32'0'0,"0"1"0,0 2 0,0 1 0,1 2 0,0 1 0,0 2 0,-41 16 0,56-18 0,1 0 0,0 1 0,0 1 0,1 1 0,0 0 0,1 0 0,0 2 0,0-1 0,1 2 0,1 0 0,0 0 0,1 1 0,1 0 0,0 0 0,-11 25 0,16-28 0,0 1 0,0 0 0,2 0 0,-1 0 0,2 0 0,-1 16 0,4 77 0,1-40 0,-4-13 0,-1-32 0,2-1 0,0 1 0,1 0 0,6 25 0,-6-41 0,1 0 0,0 1 0,0-1 0,0 0 0,0-1 0,1 1 0,-1 0 0,1-1 0,0 1 0,0-1 0,1 0 0,-1 0 0,1 0 0,-1 0 0,1-1 0,0 0 0,0 1 0,0-1 0,0-1 0,0 1 0,1-1 0,-1 1 0,1-1 0,-1 0 0,7 0 0,10 2 0,0-2 0,1 0 0,41-4 0,-56 2 0,1-1 0,-1 1 0,0-2 0,0 1 0,0-1 0,0 0 0,0 0 0,-1-1 0,1 0 0,-1 0 0,0 0 0,0-1 0,6-6 0,9-11 0,36-46 0,-39 44 0,3-2 0,3-3 0,-1-2 0,18-33 0,-34 52 0,-1 1 0,-1-2 0,0 1 0,-1-1 0,0 1 0,-1-1 0,-1 0 0,0-1 0,1-20 0,-8-394 0,3 388 0,-12-64 0,8 66 0,-5-23 0,6 37 0,1 1 0,-2-37 0,-5 187 0,0-11 0,8-34 0,4 1 0,3-1 0,4 0 0,3 0 0,22 80 0,-18-102 0,-8-27 0,1 0 0,14 33 0,-19-58 0,1 0 0,0 0 0,0-1 0,1 1 0,-1-1 0,2 0 0,-1 0 0,1-1 0,0 1 0,0-1 0,1-1 0,14 11 0,-18-14 0,0 0 0,1 0 0,-1 0 0,1 0 0,0-1 0,0 0 0,-1 1 0,1-1 0,0-1 0,0 1 0,0 0 0,0-1 0,0 0 0,0 0 0,0 0 0,0-1 0,0 1 0,0-1 0,0 0 0,0 0 0,0 0 0,-1 0 0,1-1 0,0 0 0,-1 0 0,1 0 0,-1 0 0,0 0 0,0 0 0,1-1 0,-2 0 0,1 0 0,0 0 0,0 0 0,-1 0 0,3-4 0,6-11 0,0-1 0,-2 0 0,0-1 0,-1 0 0,7-27 0,3-18 0,-3-1 0,-2 0 0,-4-1 0,-3 0 0,-2-75 0,-2 127 0,2 28 0,3 34 0,24 269 0,-30-308 0,0 0 0,1 0 0,0-1 0,0 1 0,0-1 0,1 1 0,0-1 0,1 0 0,-1 0 0,2 0 0,5 8 0,-8-13 0,1 1 0,-1-1 0,1 1 0,0-1 0,-1 0 0,1 0 0,0 0 0,0-1 0,1 1 0,-1-1 0,0 1 0,0-1 0,1 0 0,-1 0 0,1 0 0,-1-1 0,0 1 0,1-1 0,-1 0 0,1 0 0,-1 0 0,1-1 0,-1 1 0,1-1 0,-1 0 0,1 0 0,3-1 0,1-1 0,0-1 0,1 0 0,-1-1 0,-1 0 0,1 0 0,-1 0 0,0-1 0,0 0 0,-1-1 0,1 0 0,-1 1 0,-1-2 0,0 1 0,0-1 0,0 0 0,4-10 0,3-9 0,-1-1 0,-2 0 0,10-49 0,-14 40 0,-2 0 0,-3-66 0,0 76 0,-2 128 0,4 172 0,-1-267 0,-1 1 0,1-1 0,1 0 0,-1 0 0,1 0 0,0 0 0,0 0 0,1 0 0,0 0 0,0 0 0,0-1 0,1 0 0,0 0 0,0 0 0,0 0 0,0 0 0,1-1 0,0 0 0,0 0 0,0 0 0,0 0 0,1-1 0,-1 0 0,1 0 0,0-1 0,0 1 0,0-1 0,0 0 0,0-1 0,0 0 0,1 0 0,9 0 0,-2 0 0,-1-1 0,1-1 0,0 0 0,-1 0 0,1-2 0,24-7 0,-31 7 0,1 0 0,-1 0 0,-1-1 0,1 0 0,0 0 0,-1-1 0,0 1 0,0-2 0,0 1 0,-1 0 0,0-1 0,0 0 0,7-12 0,-1-1-341,-1-2 0,-1 1-1,10-35 1,-9 20-6485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53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0 166 24575,'614'-6'0,"-8"-35"0,63-53 0,-552 71-1365,-99 22-5461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55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379 594 24575,'-3'-2'0,"-1"-1"0,1 1 0,-1 0 0,1 0 0,-1 0 0,0 1 0,0-1 0,0 1 0,0 0 0,0 0 0,0 0 0,-6 0 0,-56-2 0,44 4 0,8-2 0,0 1 0,0 1 0,0 0 0,0 1 0,0 1 0,-23 7 0,31-8 0,0 1 0,0 0 0,0 0 0,0 1 0,1 0 0,-1 0 0,1 0 0,0 0 0,0 1 0,1 0 0,-1 0 0,1 0 0,0 1 0,0-1 0,1 1 0,-4 8 0,2-1 0,0 0 0,0 1 0,1-1 0,1 1 0,1 0 0,-2 19 0,4 88 0,2-63 0,-2-44 0,1 0 0,0 0 0,1 0 0,1 0 0,0 0 0,0-1 0,2 1 0,0-1 0,0 0 0,1-1 0,8 13 0,-10-19 0,0-1 0,0 1 0,1-1 0,-1-1 0,1 1 0,0 0 0,0-1 0,1 0 0,-1-1 0,1 1 0,0-1 0,0 0 0,0 0 0,0-1 0,0 0 0,1 0 0,-1 0 0,1-1 0,-1 0 0,1 0 0,0-1 0,-1 0 0,1 0 0,0 0 0,7-2 0,-6 1 0,1 0 0,-1-1 0,0 0 0,0 0 0,0-1 0,0 0 0,-1 0 0,1-1 0,-1 0 0,0 0 0,0-1 0,0 1 0,0-2 0,-1 1 0,0-1 0,0 0 0,-1 0 0,1-1 0,-1 1 0,-1-1 0,1-1 0,-1 1 0,-1 0 0,1-1 0,-1 0 0,0 0 0,-1 0 0,0 0 0,1-11 0,-2-199 0,-4 108 0,2 90 0,-1 1 0,0 0 0,-2 0 0,-11-37 0,-35-71 0,7 20 0,35 75 0,1 0 0,1 0 0,1 0 0,2-1 0,2 1 0,1-1 0,6-52 0,-6 83 0,0 1 0,0-1 0,1 0 0,-1 1 0,0-1 0,1 0 0,-1 1 0,1-1 0,-1 0 0,1 1 0,0-1 0,0 1 0,0-1 0,0 1 0,2-3 0,-3 4 0,1 0 0,-1-1 0,1 1 0,0 0 0,-1-1 0,1 1 0,0 0 0,-1 0 0,1 0 0,0 0 0,0-1 0,-1 1 0,1 0 0,0 0 0,-1 0 0,1 1 0,0-1 0,0 0 0,-1 0 0,1 0 0,0 0 0,-1 1 0,1-1 0,0 0 0,0 1 0,2 1 0,0 0 0,-1 0 0,1 0 0,-1 1 0,1-1 0,-1 1 0,0-1 0,0 1 0,0 0 0,0 0 0,-1 0 0,1 0 0,-1 0 0,2 3 0,2 18 0,-1 0 0,-1 0 0,-1 0 0,-2 0 0,-3 46 0,0-8 0,2 1 0,2 102 0,23-48 0,-19-96 0,1-1 0,1 0 0,1 0 0,12 22 0,-4-13 0,0-1 0,2-1 0,1-1 0,39 42 0,-47-57 0,0-1 0,0 0 0,1-1 0,1-1 0,0 0 0,0 0 0,18 7 0,-25-13 0,0 1 0,0-1 0,0 0 0,0-1 0,0 1 0,0-1 0,0-1 0,1 1 0,-1-1 0,0 0 0,1 0 0,-1-1 0,0 0 0,0 0 0,1-1 0,-1 1 0,0-1 0,0 0 0,-1-1 0,7-3 0,-8 3-91,-1 0 0,1 0 0,-1-1 0,0 1 0,0-1 0,0 0 0,0 0 0,-1 0 0,1 0 0,-1 0 0,0 0 0,-1-1 0,1 1 0,1-7 0,3-16-6735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57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 24575,'-12'0'0,"-1"0"0,1 1 0,0 1 0,-1 0 0,1 1 0,0 0 0,0 1 0,-14 6 0,19-7 0,1 1 0,-1 0 0,1 0 0,0 0 0,1 1 0,-1 0 0,1 0 0,0 0 0,0 1 0,0 0 0,1 0 0,0 0 0,0 0 0,0 1 0,-2 7 0,0 3 0,0 0 0,1 0 0,1 1 0,1-1 0,1 1 0,-1 32 0,4-19 0,1 1 0,12 60 0,-12-84 0,0 0 0,0-1 0,1 1 0,0-1 0,1 1 0,-1-1 0,1 0 0,1 0 0,-1-1 0,1 1 0,0-1 0,1 0 0,-1 0 0,1-1 0,1 1 0,-1-1 0,1-1 0,-1 1 0,1-1 0,9 4 0,1-2 0,0 0 0,0-1 0,0-1 0,0 0 0,1-1 0,0-1 0,-1-1 0,21-1 0,-18-1 0,0 0 0,0-2 0,0 0 0,-1-1 0,1-1 0,19-8 0,-26 8 0,1-1 0,-1 0 0,-1-1 0,1-1 0,-1 0 0,-1 0 0,1-1 0,-2-1 0,13-13 0,-20 20-124,-1-1 0,1 0 0,-1 0 0,1 0 0,-1 0 0,0 0-1,-1 0 1,1-1 0,-1 1 0,2-8 0,-1-5-6702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58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24575,'8'0'0,"6"0"0,14 0 0,13 0 0,8 0 0,11 0 0,12 0 0,6 0 0,5 0 0,-3 0 0,-12 0 0,-12 0 0,-13 0 0,-9 0 0,-11 0-8191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7:58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24575,'626'-18'0,"-467"12"-1365,-140 6-5461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06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24575,'102'-1'0,"114"3"0,-212-2 0,0 1 0,-1-1 0,1 1 0,0 0 0,0 0 0,-1 1 0,1-1 0,0 1 0,-1 0 0,0 0 0,1 0 0,-1 0 0,0 0 0,0 1 0,0-1 0,3 4 0,-2 0 0,0 0 0,0 0 0,0 0 0,0 0 0,-1 1 0,0 0 0,-1-1 0,3 9 0,0 5 0,-2 0 0,0 0 0,-1 0 0,-1 0 0,-2 29 0,0-36 0,-1 0 0,-1-1 0,0 1 0,-1-1 0,0 1 0,-1-1 0,0 0 0,-1-1 0,-11 18 0,-8 6 0,-44 48 0,61-74 0,-5 6 0,-1 0 0,-1-1 0,0 0 0,-1-1 0,0-1 0,-1-1 0,-1 0 0,1-1 0,-2-1 0,-35 13 0,90-30 0,0 1 0,1 2 0,-1 1 0,1 3 0,0 0 0,-1 3 0,1 1 0,51 10 0,-83-11 0,1 0 0,0 0 0,-1 1 0,1-1 0,-1 1 0,0 0 0,0 0 0,0 1 0,0 0 0,-1 0 0,1 0 0,-1 0 0,0 1 0,-1-1 0,1 1 0,-1 0 0,1 0 0,-2 1 0,1-1 0,0 0 0,-1 1 0,0 0 0,2 11 0,-1-1 0,-1-1 0,0 1 0,-1 0 0,-1 0 0,0 0 0,-1 0 0,-7 30 0,6-38 0,0 0 0,-1 0 0,0 0 0,-1 0 0,0-1 0,0 1 0,0-1 0,-1 0 0,0 0 0,0-1 0,-1 0 0,0 0 0,0 0 0,0 0 0,-1-1 0,0 0 0,0-1 0,0 1 0,-1-1 0,-10 4 0,0-1 0,0-1 0,0-1 0,0 0 0,0-2 0,-1 0 0,0-1 0,1 0 0,-23-2 0,-116-4-1365,133 4-5461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06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03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1 120 24575,'3'-1'0,"0"0"0,0 0 0,0 0 0,0 0 0,0-1 0,0 1 0,-1-1 0,1 0 0,0 0 0,-1 0 0,5-4 0,14-9 0,0 4 0,2 1 0,-1 1 0,1 2 0,0 0 0,33-5 0,123-9 0,-118 17 0,84 3 0,-142 1 0,1 1 0,-1-1 0,1 1 0,-1 0 0,0 0 0,1 0 0,-1 0 0,0 1 0,0 0 0,0-1 0,0 1 0,0 0 0,0 0 0,0 1 0,4 3 0,-4-1 0,1 0 0,0 0 0,-1 0 0,0 0 0,0 1 0,-1-1 0,1 1 0,1 8 0,0 2 0,-1 0 0,0 1 0,-1-1 0,-1 1 0,-1-1 0,-2 17 0,1-25 0,-1 0 0,0 0 0,-1-1 0,0 1 0,0-1 0,0 0 0,-1 0 0,0 0 0,-1 0 0,1-1 0,-1 1 0,-7 5 0,-2 4 0,-2-2 0,1 0 0,-27 18 0,0-7 0,-1-1 0,-55 21 0,-22 11 0,119-55 0,0-1 0,0 0 0,0 0 0,0 1 0,0-1 0,1 1 0,-1-1 0,0 1 0,0-1 0,0 1 0,1-1 0,-1 1 0,0 0 0,1 0 0,-1-1 0,0 1 0,1 0 0,-1 0 0,1 0 0,-1-1 0,1 1 0,-1 2 0,2-3 0,-1 1 0,1-1 0,0 1 0,-1-1 0,1 1 0,0-1 0,0 1 0,-1-1 0,1 0 0,0 1 0,0-1 0,-1 0 0,1 0 0,0 1 0,0-1 0,0 0 0,0 0 0,-1 0 0,2 0 0,50-1 0,-17-3 0,-13 2 0,0 0 0,0 1 0,36 4 0,-50-2 0,-1 0 0,1 1 0,-1 0 0,0 1 0,0 0 0,0 0 0,0 0 0,0 1 0,0 0 0,-1 0 0,0 1 0,0-1 0,0 2 0,7 7 0,3 5 0,-2 0 0,0 1 0,-1 0 0,-1 1 0,0 0 0,-2 1 0,11 30 0,-18-38 0,0 0 0,0 1 0,-1-1 0,-1 0 0,0 1 0,-1-1 0,-1 0 0,-3 26 0,3-35 0,0 1 0,0 0 0,-1-1 0,1 1 0,-1 0 0,0-1 0,0 0 0,0 1 0,-1-1 0,1 0 0,-1 0 0,0-1 0,-1 1 0,1 0 0,0-1 0,-1 0 0,0 0 0,0 0 0,0 0 0,0-1 0,0 1 0,0-1 0,-1 0 0,1-1 0,-1 1 0,0-1 0,-6 2 0,-44 4 0,31-5 0,0 2 0,0 0 0,-32 11 0,40-11 0,0 0 0,-1-1 0,1 0 0,-1-2 0,-25 0 0,20-1 0,-1 1 0,-27 6 0,4 1-1365,25-5-5461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04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16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28 665 24575,'-13'-256'0,"1"13"0,11 197 0,0 12 0,4-49 0,-3 83 0,0 0 0,1 1 0,-1-1 0,0 0 0,0 0 0,0 1 0,0-1 0,0 0 0,1 0 0,-1 1 0,0-1 0,0 0 0,0 0 0,1 0 0,-1 1 0,0-1 0,0 0 0,1 0 0,-1 0 0,0 0 0,0 0 0,1 0 0,-1 1 0,0-1 0,0 0 0,1 0 0,-1 0 0,0 0 0,0 0 0,1 0 0,-1 0 0,0 0 0,1 0 0,-1 0 0,0 0 0,0 0 0,1-1 0,-1 1 0,0 0 0,0 0 0,1 0 0,-1 0 0,0 0 0,0 0 0,1-1 0,-1 1 0,0 0 0,0 0 0,0 0 0,1-1 0,-1 1 0,0 0 0,0 0 0,0-1 0,0 1 0,1 0 0,-1 0 0,0-1 0,0 1 0,0 0 0,0 0 0,0-1 0,0 1 0,0 0 0,0-1 0,0 1 0,15 23 0,-14-22 0,39 80 0,52 145 0,-74-176 0,3 4 0,1 1 0,-3 0 0,20 91 0,-36-118 0,-1 42 0,-2-44 0,1-1 0,5 27 0,6 26-1365,-10-57-5461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16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18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125 566 24575,'-3'0'0,"1"0"0,-1 0 0,1 0 0,-1 0 0,0-1 0,1 1 0,-1-1 0,1 0 0,-1 0 0,1 0 0,-1 0 0,1 0 0,0 0 0,0 0 0,-1-1 0,1 1 0,0-1 0,-2-3 0,1 2 0,1-1 0,-1 0 0,1 1 0,1-1 0,-1 0 0,0 0 0,1-1 0,0 1 0,0 0 0,-1-7 0,-2-34 0,1 0 0,6-71 0,-2-44 0,-4 145 0,0 1 0,-1-1 0,-1 1 0,-1-1 0,0 1 0,-9-14 0,14 25 0,-9-10 0,9 27 0,10 28 0,3 1 0,1-1 0,9 56 0,-17-77 0,0 0 0,2 0 0,9 20 0,-8-21 0,-1 0 0,0 1 0,4 25 0,-3-1 0,1 1 0,33 86 0,-22-75 0,16 38 0,-29-76-151,-1-1-1,-1 1 0,0 0 0,-2 1 1,0-1-1,-1 1 0,-1-1 1,-2 32-1,1-25-6674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19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27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75 24575,'1'-2'0,"-1"0"0,1 0 0,0-1 0,0 1 0,0 0 0,0 0 0,0 0 0,1 0 0,-1 0 0,0 0 0,1 1 0,0-1 0,-1 0 0,1 1 0,0-1 0,0 1 0,0-1 0,0 1 0,0 0 0,0 0 0,0 0 0,0 0 0,0 0 0,5 0 0,9-5 0,1 1 0,20-3 0,-28 6 0,18-2 0,0 0 0,1 1 0,-1 2 0,51 4 0,-75-3 0,1 1 0,-1-1 0,0 1 0,0 0 0,0 0 0,0 1 0,0-1 0,0 1 0,0-1 0,0 1 0,0 0 0,-1 0 0,1 0 0,-1 0 0,0 1 0,1-1 0,-1 1 0,0-1 0,0 1 0,-1 0 0,1 0 0,0-1 0,-1 1 0,2 6 0,2 6 0,-1 1 0,0 0 0,-2 0 0,2 16 0,0 2 0,11 89 0,-4 1 0,-10 190 0,-2-297 0,-1 0 0,-1 0 0,0 0 0,-1 0 0,-1-1 0,-1 0 0,0 0 0,-1 0 0,-1-1 0,0 0 0,-12 17 0,13-23 0,0-1 0,0 1 0,0-1 0,-1-1 0,0 1 0,-1-1 0,1-1 0,-1 0 0,-1 0 0,1-1 0,-1 0 0,0 0 0,0-1 0,-1-1 0,1 1 0,-1-2 0,1 1 0,-17 0 0,7-2 0,0-1 0,0-1 0,0 0 0,0-2 0,0 0 0,1-2 0,-20-6 0,31 9 0,1-1 0,-1 0 0,1-1 0,-1 0 0,1 0 0,0 0 0,1-1 0,-1 0 0,1 0 0,0-1 0,0 0 0,1 0 0,-1 0 0,1-1 0,1 1 0,-1-1 0,1 0 0,0-1 0,-5-13 0,8 18 0,1 1 0,-1-1 0,0 0 0,1 1 0,-1-1 0,1 0 0,0 0 0,0 1 0,0-1 0,0 0 0,0 1 0,1-1 0,-1 0 0,1 0 0,0 1 0,0-1 0,0 1 0,0-1 0,0 1 0,0-1 0,1 1 0,-1 0 0,1 0 0,-1-1 0,1 1 0,0 0 0,0 0 0,0 1 0,0-1 0,1 0 0,-1 1 0,0-1 0,1 1 0,-1 0 0,0 0 0,1 0 0,0 0 0,3-1 0,11-2 0,-1 0 0,1 1 0,0 1 0,32 0 0,-49 2 0,31-1 0,14-1 0,0 2 0,1 2 0,45 8 0,-75-5 0,-2 0 0,1 1 0,-1 1 0,0 0 0,0 1 0,-1 1 0,0 0 0,22 19 0,-16-12 0,1-1 0,28 16 0,-29-23 0,-1-1 0,1 0 0,0-2 0,0 0 0,1-1 0,-1-1 0,1-1 0,0 0 0,0-2 0,0 0 0,23-4 0,-41 4-35,0 0 0,0 0 0,0 0 0,0 0 0,0-1 0,0 1 0,0-1 0,0 1 0,-1-1 0,1 0 0,0 1 0,0-1 0,0 0 0,-1 0 0,1-1 0,0 1 0,-1 0 0,1 0 0,-1-1 0,1 1 0,-1-1 0,0 1 0,0-1 0,0 0 0,0 1 0,0-1 0,0 0 0,0 0 0,0 0 0,-1 0 0,1 0 0,-1 0 0,1 0 0,-1 0 0,0 0 0,0 0 0,0 0 0,0-3 0,-3-12-6791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29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53 24575,'16'-1'0,"0"-1"0,0-1 0,-1 0 0,25-9 0,24-5 0,-9 10 0,0 2 0,0 3 0,83 7 0,-135-5 0,1 0 0,-1 0 0,0 0 0,0 1 0,0-1 0,0 1 0,0 0 0,0 0 0,0 1 0,0-1 0,0 0 0,0 1 0,-1 0 0,1-1 0,0 1 0,-1 0 0,0 0 0,1 1 0,-1-1 0,0 0 0,0 1 0,0 0 0,-1-1 0,4 7 0,-3-2 0,0 1 0,0-1 0,-1 1 0,0 0 0,0 0 0,-1 0 0,1-1 0,-2 1 0,-1 9 0,1-5 0,-2 0 0,0 0 0,0 0 0,-1 0 0,0-1 0,-1 1 0,0-1 0,-1 0 0,-1-1 0,1 0 0,-2 0 0,1 0 0,-1-1 0,-1 0 0,-18 16 0,-10 3 0,-1-2 0,-78 41 0,69-41 0,-34 21 0,-59 32 0,161-77 0,585-7 0,-591 5 0,-7-1 0,0 1 0,1 0 0,-1 1 0,0 0 0,12 3 0,-18-3 0,1 0 0,-1 0 0,1 0 0,-1 1 0,0-1 0,1 1 0,-1-1 0,0 1 0,0 0 0,0 0 0,0 0 0,0 0 0,-1 0 0,1 0 0,-1 1 0,1-1 0,-1 1 0,0-1 0,0 1 0,1 2 0,6 18 0,-2 0 0,0 1 0,-1-1 0,-2 1 0,0 0 0,-1 29 0,-2-41 0,-1 1 0,0-1 0,0 1 0,-1-1 0,-1 0 0,0 0 0,-1 0 0,0 0 0,-1 0 0,0-1 0,0 0 0,-2 0 0,-11 16 0,13-22 0,0 0 0,0-1 0,0 0 0,-1 0 0,1 0 0,-1 0 0,0-1 0,0 0 0,-1-1 0,1 1 0,-12 2 0,-7 0 0,-46 5 0,41-8 0,-361 61 0,364-56 0,27-7-21,0 0-1,1 0 0,-1 1 1,0-1-1,0 0 0,0 0 1,0 0-1,0 0 0,0 0 1,0 0-1,0 0 0,0 0 1,0 0-1,0 1 0,0-1 1,0 0-1,0 0 0,0 0 1,0 0-1,0 0 0,0 0 0,0 0 1,0 1-1,0-1 0,0 0 1,0 0-1,0 0 0,0 0 1,0 0-1,0 0 0,0 0 1,0 1-1,0-1 0,0 0 1,0 0-1,0 0 0,0 0 1,0 0-1,0 0 0,0 0 1,0 0-1,0 0 0,0 1 1,-1-1-1,1 0 0,0 0 1,0 0-1,0 0 0,0 0 1,0 0-1,0 0 0,0 0 1,-1 0-1,1 0 0,0 0 1,0 0-1,0 0 0,0 0 1,0 0-1,0 0 0,0 0 1,-1 0-1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29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24575,'660'0'-1365,"-637"0"-5461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30.4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24575,'3'0'0,"7"0"0,20 0 0,18 0 0,8 0 0,3 0 0,-1 0 0,-2-4 0,-6-1 0,-5-1 0,-1 2 0,0 1 0,-4 1 0,-4 1 0,-5 1 0,-4 0 0,-5 0-8191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32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338 29 24575,'-5'0'0,"-1"-1"0,1 0 0,0 0 0,0-1 0,-8-2 0,-16-5 0,-3 4 0,-44 0 0,66 5 0,-1 0 0,1 1 0,0 0 0,-1 0 0,1 1 0,0 0 0,0 1 0,-13 5 0,20-6 0,0 0 0,-1 1 0,1-1 0,0 0 0,0 1 0,0 0 0,0 0 0,1 0 0,-1 0 0,1 0 0,0 0 0,0 1 0,-3 6 0,2-3 0,0 1 0,1 0 0,0 0 0,0 0 0,1 0 0,-1 12 0,2-4 0,0-1 0,1 1 0,1 0 0,0-1 0,2 1 0,7 23 0,-6-26 0,0-1 0,0-1 0,1 1 0,1-1 0,0 0 0,0 0 0,1-1 0,16 16 0,-18-20 0,0-1 0,1 0 0,0-1 0,0 1 0,0-1 0,0-1 0,1 1 0,0-1 0,-1 0 0,1-1 0,0 0 0,0 0 0,0-1 0,16 1 0,-17-2 0,1 1 0,-1-2 0,1 1 0,-1-1 0,1 0 0,-1-1 0,0 1 0,11-5 0,-15 4 0,-1 1 0,1-1 0,0 0 0,-1 0 0,1 0 0,-1 0 0,1 0 0,-1 0 0,0-1 0,0 1 0,0-1 0,0 0 0,-1 0 0,1 0 0,-1 1 0,1-1 0,-1 0 0,0-1 0,0 1 0,0 0 0,0-6 0,2-21 0,-2 0 0,0 1 0,-5-33 0,2-49 0,2 108 0,0 0 0,0 0 0,0 0 0,1 1 0,-1-1 0,1 0 0,0 0 0,0 0 0,0 1 0,0-1 0,0 1 0,1-1 0,-1 1 0,1-1 0,-1 1 0,1 0 0,0-1 0,0 1 0,0 0 0,0 1 0,4-4 0,-3 4 0,0 0 0,0 0 0,0 0 0,1 0 0,-1 0 0,0 1 0,0 0 0,1-1 0,-1 1 0,0 0 0,0 1 0,1-1 0,-1 1 0,0-1 0,0 1 0,0 0 0,0 0 0,5 2 0,4 3 0,-1 0 0,1 1 0,-1 0 0,-1 1 0,1 0 0,-1 1 0,-1 0 0,0 0 0,0 1 0,-1 0 0,14 22 0,3 10 0,35 83 0,-44-88 0,155 339 0,-167-366 0,0 0 0,-1 1 0,0 0 0,0 0 0,-1 0 0,-1 0 0,1 20 0,-2-25 0,-1 0 0,1 0 0,-1 0 0,0 0 0,0 0 0,-1 0 0,0 0 0,0-1 0,0 1 0,-1 0 0,1-1 0,-2 0 0,1 0 0,0 0 0,-7 8 0,0-4 0,0 0 0,0-1 0,-1 0 0,0 0 0,-1-1 0,0 0 0,0-1 0,-24 9 0,17-10 0,0-1 0,0 0 0,0-2 0,-1 0 0,-29-1 0,8-1-120,0 0 247,-45-6-1,74 5-292,0-1-1,0-1 1,1 0-1,-1-1 1,1 0-1,0 0 1,0-1-1,-13-9 1,-1-3-6660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33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24575,'0'0'0,"0"-1"0,1 1 0,-1-1 0,0 0 0,1 1 0,-1-1 0,0 1 0,1-1 0,-1 1 0,1 0 0,-1-1 0,1 1 0,-1-1 0,1 1 0,-1 0 0,1-1 0,0 1 0,-1 0 0,1 0 0,-1-1 0,1 1 0,0 0 0,-1 0 0,2 0 0,19-4 0,-17 3 0,83-8 0,1 5 0,92 6 0,-58 0 0,-32-4 0,84 5 0,-154 0-1365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34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24575,'0'4'0,"8"2"0,11-1 0,13-1 0,11-1 0,5-1 0,6-1 0,7 0 0,-4-1 0,-3 0 0,-3-1 0,-6 1 0,-7 0 0,-6 0 0,-8 0-8191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6:58:36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378 26 24575,'-49'-18'0,"41"16"0,0 0 0,-1 1 0,1 0 0,0 0 0,-1 1 0,1 0 0,0 0 0,-1 1 0,1 0 0,0 1 0,0 0 0,0 0 0,0 1 0,0 0 0,0 0 0,1 0 0,-1 1 0,1 1 0,0-1 0,-12 11 0,3-1 0,2 0 0,0 1 0,0 0 0,1 1 0,1 1 0,-14 25 0,19-28 0,1 0 0,0 1 0,1 0 0,1 0 0,0 0 0,1 0 0,0 0 0,2 1 0,-1 16 0,2-21 0,3 233 0,-1-227 0,1 1 0,0-1 0,1 0 0,1-1 0,1 1 0,0-1 0,10 17 0,6 7 0,38 55 0,-52-84 0,0 1 0,1-1 0,1-1 0,17 16 0,-21-21 0,-1-2 0,1 1 0,-1-1 0,1 0 0,0 0 0,0 0 0,1-1 0,-1 0 0,0 0 0,1-1 0,-1 1 0,8-1 0,42 3 0,0-3 0,110-12 0,-156 9 0,1 0 0,0 0 0,-1-1 0,1 0 0,-1-1 0,0 0 0,11-7 0,-18 9 0,0 1 0,-1-1 0,1-1 0,-1 1 0,1 0 0,-1-1 0,0 1 0,0-1 0,0 0 0,0 0 0,0 0 0,0 0 0,-1 0 0,0 0 0,1 0 0,-1 0 0,0 0 0,-1-1 0,1 1 0,-1 0 0,1-1 0,-1 1 0,0-1 0,0 1 0,0 0 0,-1-5 0,-1-1 0,0 1 0,-1-1 0,1 1 0,-2 0 0,1 0 0,-1 0 0,0 0 0,-1 0 0,0 1 0,0 0 0,0 0 0,-1 0 0,0 1 0,0 0 0,-1 0 0,0 0 0,-12-7 0,7 6 0,0 0 0,0 0 0,-1 1 0,-1 1 0,1 0 0,0 1 0,-1 1 0,0 0 0,0 0 0,-16 0 0,-23-5 0,46 6 0,0 0 0,0 0 0,0 1 0,0 0 0,0 0 0,0 1 0,0 0 0,0 0 0,0 1 0,0 0 0,0 0 0,0 0 0,-11 5 0,5 0-227,0 2-1,0 0 1,1 0-1,0 1 1,-12 13-1,8-6-6598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14:38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3594 8 24575,'0'0'0,"0"0"0,0-1 0,0 1 0,0-1 0,0 1 0,0 0 0,-1-1 0,1 1 0,0 0 0,0-1 0,0 1 0,-1 0 0,1-1 0,0 1 0,-1 0 0,1-1 0,0 1 0,0 0 0,-1 0 0,1-1 0,-1 1 0,1 0 0,0 0 0,-1 0 0,1 0 0,0 0 0,-1-1 0,1 1 0,-1 0 0,1 0 0,0 0 0,-1 0 0,1 0 0,-1 0 0,1 0 0,0 0 0,-1 0 0,1 0 0,-1 1 0,1-1 0,-1 0 0,-22 6 0,20-5 0,-273 116 0,158-63 0,-787 275 0,-30-72 0,803-222 0,-590 117 0,663-141 0,-30 6-455,1 4 0,-114 43 0,173-53-6371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14:39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1 24575,'-8'9'0,"1"1"0,0 0 0,1 1 0,0-1 0,0 1 0,-4 14 0,-16 28 0,-95 119 0,20-32 0,99-136 0,-2 1 0,0 1 0,1-1 0,0 1 0,0 0 0,-2 7 0,5-11 0,-1-1 0,1 0 0,0 0 0,0 0 0,0 0 0,-1 0 0,1 0 0,0 0 0,1 0 0,-1 1 0,0-1 0,0 0 0,0 0 0,1 0 0,-1 0 0,0 0 0,1 0 0,-1 0 0,1 0 0,-1 0 0,1 0 0,0 0 0,-1 0 0,1-1 0,0 1 0,0 0 0,0 0 0,-1 0 0,1-1 0,0 1 0,0-1 0,0 1 0,0-1 0,0 1 0,0-1 0,0 1 0,2-1 0,11 4 0,0-1 0,0-1 0,1 0 0,26-1 0,-26 0 0,597-1 16,-355-3-1397,-192 3-5445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1T17:03:59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3240 1558 24575,'0'-3'0,"-1"1"0,1-1 0,-1 1 0,1-1 0,-1 1 0,0-1 0,0 1 0,0 0 0,0-1 0,-1 1 0,1 0 0,-1 0 0,-3-4 0,-26-24 0,27 27 0,-35-27 0,-1 2 0,-1 2 0,-52-25 0,-140-54 0,191 87 0,-861-373 0,489 190 0,330 158 0,-181-75 0,145 67 0,-19-6 0,-80-36 0,39 10 0,-148-81 0,303 149-1365,3 2-5461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1T17:04:00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248 456 24575,'-2'-1'0,"-1"0"0,1 1 0,0-1 0,0 0 0,0-1 0,0 1 0,0 0 0,0 0 0,1-1 0,-1 1 0,0-1 0,1 0 0,-1 1 0,1-1 0,-1 0 0,0-2 0,-4-2 0,-26-35 0,1-2 0,2-1 0,1-1 0,3-1 0,-29-73 0,52 115 0,0-1 0,1 1 0,-1-1 0,1 1 0,0-1 0,0 1 0,1-1 0,-1-5 0,1 9 0,1 0 0,-1-1 0,0 1 0,1-1 0,-1 1 0,1-1 0,-1 1 0,1 0 0,0-1 0,-1 1 0,1 0 0,0 0 0,0 0 0,0-1 0,0 1 0,0 0 0,0 0 0,0 0 0,1 1 0,-1-1 0,0 0 0,0 0 0,1 1 0,-1-1 0,0 0 0,1 1 0,-1 0 0,3-1 0,20-3 0,0 1 0,0 1 0,0 1 0,0 1 0,1 1 0,28 5 0,-30-2-24,0 1 1,34 12-1,-22-7-1270,-14-3-5532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27:55.1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24575,'12'0'0,"24"0"0,26 0 0,27 0 0,17 0 0,11 0 0,14 0 0,8 0 0,5 0 0,-2 0 0,-5 0 0,-15 0 0,-19 0 0,-23 0 0,-22 0 0,-20 0-8191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27:56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 24575,'4'3'0,"0"0"0,0 0 0,1-1 0,-1 0 0,1 0 0,-1 0 0,1 0 0,0-1 0,7 2 0,6 2 0,276 79 0,-286-83 0,0 1 0,0-1 0,0 1 0,0 1 0,0-1 0,7 5 0,-14-6 0,0-1 0,0 1 0,0-1 0,0 1 0,0-1 0,-1 1 0,1 0 0,0 0 0,0-1 0,-1 1 0,1 0 0,-1 0 0,1 0 0,0 0 0,-1 0 0,0 0 0,1 0 0,-1 0 0,1 0 0,-1 0 0,0 0 0,0 0 0,0 0 0,0 0 0,0 0 0,0 0 0,0 0 0,0 0 0,0 0 0,0 0 0,0 0 0,-1 0 0,1 0 0,0 0 0,-1 0 0,1 0 0,-1 0 0,1 0 0,-1 0 0,1 0 0,-1 0 0,0-1 0,0 1 0,1 0 0,-1 0 0,-1 0 0,-11 13 0,-1-2 0,-1 1 0,1-2 0,-27 16 0,-8 6 0,-15 17 0,24-18 0,0-2 0,-3-2 0,-51 27 0,-8 1-1365,82-43-5461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28:00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24575,'758'54'30,"-253"-9"-583,949-24 438,-905-23-612,-524 2-6099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28:01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24575,'307'87'0,"-274"-79"0,-1 2 0,-1 1 0,0 1 0,-1 2 0,35 21 0,-63-34 0,0 1 0,1-1 0,-1 1 0,0 0 0,0 0 0,0 0 0,-1 0 0,1 0 0,0 0 0,-1 0 0,1 0 0,-1 1 0,0-1 0,0 1 0,0-1 0,0 1 0,0-1 0,-1 1 0,1 0 0,-1-1 0,1 1 0,-1 0 0,0-1 0,0 1 0,0 0 0,-1-1 0,1 1 0,0 0 0,-1-1 0,0 1 0,0-1 0,0 1 0,0-1 0,0 1 0,-2 2 0,-2 5 0,-1 0 0,-1 0 0,1-1 0,-2 0 0,1 0 0,-18 15 0,-174 125 134,36-30-1633,138-99-5327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30:52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24575,'4'1'0,"0"0"0,0 1 0,0 0 0,0 0 0,0 0 0,0 0 0,-1 0 0,1 1 0,-1 0 0,1 0 0,-1 0 0,3 4 0,5 3 0,12 11 0,-2 2 0,0 1 0,-1 0 0,25 43 0,-40-59 0,-1 1 0,-1 0 0,1 0 0,-1 0 0,-1 1 0,0-1 0,0 1 0,-1-1 0,0 1 0,0 10 0,-1-7 0,-1-1 0,0 1 0,-1-1 0,0 1 0,0-1 0,-2 0 0,-5 16 0,4-18-105,0 1 0,-1-1 0,0 0 0,0 0 0,-1-1 0,-1 0 0,1 0 0,-2-1 0,1 0 0,-1 0 0,0-1 0,-14 8 0,6-7-6721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30:54.3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730 193 24575,'-1'-4'0,"0"0"0,-1 1 0,1-1 0,-1 0 0,0 1 0,0-1 0,0 1 0,-1-1 0,1 1 0,-1 0 0,0 0 0,-3-3 0,-6-7 0,1-2 0,-2-1 0,0-1 0,-1 2 0,-15-14 0,24 24 0,-1 1 0,1 0 0,-1 1 0,1-1 0,-1 1 0,0 1 0,0-1 0,-1 1 0,1 0 0,0 0 0,-1 1 0,1-1 0,-12 1 0,-10 0 0,0 1 0,0 2 0,0 1 0,-34 8 0,50-9 0,1 2 0,-1-1 0,1 1 0,0 1 0,0 0 0,0 1 0,1 0 0,0 0 0,0 1 0,1 0 0,-1 1 0,-12 14 0,17-14 0,1 1 0,-1 0 0,1 0 0,1 1 0,-1-1 0,2 1 0,-1 0 0,1 0 0,1 0 0,0 0 0,0 13 0,-2 7 0,-1 4 0,1 1 0,3 48 0,0-70 0,2 0 0,0-1 0,1 1 0,0 0 0,1-1 0,0 0 0,1 0 0,0 0 0,11 18 0,0-5 0,1 0 0,1-2 0,29 29 0,-41-45 0,0-1 0,1-1 0,-1 1 0,1-1 0,1 0 0,-1-1 0,1 1 0,-1-2 0,1 1 0,0-1 0,1 0 0,-1-1 0,0 0 0,1 0 0,-1-1 0,12 1 0,-16-2 0,1-1 0,-1 1 0,0-1 0,0 0 0,0 0 0,0-1 0,0 1 0,0-1 0,0 0 0,-1 0 0,1 0 0,-1-1 0,1 1 0,-1-1 0,0 0 0,0 1 0,0-2 0,0 1 0,3-5 0,3-6 0,0-1 0,-1 0 0,10-25 0,-8 16 0,1-1 0,37-88 0,-42 95 0,-1 0 0,-1 0 0,-1 0 0,3-33 0,-7 26 0,0 21 0,1-1 0,-1 0 0,1 0 0,0 0 0,1 0 0,-1 0 0,1 0 0,0 1 0,0-1 0,0 0 0,0 0 0,1 1 0,2-5 0,-3 8 0,-1 1 0,1-1 0,-1 1 0,1 0 0,-1-1 0,1 1 0,0 0 0,-1-1 0,1 1 0,-1 0 0,1 0 0,0-1 0,-1 1 0,1 0 0,0 0 0,-1 0 0,1 0 0,-1 0 0,1 0 0,0 0 0,-1 0 0,1 0 0,0 0 0,-1 0 0,1 1 0,0-1 0,-1 0 0,1 0 0,-1 1 0,1-1 0,0 0 0,-1 1 0,1 0 0,19 19 0,-9-2 0,-2 0 0,0 0 0,-1 1 0,0 0 0,-2 0 0,0 1 0,3 29 0,13 147 0,-18-123 0,-5 80 0,-2-122 0,-1 0 0,-1-1 0,-1 0 0,-2 0 0,-15 37 0,1-13 0,-3 0 0,-3-2 0,-1 0 0,-3-3 0,-65 80 0,92-125 0,1 0 0,-1 0 0,0 0 0,-1 0 0,1-1 0,0 0 0,-1 0 0,0 0 0,-11 3 0,-60 11 0,34-8 0,17-3 0,-87 18 0,101-23 0,-1 0 0,1 0 0,0-1 0,-1 0 0,1-1 0,0-1 0,-14-3 0,23 4 0,0 0 0,0 0 0,-1 0 0,1-1 0,0 1 0,0-1 0,1 0 0,-1 0 0,0 0 0,0 0 0,1 0 0,0-1 0,-1 1 0,1-1 0,0 0 0,0 1 0,-1-4 0,0 1 0,1 0 0,0 0 0,1 0 0,-1 0 0,1-1 0,0 1 0,1 0 0,-1-1 0,1 1 0,0-6 0,1 0 0,0 1 0,1 0 0,0 0 0,1-1 0,0 1 0,0 1 0,1-1 0,0 1 0,1-1 0,10-15 0,-7 16 0,1 0 0,0 1 0,0 0 0,0 0 0,1 1 0,0 0 0,0 1 0,1 0 0,0 1 0,0 0 0,0 0 0,1 2 0,-1-1 0,21-2 0,2 1 0,0 1 0,0 2 0,0 1 0,34 5 0,-42-1 0,0 1 0,-1 2 0,0 0 0,0 2 0,0 0 0,-1 2 0,31 17 0,-29-11 0,-1 2 0,41 36 0,8 6 0,-57-47 0,56 36 0,-66-45 0,0 0 0,0 0 0,1-1 0,-1 0 0,1-1 0,0 1 0,0-2 0,11 2 0,-17-2 3,-1-1 0,1 0 0,0-1 0,-1 1 0,1 0 0,-1 0-1,1-1 1,-1 1 0,0 0 0,1-1 0,-1 0 0,1 1 0,-1-1 0,0 0-1,1 0 1,-1 0 0,0 0 0,0 0 0,0 0 0,0 0 0,0 0 0,0 0-1,0 0 1,0 0 0,1-3 0,0-1-243,0 0 0,0 0 0,0 0 0,-1 0 0,2-9 0,2-26-6586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30:5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30:56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0 661 24575,'40'0'0,"119"-5"0,-137 3 0,1-2 0,-1 0 0,0-2 0,0 0 0,22-10 0,-5-2 0,51-30 0,-72 37 0,-2-1 0,1 0 0,-2-1 0,0-1 0,15-16 0,-26 25 0,-1 0 0,0 0 0,0 0 0,-1 0 0,1 0 0,-1 0 0,-1-1 0,1 1 0,0-1 0,-1 1 0,0-1 0,0-8 0,-1-9 0,-4-42 0,0 20 0,4-1 0,1 34 0,-1 0 0,0 0 0,0-1 0,-1 1 0,-1 0 0,0 0 0,-1-1 0,0 2 0,-1-1 0,0 0 0,-8-13 0,11 24 0,-2-4 0,0 0 0,0 0 0,-1 0 0,0 0 0,-7-7 0,9 11 0,1 1 0,0-1 0,-1 0 0,1 0 0,-1 0 0,1 1 0,0-1 0,-1 1 0,0-1 0,1 1 0,-1 0 0,1-1 0,-1 1 0,1 0 0,-1 0 0,0 0 0,1 0 0,-1 1 0,1-1 0,-1 0 0,0 1 0,1-1 0,-1 1 0,1-1 0,0 1 0,-1-1 0,-1 2 0,-4 3 0,1-1 0,-1 1 0,1 1 0,1-1 0,-1 1 0,1 0 0,-7 9 0,-33 54 0,33-48 0,4-7 0,1 0 0,0 0 0,1 1 0,1 0 0,1 0 0,0 0 0,1 1 0,-3 24 0,4-1 0,2 0 0,6 53 0,-5-81 0,2 0 0,0-1 0,0 1 0,1 0 0,0-1 0,0 0 0,9 13 0,-2-5 0,1-1 0,0 0 0,16 16 0,-18-23 0,0-1 0,1-1 0,0 0 0,1-1 0,0 0 0,0 0 0,0-1 0,1-1 0,0 0 0,20 4 0,-14-4 0,1-1 0,-1-1 0,1-1 0,-1-1 0,1 0 0,34-5 0,-44 2-105,1-1 0,-1-1 0,0 1 0,0-2 0,0 0 0,-1 0 0,0 0 0,0-1 0,0-1 0,0 1 0,-1-1 0,8-9 0,2-1-6721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30:56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24575,'4'0'0,"5"0"0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30:59.2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477 1226 24575,'0'-5'0,"-1"-1"0,0 1 0,0-1 0,-1 1 0,0-1 0,0 1 0,0 0 0,0 0 0,-1 0 0,0 0 0,0 0 0,0 1 0,-1-1 0,1 1 0,-1 0 0,0 0 0,-1 0 0,-8-6 0,-4-2 0,-1 0 0,0 2 0,-34-15 0,34 17 0,-1 2 0,-1 0 0,1 1 0,-34-4 0,40 7 0,0 1 0,0 1 0,0 0 0,0 1 0,0 0 0,0 1 0,0 1 0,-16 4 0,26-5 0,0-1 0,0 1 0,0 0 0,0 0 0,0 0 0,0 0 0,1 1 0,-1-1 0,1 1 0,-1-1 0,1 1 0,0 0 0,0 0 0,0 0 0,1 0 0,-1 0 0,1 1 0,-1-1 0,1 0 0,0 1 0,1-1 0,-1 1 0,0 5 0,-1 9 0,1 1 0,1 0 0,3 25 0,-1-10 0,1 0 0,0-1 0,2 0 0,2 0 0,1-1 0,2 0 0,0 0 0,3-1 0,0-1 0,22 35 0,-35-63 0,5 6 0,0 0 0,0 0 0,1-1 0,11 13 0,-16-19 0,1 1 0,-1-1 0,1 0 0,-1 0 0,1 0 0,-1 0 0,1 0 0,0 0 0,0 0 0,-1 0 0,1-1 0,0 1 0,0-1 0,0 0 0,0 1 0,0-1 0,0 0 0,0 0 0,-1 0 0,1 0 0,0 0 0,0-1 0,0 1 0,0-1 0,0 1 0,0-1 0,-1 1 0,1-1 0,3-2 0,3-3 0,0 0 0,0-1 0,-1 1 0,0-2 0,0 1 0,0-1 0,-1 0 0,0-1 0,9-17 0,-2 0 0,-1-1 0,10-34 0,6-38 0,-5-1 0,-5 0 0,8-120 0,-21-134 0,-6 209 0,-12-15 0,0 3 0,15 32 0,22 822 0,-23-660 0,10 53 0,-6-52 0,2 45 0,-6-61 0,1 0 0,6 22 0,3 32 0,-8-51 0,8 35 0,-1-4 0,-9-48 0,0 0 0,1 0 0,-1-1 0,2 1 0,-1-1 0,1 1 0,0-1 0,1 0 0,-1 0 0,2 0 0,-1-1 0,1 1 0,0-1 0,0 0 0,0-1 0,1 1 0,0-1 0,0 0 0,0 0 0,1-1 0,0 0 0,-1 0 0,2-1 0,-1 1 0,0-2 0,1 1 0,-1-1 0,1 0 0,0 0 0,9 0 0,-6-1 0,-1 1 0,1 0 0,-1 0 0,0 1 0,0 1 0,0 0 0,0 0 0,-1 1 0,12 7 0,-14-8 0,7 2-105,1-1 0,0 0 0,0-1 0,0 0 0,1-2 0,-1 0 0,1 0 0,-1-1 0,1-1 0,-1-1 0,1 0 0,24-6 0,-15 1-6721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1T17:30:59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21:09:44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1865 24575,'3155'0'0,"-2387"-51"0,-674 41 0,249-27 0,91-13 0,98-14 0,98-12-282,99-9-845,92-6 846,206-16-188,1572-187-1453,-178-132 1312,-1789 285-1830,-116 16 1830,-94 23 610,-86 22-115,95-20-418,-312 75 731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0T21:09:46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24575,'160'-2'0,"177"6"0,-331-4 0,0 0 0,0 1 0,-1 0 0,1 0 0,0 1 0,0-1 0,5 4 0,-10-5 0,0 1 0,1 0 0,-1 0 0,0-1 0,-1 1 0,1 0 0,0 0 0,0 0 0,0 0 0,0 0 0,-1 0 0,1 1 0,0-1 0,-1 0 0,1 0 0,-1 0 0,0 1 0,1-1 0,-1 0 0,0 0 0,0 1 0,1-1 0,-1 0 0,0 0 0,0 1 0,-1-1 0,1 0 0,0 1 0,0-1 0,-1 0 0,1 0 0,0 1 0,-1-1 0,1 0 0,-1 0 0,0 0 0,1 0 0,-2 2 0,-13 20 0,0-1 0,-1 0 0,-2-1 0,0 0 0,-25 21 0,27-26 0,-41 36-1365,5-11-5461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1T16:55:27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3923 23 24575,'3'-3'0,"0"1"0,0 0 0,0 0 0,1 0 0,-1 0 0,1 1 0,-1-1 0,1 1 0,0 0 0,-1 0 0,1 0 0,6 0 0,51-1 0,-49 3 0,52 2 0,1 2 0,85 20 0,126 44 0,73 13 0,-47-35 0,339 67 0,-415-44 0,-16-3 0,-120-43 0,-1 4 0,118 56 0,109 47 0,7 4 0,520 215 0,-285-121 0,-461-186 0,167 83 0,333 238 0,-371-192 0,-100-71 0,157 140 0,-222-179 0,-2 2 0,64 90 0,-44-46 0,-16-23 0,89 158 0,-92-126 0,121 256 0,-157-311 0,-2 0 0,-4 2 0,-2 0 0,-3 1 0,6 87 0,-10-50 0,4 119 0,-13-221 0,-4 140 0,2-121 0,-1 1 0,-1 0 0,-1-1 0,0 0 0,-9 19 0,-97 193 0,91-197 0,-2-1 0,-1 0 0,-1-2 0,-42 42 0,31-39 0,-1-2 0,-2-1 0,-1-2 0,-1-2 0,-67 34 0,-71 32 0,102-53 0,-134 61 0,-9-7 0,178-81 0,0-1 0,-79 10 0,68-14 0,-63 18 0,3 3 0,-138 19 0,-36 23 0,191-43 0,-125 20 0,210-47 0,-68 9 0,0 3 0,1 3 0,-100 36 0,134-38 0,-47 10 0,-19 6 0,-92 27 0,-498 165 0,659-207 0,-34 10 0,10-4 0,-64 31 0,83-33 0,-51 15 0,-9 4 0,-305 122 0,234-112 0,12-4 0,120-30 0,-1-2 0,-90 12 0,-110 12 0,37-5 0,73-9 0,76-11 0,-111 6 0,-59-4 0,-37-3 0,189-11 0,0 3 0,-83 14 0,44-2 0,-1-5 0,-126-6 0,4 0 0,97 8 0,-39 1 0,140-11 0,-329 12 0,112-5 0,88-6 0,85 6 0,0 4 0,-84 22 0,34-5 0,-97 1 0,21-1 0,-47 9 0,32-2 0,156-25 0,0-4 0,-1-2 0,-108-7 0,49-1 0,19 3-1365,87 0-5461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1T16:55:30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387 1 24575,'-97'50'0,"-144"98"0,237-144 0,-1-1 0,1 1 0,0-1 0,0 1 0,0 0 0,1 1 0,-1-1 0,1 1 0,0-1 0,0 1 0,-2 7 0,4-10 0,1 0 0,-1 0 0,1 0 0,0 0 0,-1 0 0,1 0 0,0 0 0,0 0 0,1 0 0,-1 0 0,0 0 0,1 0 0,-1 0 0,1-1 0,-1 1 0,1 0 0,0 0 0,0 0 0,0 0 0,0-1 0,0 1 0,1 0 0,-1-1 0,0 1 0,1-1 0,-1 0 0,1 1 0,-1-1 0,1 0 0,0 0 0,0 0 0,-1 0 0,5 1 0,8 5 0,1-1 0,0-1 0,21 5 0,-21-6 0,0 1 0,0 0 0,23 11 0,15 12-682,80 31-1,-110-51-6143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AB85-A485-66FF-88B6-2D8E4062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4BC-DD20-B3B9-4165-8306C1D5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9FB7-9B02-4E11-4959-E1FE7EF9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168-3114-C12E-E23F-F635F97D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FA82-AACF-0BF5-2B5E-BAAC1E9A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24-99BE-E5CE-431C-B95CF2F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589-3D6D-5C33-46C6-BA12BDD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2900-550C-620C-FEF8-C5A09DC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57B0-633C-EB86-959C-E5D11EC1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4F1-433B-F374-C00A-D3FAE71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01B-F66A-443E-E19F-19FBE7F2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C2AE-AE5B-971B-C7AD-68A297E0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B7ED-D94C-8F16-FF7B-5DAC0432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C466-8D95-DDA2-AAFC-BDCE42B7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F52B-3BF2-5E85-F266-22EAE9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CB09-F70E-97ED-600C-5665836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E474-FDE0-759C-E3B2-F8C273A1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DFE-AC4C-3F1C-D9A1-93149479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8FAA-6858-6142-1F26-13795A4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7F70-611E-33BE-F822-6228E7FE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30888-2A12-2E36-51D6-1BA3CFFB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C2F-7D13-531C-F6A2-45048812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256-36C3-0815-5F67-6DBF70B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6AE4-E4CB-A853-18C7-3DBF5580A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2957-0FAA-236A-7325-1265280D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4523-3D54-83D9-E2BF-BEABCC5EA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EC1F-B04F-C190-D4D1-EB940422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52-670A-8DA6-9D2D-5A194074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94EB7-A2E3-F391-9D4B-BFDFE003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DC3-B3C9-8EEE-9C58-379205F4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00DB-0340-A725-FCDE-D8988CC3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8FB0-36DD-5A9D-F034-84C754C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A3611-C177-62B6-B869-91901C6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A391-DCCA-D00C-BB9B-F97F423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D665F-A389-5C5D-88C0-2E794981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0247-479F-676E-080F-5FEE716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7D90-EBCA-BED2-577F-9C797FA4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52F7-B3DD-0D52-74FA-81303DA0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C37E6-81A3-BF8F-F6C7-8406DCE2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D7BB6-5010-0DF4-797C-E955CED4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70D3-A83A-BAA3-8E47-18CB523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E53-41D5-C470-7847-7932CE99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54E4-E87C-13C3-3C22-08A7C8A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C182-C212-E29D-9A31-A2A1E46A3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DB46C-FC97-B397-6E4B-B6D931BC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B7F92-1C35-24DE-8013-2DAB881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823E-9251-B1F8-916F-B488A4C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18C3-43C0-4A71-8BA9-1C7B810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D60-02ED-3023-B50F-5984B796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5C278-82F2-6B06-C417-60CD04BD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71DB-BAB0-EECD-C58C-2B4D452D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408-BCC2-A739-C158-9714BC4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879-00FE-82CA-4DA6-B9B5042A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5F75F-DC88-B564-DD9D-BB42B2AF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312-C991-FF98-4F3E-497F89E9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ADDD-C052-BFF1-EA37-30F13E2E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930-C641-2FC7-1F88-EB3FA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AA47-01FF-6812-B569-E67B102C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DC7F3-FE36-79BE-63BA-A0D9CB46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5D-8BC5-076A-DA7D-978F5FFE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215A-BE23-E07E-25E1-617E2EDF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7924-099F-4094-BDB3-CD57C5B45D11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0006-1E9E-68F4-4E24-60A04178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9B5E-6F1E-2EA7-62C1-6B2AEC90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3.png"/><Relationship Id="rId18" Type="http://schemas.openxmlformats.org/officeDocument/2006/relationships/customXml" Target="../ink/ink7.xml"/><Relationship Id="rId3" Type="http://schemas.openxmlformats.org/officeDocument/2006/relationships/image" Target="../media/image8.png"/><Relationship Id="rId21" Type="http://schemas.openxmlformats.org/officeDocument/2006/relationships/image" Target="../media/image27.png"/><Relationship Id="rId7" Type="http://schemas.openxmlformats.org/officeDocument/2006/relationships/image" Target="../media/image12.png"/><Relationship Id="rId12" Type="http://schemas.openxmlformats.org/officeDocument/2006/relationships/customXml" Target="../ink/ink4.xml"/><Relationship Id="rId17" Type="http://schemas.openxmlformats.org/officeDocument/2006/relationships/image" Target="../media/image25.png"/><Relationship Id="rId2" Type="http://schemas.openxmlformats.org/officeDocument/2006/relationships/image" Target="../media/image7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2.png"/><Relationship Id="rId24" Type="http://schemas.openxmlformats.org/officeDocument/2006/relationships/image" Target="../media/image28.png"/><Relationship Id="rId5" Type="http://schemas.openxmlformats.org/officeDocument/2006/relationships/image" Target="../media/image10.png"/><Relationship Id="rId15" Type="http://schemas.openxmlformats.org/officeDocument/2006/relationships/image" Target="../media/image24.png"/><Relationship Id="rId23" Type="http://schemas.openxmlformats.org/officeDocument/2006/relationships/customXml" Target="../ink/ink10.xml"/><Relationship Id="rId10" Type="http://schemas.openxmlformats.org/officeDocument/2006/relationships/customXml" Target="../ink/ink3.xml"/><Relationship Id="rId19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21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13.xml"/><Relationship Id="rId18" Type="http://schemas.openxmlformats.org/officeDocument/2006/relationships/image" Target="../media/image40.png"/><Relationship Id="rId3" Type="http://schemas.openxmlformats.org/officeDocument/2006/relationships/image" Target="../media/image14.png"/><Relationship Id="rId21" Type="http://schemas.openxmlformats.org/officeDocument/2006/relationships/customXml" Target="../ink/ink17.xml"/><Relationship Id="rId7" Type="http://schemas.openxmlformats.org/officeDocument/2006/relationships/image" Target="../media/image18.png"/><Relationship Id="rId12" Type="http://schemas.openxmlformats.org/officeDocument/2006/relationships/image" Target="../media/image37.png"/><Relationship Id="rId17" Type="http://schemas.openxmlformats.org/officeDocument/2006/relationships/customXml" Target="../ink/ink15.xml"/><Relationship Id="rId2" Type="http://schemas.openxmlformats.org/officeDocument/2006/relationships/image" Target="../media/image13.png"/><Relationship Id="rId16" Type="http://schemas.openxmlformats.org/officeDocument/2006/relationships/image" Target="../media/image39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customXml" Target="../ink/ink12.xml"/><Relationship Id="rId24" Type="http://schemas.openxmlformats.org/officeDocument/2006/relationships/image" Target="../media/image43.png"/><Relationship Id="rId5" Type="http://schemas.openxmlformats.org/officeDocument/2006/relationships/image" Target="../media/image16.png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10" Type="http://schemas.openxmlformats.org/officeDocument/2006/relationships/image" Target="../media/image36.png"/><Relationship Id="rId19" Type="http://schemas.openxmlformats.org/officeDocument/2006/relationships/customXml" Target="../ink/ink16.xml"/><Relationship Id="rId4" Type="http://schemas.openxmlformats.org/officeDocument/2006/relationships/image" Target="../media/image15.png"/><Relationship Id="rId9" Type="http://schemas.openxmlformats.org/officeDocument/2006/relationships/customXml" Target="../ink/ink11.xml"/><Relationship Id="rId14" Type="http://schemas.openxmlformats.org/officeDocument/2006/relationships/image" Target="../media/image38.png"/><Relationship Id="rId22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55.png"/><Relationship Id="rId7" Type="http://schemas.openxmlformats.org/officeDocument/2006/relationships/image" Target="../media/image6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59.png"/><Relationship Id="rId7" Type="http://schemas.openxmlformats.org/officeDocument/2006/relationships/customXml" Target="../ink/ink22.xml"/><Relationship Id="rId12" Type="http://schemas.openxmlformats.org/officeDocument/2006/relationships/image" Target="../media/image6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63.png"/><Relationship Id="rId5" Type="http://schemas.openxmlformats.org/officeDocument/2006/relationships/customXml" Target="../ink/ink21.xml"/><Relationship Id="rId10" Type="http://schemas.openxmlformats.org/officeDocument/2006/relationships/image" Target="../media/image62.png"/><Relationship Id="rId4" Type="http://schemas.openxmlformats.org/officeDocument/2006/relationships/image" Target="../media/image60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25.png"/><Relationship Id="rId18" Type="http://schemas.openxmlformats.org/officeDocument/2006/relationships/customXml" Target="../ink/ink28.xm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customXml" Target="../ink/ink25.xml"/><Relationship Id="rId17" Type="http://schemas.openxmlformats.org/officeDocument/2006/relationships/image" Target="../media/image27.png"/><Relationship Id="rId2" Type="http://schemas.openxmlformats.org/officeDocument/2006/relationships/image" Target="../media/image7.png"/><Relationship Id="rId16" Type="http://schemas.openxmlformats.org/officeDocument/2006/relationships/customXml" Target="../ink/ink27.xml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4.png"/><Relationship Id="rId5" Type="http://schemas.openxmlformats.org/officeDocument/2006/relationships/image" Target="../media/image10.png"/><Relationship Id="rId15" Type="http://schemas.openxmlformats.org/officeDocument/2006/relationships/image" Target="../media/image26.png"/><Relationship Id="rId10" Type="http://schemas.openxmlformats.org/officeDocument/2006/relationships/customXml" Target="../ink/ink24.xml"/><Relationship Id="rId19" Type="http://schemas.openxmlformats.org/officeDocument/2006/relationships/customXml" Target="../ink/ink29.xml"/><Relationship Id="rId4" Type="http://schemas.openxmlformats.org/officeDocument/2006/relationships/image" Target="../media/image9.png"/><Relationship Id="rId9" Type="http://schemas.openxmlformats.org/officeDocument/2006/relationships/image" Target="../media/image23.png"/><Relationship Id="rId14" Type="http://schemas.openxmlformats.org/officeDocument/2006/relationships/customXml" Target="../ink/ink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customXml" Target="../ink/ink31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4.png"/><Relationship Id="rId21" Type="http://schemas.openxmlformats.org/officeDocument/2006/relationships/customXml" Target="../ink/ink41.xml"/><Relationship Id="rId42" Type="http://schemas.openxmlformats.org/officeDocument/2006/relationships/customXml" Target="../ink/ink52.xml"/><Relationship Id="rId47" Type="http://schemas.openxmlformats.org/officeDocument/2006/relationships/image" Target="../media/image114.png"/><Relationship Id="rId63" Type="http://schemas.openxmlformats.org/officeDocument/2006/relationships/image" Target="../media/image122.png"/><Relationship Id="rId68" Type="http://schemas.openxmlformats.org/officeDocument/2006/relationships/customXml" Target="../ink/ink65.xml"/><Relationship Id="rId84" Type="http://schemas.openxmlformats.org/officeDocument/2006/relationships/customXml" Target="../ink/ink73.xml"/><Relationship Id="rId89" Type="http://schemas.openxmlformats.org/officeDocument/2006/relationships/image" Target="../media/image135.png"/><Relationship Id="rId16" Type="http://schemas.openxmlformats.org/officeDocument/2006/relationships/image" Target="../media/image99.png"/><Relationship Id="rId11" Type="http://schemas.openxmlformats.org/officeDocument/2006/relationships/customXml" Target="../ink/ink36.xml"/><Relationship Id="rId32" Type="http://schemas.openxmlformats.org/officeDocument/2006/relationships/customXml" Target="../ink/ink47.xml"/><Relationship Id="rId37" Type="http://schemas.openxmlformats.org/officeDocument/2006/relationships/image" Target="../media/image109.png"/><Relationship Id="rId53" Type="http://schemas.openxmlformats.org/officeDocument/2006/relationships/image" Target="../media/image117.png"/><Relationship Id="rId58" Type="http://schemas.openxmlformats.org/officeDocument/2006/relationships/customXml" Target="../ink/ink60.xml"/><Relationship Id="rId74" Type="http://schemas.openxmlformats.org/officeDocument/2006/relationships/customXml" Target="../ink/ink68.xml"/><Relationship Id="rId79" Type="http://schemas.openxmlformats.org/officeDocument/2006/relationships/image" Target="../media/image130.png"/><Relationship Id="rId5" Type="http://schemas.openxmlformats.org/officeDocument/2006/relationships/customXml" Target="../ink/ink33.xml"/><Relationship Id="rId90" Type="http://schemas.openxmlformats.org/officeDocument/2006/relationships/customXml" Target="../ink/ink76.xml"/><Relationship Id="rId95" Type="http://schemas.openxmlformats.org/officeDocument/2006/relationships/image" Target="../media/image138.png"/><Relationship Id="rId22" Type="http://schemas.openxmlformats.org/officeDocument/2006/relationships/image" Target="../media/image102.png"/><Relationship Id="rId27" Type="http://schemas.openxmlformats.org/officeDocument/2006/relationships/customXml" Target="../ink/ink44.xml"/><Relationship Id="rId43" Type="http://schemas.openxmlformats.org/officeDocument/2006/relationships/image" Target="../media/image112.png"/><Relationship Id="rId48" Type="http://schemas.openxmlformats.org/officeDocument/2006/relationships/customXml" Target="../ink/ink55.xml"/><Relationship Id="rId64" Type="http://schemas.openxmlformats.org/officeDocument/2006/relationships/customXml" Target="../ink/ink63.xml"/><Relationship Id="rId69" Type="http://schemas.openxmlformats.org/officeDocument/2006/relationships/image" Target="../media/image125.png"/><Relationship Id="rId80" Type="http://schemas.openxmlformats.org/officeDocument/2006/relationships/customXml" Target="../ink/ink71.xml"/><Relationship Id="rId85" Type="http://schemas.openxmlformats.org/officeDocument/2006/relationships/image" Target="../media/image133.png"/><Relationship Id="rId3" Type="http://schemas.openxmlformats.org/officeDocument/2006/relationships/customXml" Target="../ink/ink32.xml"/><Relationship Id="rId12" Type="http://schemas.openxmlformats.org/officeDocument/2006/relationships/image" Target="../media/image97.png"/><Relationship Id="rId17" Type="http://schemas.openxmlformats.org/officeDocument/2006/relationships/customXml" Target="../ink/ink39.xml"/><Relationship Id="rId25" Type="http://schemas.openxmlformats.org/officeDocument/2006/relationships/customXml" Target="../ink/ink43.xml"/><Relationship Id="rId33" Type="http://schemas.openxmlformats.org/officeDocument/2006/relationships/image" Target="../media/image107.png"/><Relationship Id="rId38" Type="http://schemas.openxmlformats.org/officeDocument/2006/relationships/customXml" Target="../ink/ink50.xml"/><Relationship Id="rId46" Type="http://schemas.openxmlformats.org/officeDocument/2006/relationships/customXml" Target="../ink/ink54.xml"/><Relationship Id="rId59" Type="http://schemas.openxmlformats.org/officeDocument/2006/relationships/image" Target="../media/image120.png"/><Relationship Id="rId67" Type="http://schemas.openxmlformats.org/officeDocument/2006/relationships/image" Target="../media/image124.png"/><Relationship Id="rId20" Type="http://schemas.openxmlformats.org/officeDocument/2006/relationships/image" Target="../media/image101.png"/><Relationship Id="rId41" Type="http://schemas.openxmlformats.org/officeDocument/2006/relationships/image" Target="../media/image111.png"/><Relationship Id="rId54" Type="http://schemas.openxmlformats.org/officeDocument/2006/relationships/customXml" Target="../ink/ink58.xml"/><Relationship Id="rId62" Type="http://schemas.openxmlformats.org/officeDocument/2006/relationships/customXml" Target="../ink/ink62.xml"/><Relationship Id="rId70" Type="http://schemas.openxmlformats.org/officeDocument/2006/relationships/customXml" Target="../ink/ink66.xml"/><Relationship Id="rId75" Type="http://schemas.openxmlformats.org/officeDocument/2006/relationships/image" Target="../media/image128.png"/><Relationship Id="rId83" Type="http://schemas.openxmlformats.org/officeDocument/2006/relationships/image" Target="../media/image132.png"/><Relationship Id="rId88" Type="http://schemas.openxmlformats.org/officeDocument/2006/relationships/customXml" Target="../ink/ink75.xml"/><Relationship Id="rId91" Type="http://schemas.openxmlformats.org/officeDocument/2006/relationships/image" Target="../media/image136.png"/><Relationship Id="rId9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5" Type="http://schemas.openxmlformats.org/officeDocument/2006/relationships/customXml" Target="../ink/ink38.xml"/><Relationship Id="rId23" Type="http://schemas.openxmlformats.org/officeDocument/2006/relationships/customXml" Target="../ink/ink42.xml"/><Relationship Id="rId28" Type="http://schemas.openxmlformats.org/officeDocument/2006/relationships/image" Target="../media/image105.png"/><Relationship Id="rId36" Type="http://schemas.openxmlformats.org/officeDocument/2006/relationships/customXml" Target="../ink/ink49.xml"/><Relationship Id="rId49" Type="http://schemas.openxmlformats.org/officeDocument/2006/relationships/image" Target="../media/image115.png"/><Relationship Id="rId57" Type="http://schemas.openxmlformats.org/officeDocument/2006/relationships/image" Target="../media/image119.png"/><Relationship Id="rId10" Type="http://schemas.openxmlformats.org/officeDocument/2006/relationships/image" Target="../media/image96.png"/><Relationship Id="rId31" Type="http://schemas.openxmlformats.org/officeDocument/2006/relationships/image" Target="../media/image106.png"/><Relationship Id="rId44" Type="http://schemas.openxmlformats.org/officeDocument/2006/relationships/customXml" Target="../ink/ink53.xml"/><Relationship Id="rId52" Type="http://schemas.openxmlformats.org/officeDocument/2006/relationships/customXml" Target="../ink/ink57.xml"/><Relationship Id="rId60" Type="http://schemas.openxmlformats.org/officeDocument/2006/relationships/customXml" Target="../ink/ink61.xml"/><Relationship Id="rId65" Type="http://schemas.openxmlformats.org/officeDocument/2006/relationships/image" Target="../media/image123.png"/><Relationship Id="rId73" Type="http://schemas.openxmlformats.org/officeDocument/2006/relationships/image" Target="../media/image127.png"/><Relationship Id="rId78" Type="http://schemas.openxmlformats.org/officeDocument/2006/relationships/customXml" Target="../ink/ink70.xml"/><Relationship Id="rId81" Type="http://schemas.openxmlformats.org/officeDocument/2006/relationships/image" Target="../media/image131.png"/><Relationship Id="rId86" Type="http://schemas.openxmlformats.org/officeDocument/2006/relationships/customXml" Target="../ink/ink74.xml"/><Relationship Id="rId94" Type="http://schemas.openxmlformats.org/officeDocument/2006/relationships/customXml" Target="../ink/ink78.xml"/><Relationship Id="rId4" Type="http://schemas.openxmlformats.org/officeDocument/2006/relationships/image" Target="../media/image93.png"/><Relationship Id="rId9" Type="http://schemas.openxmlformats.org/officeDocument/2006/relationships/customXml" Target="../ink/ink35.xml"/><Relationship Id="rId13" Type="http://schemas.openxmlformats.org/officeDocument/2006/relationships/customXml" Target="../ink/ink37.xml"/><Relationship Id="rId18" Type="http://schemas.openxmlformats.org/officeDocument/2006/relationships/image" Target="../media/image100.png"/><Relationship Id="rId39" Type="http://schemas.openxmlformats.org/officeDocument/2006/relationships/image" Target="../media/image110.png"/><Relationship Id="rId34" Type="http://schemas.openxmlformats.org/officeDocument/2006/relationships/customXml" Target="../ink/ink48.xml"/><Relationship Id="rId50" Type="http://schemas.openxmlformats.org/officeDocument/2006/relationships/customXml" Target="../ink/ink56.xml"/><Relationship Id="rId55" Type="http://schemas.openxmlformats.org/officeDocument/2006/relationships/image" Target="../media/image118.png"/><Relationship Id="rId76" Type="http://schemas.openxmlformats.org/officeDocument/2006/relationships/customXml" Target="../ink/ink69.xml"/><Relationship Id="rId97" Type="http://schemas.openxmlformats.org/officeDocument/2006/relationships/image" Target="../media/image86.png"/><Relationship Id="rId7" Type="http://schemas.openxmlformats.org/officeDocument/2006/relationships/customXml" Target="../ink/ink34.xml"/><Relationship Id="rId71" Type="http://schemas.openxmlformats.org/officeDocument/2006/relationships/image" Target="../media/image126.png"/><Relationship Id="rId92" Type="http://schemas.openxmlformats.org/officeDocument/2006/relationships/customXml" Target="../ink/ink77.xml"/><Relationship Id="rId2" Type="http://schemas.openxmlformats.org/officeDocument/2006/relationships/image" Target="../media/image84.png"/><Relationship Id="rId29" Type="http://schemas.openxmlformats.org/officeDocument/2006/relationships/customXml" Target="../ink/ink45.xml"/><Relationship Id="rId24" Type="http://schemas.openxmlformats.org/officeDocument/2006/relationships/image" Target="../media/image103.png"/><Relationship Id="rId40" Type="http://schemas.openxmlformats.org/officeDocument/2006/relationships/customXml" Target="../ink/ink51.xml"/><Relationship Id="rId45" Type="http://schemas.openxmlformats.org/officeDocument/2006/relationships/image" Target="../media/image113.png"/><Relationship Id="rId66" Type="http://schemas.openxmlformats.org/officeDocument/2006/relationships/customXml" Target="../ink/ink64.xml"/><Relationship Id="rId87" Type="http://schemas.openxmlformats.org/officeDocument/2006/relationships/image" Target="../media/image134.png"/><Relationship Id="rId61" Type="http://schemas.openxmlformats.org/officeDocument/2006/relationships/image" Target="../media/image121.png"/><Relationship Id="rId82" Type="http://schemas.openxmlformats.org/officeDocument/2006/relationships/customXml" Target="../ink/ink72.xml"/><Relationship Id="rId19" Type="http://schemas.openxmlformats.org/officeDocument/2006/relationships/customXml" Target="../ink/ink40.xml"/><Relationship Id="rId14" Type="http://schemas.openxmlformats.org/officeDocument/2006/relationships/image" Target="../media/image98.png"/><Relationship Id="rId30" Type="http://schemas.openxmlformats.org/officeDocument/2006/relationships/customXml" Target="../ink/ink46.xml"/><Relationship Id="rId35" Type="http://schemas.openxmlformats.org/officeDocument/2006/relationships/image" Target="../media/image108.png"/><Relationship Id="rId56" Type="http://schemas.openxmlformats.org/officeDocument/2006/relationships/customXml" Target="../ink/ink59.xml"/><Relationship Id="rId77" Type="http://schemas.openxmlformats.org/officeDocument/2006/relationships/image" Target="../media/image129.png"/><Relationship Id="rId8" Type="http://schemas.openxmlformats.org/officeDocument/2006/relationships/image" Target="../media/image95.png"/><Relationship Id="rId51" Type="http://schemas.openxmlformats.org/officeDocument/2006/relationships/image" Target="../media/image116.png"/><Relationship Id="rId72" Type="http://schemas.openxmlformats.org/officeDocument/2006/relationships/customXml" Target="../ink/ink67.xml"/><Relationship Id="rId93" Type="http://schemas.openxmlformats.org/officeDocument/2006/relationships/image" Target="../media/image137.png"/><Relationship Id="rId98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0.png"/><Relationship Id="rId21" Type="http://schemas.openxmlformats.org/officeDocument/2006/relationships/customXml" Target="../ink/ink88.xml"/><Relationship Id="rId42" Type="http://schemas.openxmlformats.org/officeDocument/2006/relationships/image" Target="../media/image158.png"/><Relationship Id="rId47" Type="http://schemas.openxmlformats.org/officeDocument/2006/relationships/customXml" Target="../ink/ink101.xml"/><Relationship Id="rId63" Type="http://schemas.openxmlformats.org/officeDocument/2006/relationships/customXml" Target="../ink/ink109.xml"/><Relationship Id="rId68" Type="http://schemas.openxmlformats.org/officeDocument/2006/relationships/image" Target="../media/image171.png"/><Relationship Id="rId16" Type="http://schemas.openxmlformats.org/officeDocument/2006/relationships/image" Target="../media/image145.png"/><Relationship Id="rId11" Type="http://schemas.openxmlformats.org/officeDocument/2006/relationships/customXml" Target="../ink/ink83.xml"/><Relationship Id="rId24" Type="http://schemas.openxmlformats.org/officeDocument/2006/relationships/image" Target="../media/image149.png"/><Relationship Id="rId32" Type="http://schemas.openxmlformats.org/officeDocument/2006/relationships/image" Target="../media/image153.png"/><Relationship Id="rId37" Type="http://schemas.openxmlformats.org/officeDocument/2006/relationships/customXml" Target="../ink/ink96.xml"/><Relationship Id="rId40" Type="http://schemas.openxmlformats.org/officeDocument/2006/relationships/image" Target="../media/image157.png"/><Relationship Id="rId45" Type="http://schemas.openxmlformats.org/officeDocument/2006/relationships/customXml" Target="../ink/ink100.xml"/><Relationship Id="rId53" Type="http://schemas.openxmlformats.org/officeDocument/2006/relationships/customXml" Target="../ink/ink104.xml"/><Relationship Id="rId58" Type="http://schemas.openxmlformats.org/officeDocument/2006/relationships/image" Target="../media/image166.png"/><Relationship Id="rId66" Type="http://schemas.openxmlformats.org/officeDocument/2006/relationships/image" Target="../media/image170.png"/><Relationship Id="rId74" Type="http://schemas.openxmlformats.org/officeDocument/2006/relationships/image" Target="../media/image89.png"/><Relationship Id="rId5" Type="http://schemas.openxmlformats.org/officeDocument/2006/relationships/customXml" Target="../ink/ink80.xml"/><Relationship Id="rId61" Type="http://schemas.openxmlformats.org/officeDocument/2006/relationships/customXml" Target="../ink/ink108.xml"/><Relationship Id="rId19" Type="http://schemas.openxmlformats.org/officeDocument/2006/relationships/customXml" Target="../ink/ink87.xml"/><Relationship Id="rId14" Type="http://schemas.openxmlformats.org/officeDocument/2006/relationships/image" Target="../media/image144.png"/><Relationship Id="rId22" Type="http://schemas.openxmlformats.org/officeDocument/2006/relationships/image" Target="../media/image148.png"/><Relationship Id="rId27" Type="http://schemas.openxmlformats.org/officeDocument/2006/relationships/customXml" Target="../ink/ink91.xml"/><Relationship Id="rId30" Type="http://schemas.openxmlformats.org/officeDocument/2006/relationships/image" Target="../media/image152.png"/><Relationship Id="rId35" Type="http://schemas.openxmlformats.org/officeDocument/2006/relationships/customXml" Target="../ink/ink95.xml"/><Relationship Id="rId43" Type="http://schemas.openxmlformats.org/officeDocument/2006/relationships/customXml" Target="../ink/ink99.xml"/><Relationship Id="rId48" Type="http://schemas.openxmlformats.org/officeDocument/2006/relationships/image" Target="../media/image161.png"/><Relationship Id="rId56" Type="http://schemas.openxmlformats.org/officeDocument/2006/relationships/image" Target="../media/image165.png"/><Relationship Id="rId64" Type="http://schemas.openxmlformats.org/officeDocument/2006/relationships/image" Target="../media/image169.png"/><Relationship Id="rId69" Type="http://schemas.openxmlformats.org/officeDocument/2006/relationships/customXml" Target="../ink/ink112.xml"/><Relationship Id="rId77" Type="http://schemas.openxmlformats.org/officeDocument/2006/relationships/customXml" Target="../ink/ink115.xml"/><Relationship Id="rId8" Type="http://schemas.openxmlformats.org/officeDocument/2006/relationships/image" Target="../media/image141.png"/><Relationship Id="rId51" Type="http://schemas.openxmlformats.org/officeDocument/2006/relationships/customXml" Target="../ink/ink103.xml"/><Relationship Id="rId72" Type="http://schemas.openxmlformats.org/officeDocument/2006/relationships/image" Target="../media/image173.png"/><Relationship Id="rId3" Type="http://schemas.openxmlformats.org/officeDocument/2006/relationships/customXml" Target="../ink/ink79.xml"/><Relationship Id="rId12" Type="http://schemas.openxmlformats.org/officeDocument/2006/relationships/image" Target="../media/image143.png"/><Relationship Id="rId17" Type="http://schemas.openxmlformats.org/officeDocument/2006/relationships/customXml" Target="../ink/ink86.xml"/><Relationship Id="rId25" Type="http://schemas.openxmlformats.org/officeDocument/2006/relationships/customXml" Target="../ink/ink90.xml"/><Relationship Id="rId33" Type="http://schemas.openxmlformats.org/officeDocument/2006/relationships/customXml" Target="../ink/ink94.xml"/><Relationship Id="rId38" Type="http://schemas.openxmlformats.org/officeDocument/2006/relationships/image" Target="../media/image156.png"/><Relationship Id="rId46" Type="http://schemas.openxmlformats.org/officeDocument/2006/relationships/image" Target="../media/image160.png"/><Relationship Id="rId59" Type="http://schemas.openxmlformats.org/officeDocument/2006/relationships/customXml" Target="../ink/ink107.xml"/><Relationship Id="rId67" Type="http://schemas.openxmlformats.org/officeDocument/2006/relationships/customXml" Target="../ink/ink111.xml"/><Relationship Id="rId20" Type="http://schemas.openxmlformats.org/officeDocument/2006/relationships/image" Target="../media/image147.png"/><Relationship Id="rId41" Type="http://schemas.openxmlformats.org/officeDocument/2006/relationships/customXml" Target="../ink/ink98.xml"/><Relationship Id="rId54" Type="http://schemas.openxmlformats.org/officeDocument/2006/relationships/image" Target="../media/image164.png"/><Relationship Id="rId62" Type="http://schemas.openxmlformats.org/officeDocument/2006/relationships/image" Target="../media/image168.png"/><Relationship Id="rId70" Type="http://schemas.openxmlformats.org/officeDocument/2006/relationships/image" Target="../media/image172.png"/><Relationship Id="rId75" Type="http://schemas.openxmlformats.org/officeDocument/2006/relationships/customXml" Target="../ink/ink1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5" Type="http://schemas.openxmlformats.org/officeDocument/2006/relationships/customXml" Target="../ink/ink85.xml"/><Relationship Id="rId23" Type="http://schemas.openxmlformats.org/officeDocument/2006/relationships/customXml" Target="../ink/ink89.xml"/><Relationship Id="rId28" Type="http://schemas.openxmlformats.org/officeDocument/2006/relationships/image" Target="../media/image151.png"/><Relationship Id="rId36" Type="http://schemas.openxmlformats.org/officeDocument/2006/relationships/image" Target="../media/image155.png"/><Relationship Id="rId49" Type="http://schemas.openxmlformats.org/officeDocument/2006/relationships/customXml" Target="../ink/ink102.xml"/><Relationship Id="rId57" Type="http://schemas.openxmlformats.org/officeDocument/2006/relationships/customXml" Target="../ink/ink106.xml"/><Relationship Id="rId10" Type="http://schemas.openxmlformats.org/officeDocument/2006/relationships/image" Target="../media/image142.png"/><Relationship Id="rId31" Type="http://schemas.openxmlformats.org/officeDocument/2006/relationships/customXml" Target="../ink/ink93.xml"/><Relationship Id="rId44" Type="http://schemas.openxmlformats.org/officeDocument/2006/relationships/image" Target="../media/image159.png"/><Relationship Id="rId52" Type="http://schemas.openxmlformats.org/officeDocument/2006/relationships/image" Target="../media/image163.png"/><Relationship Id="rId60" Type="http://schemas.openxmlformats.org/officeDocument/2006/relationships/image" Target="../media/image167.png"/><Relationship Id="rId65" Type="http://schemas.openxmlformats.org/officeDocument/2006/relationships/customXml" Target="../ink/ink110.xml"/><Relationship Id="rId73" Type="http://schemas.openxmlformats.org/officeDocument/2006/relationships/image" Target="../media/image88.png"/><Relationship Id="rId78" Type="http://schemas.openxmlformats.org/officeDocument/2006/relationships/image" Target="../media/image177.png"/><Relationship Id="rId4" Type="http://schemas.openxmlformats.org/officeDocument/2006/relationships/image" Target="../media/image139.png"/><Relationship Id="rId9" Type="http://schemas.openxmlformats.org/officeDocument/2006/relationships/customXml" Target="../ink/ink82.xml"/><Relationship Id="rId13" Type="http://schemas.openxmlformats.org/officeDocument/2006/relationships/customXml" Target="../ink/ink84.xml"/><Relationship Id="rId18" Type="http://schemas.openxmlformats.org/officeDocument/2006/relationships/image" Target="../media/image146.png"/><Relationship Id="rId39" Type="http://schemas.openxmlformats.org/officeDocument/2006/relationships/customXml" Target="../ink/ink97.xml"/><Relationship Id="rId34" Type="http://schemas.openxmlformats.org/officeDocument/2006/relationships/image" Target="../media/image154.png"/><Relationship Id="rId50" Type="http://schemas.openxmlformats.org/officeDocument/2006/relationships/image" Target="../media/image162.png"/><Relationship Id="rId55" Type="http://schemas.openxmlformats.org/officeDocument/2006/relationships/customXml" Target="../ink/ink105.xml"/><Relationship Id="rId76" Type="http://schemas.openxmlformats.org/officeDocument/2006/relationships/image" Target="../media/image176.png"/><Relationship Id="rId7" Type="http://schemas.openxmlformats.org/officeDocument/2006/relationships/customXml" Target="../ink/ink81.xml"/><Relationship Id="rId71" Type="http://schemas.openxmlformats.org/officeDocument/2006/relationships/customXml" Target="../ink/ink113.xml"/><Relationship Id="rId2" Type="http://schemas.openxmlformats.org/officeDocument/2006/relationships/image" Target="../media/image84.png"/><Relationship Id="rId29" Type="http://schemas.openxmlformats.org/officeDocument/2006/relationships/customXml" Target="../ink/ink92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4.xml"/><Relationship Id="rId21" Type="http://schemas.openxmlformats.org/officeDocument/2006/relationships/customXml" Target="../ink/ink125.xml"/><Relationship Id="rId42" Type="http://schemas.openxmlformats.org/officeDocument/2006/relationships/image" Target="../media/image197.png"/><Relationship Id="rId63" Type="http://schemas.openxmlformats.org/officeDocument/2006/relationships/image" Target="../media/image207.png"/><Relationship Id="rId84" Type="http://schemas.openxmlformats.org/officeDocument/2006/relationships/customXml" Target="../ink/ink157.xml"/><Relationship Id="rId138" Type="http://schemas.openxmlformats.org/officeDocument/2006/relationships/customXml" Target="../ink/ink185.xml"/><Relationship Id="rId159" Type="http://schemas.openxmlformats.org/officeDocument/2006/relationships/image" Target="../media/image253.png"/><Relationship Id="rId170" Type="http://schemas.openxmlformats.org/officeDocument/2006/relationships/image" Target="../media/image257.png"/><Relationship Id="rId107" Type="http://schemas.openxmlformats.org/officeDocument/2006/relationships/image" Target="../media/image229.png"/><Relationship Id="rId11" Type="http://schemas.openxmlformats.org/officeDocument/2006/relationships/customXml" Target="../ink/ink120.xml"/><Relationship Id="rId32" Type="http://schemas.openxmlformats.org/officeDocument/2006/relationships/image" Target="../media/image192.png"/><Relationship Id="rId53" Type="http://schemas.openxmlformats.org/officeDocument/2006/relationships/image" Target="../media/image202.png"/><Relationship Id="rId74" Type="http://schemas.openxmlformats.org/officeDocument/2006/relationships/customXml" Target="../ink/ink152.xml"/><Relationship Id="rId128" Type="http://schemas.openxmlformats.org/officeDocument/2006/relationships/image" Target="../media/image239.png"/><Relationship Id="rId149" Type="http://schemas.openxmlformats.org/officeDocument/2006/relationships/customXml" Target="../ink/ink191.xml"/><Relationship Id="rId5" Type="http://schemas.openxmlformats.org/officeDocument/2006/relationships/customXml" Target="../ink/ink117.xml"/><Relationship Id="rId95" Type="http://schemas.openxmlformats.org/officeDocument/2006/relationships/image" Target="../media/image223.png"/><Relationship Id="rId160" Type="http://schemas.openxmlformats.org/officeDocument/2006/relationships/customXml" Target="../ink/ink197.xml"/><Relationship Id="rId181" Type="http://schemas.openxmlformats.org/officeDocument/2006/relationships/customXml" Target="../ink/ink209.xml"/><Relationship Id="rId22" Type="http://schemas.openxmlformats.org/officeDocument/2006/relationships/image" Target="../media/image187.png"/><Relationship Id="rId43" Type="http://schemas.openxmlformats.org/officeDocument/2006/relationships/customXml" Target="../ink/ink136.xml"/><Relationship Id="rId64" Type="http://schemas.openxmlformats.org/officeDocument/2006/relationships/customXml" Target="../ink/ink147.xml"/><Relationship Id="rId118" Type="http://schemas.openxmlformats.org/officeDocument/2006/relationships/image" Target="../media/image234.png"/><Relationship Id="rId139" Type="http://schemas.openxmlformats.org/officeDocument/2006/relationships/image" Target="../media/image244.png"/><Relationship Id="rId85" Type="http://schemas.openxmlformats.org/officeDocument/2006/relationships/image" Target="../media/image218.png"/><Relationship Id="rId150" Type="http://schemas.openxmlformats.org/officeDocument/2006/relationships/image" Target="../media/image249.png"/><Relationship Id="rId171" Type="http://schemas.openxmlformats.org/officeDocument/2006/relationships/customXml" Target="../ink/ink204.xml"/><Relationship Id="rId12" Type="http://schemas.openxmlformats.org/officeDocument/2006/relationships/image" Target="../media/image182.png"/><Relationship Id="rId33" Type="http://schemas.openxmlformats.org/officeDocument/2006/relationships/customXml" Target="../ink/ink131.xml"/><Relationship Id="rId108" Type="http://schemas.openxmlformats.org/officeDocument/2006/relationships/customXml" Target="../ink/ink169.xml"/><Relationship Id="rId129" Type="http://schemas.openxmlformats.org/officeDocument/2006/relationships/customXml" Target="../ink/ink180.xml"/><Relationship Id="rId54" Type="http://schemas.openxmlformats.org/officeDocument/2006/relationships/customXml" Target="../ink/ink142.xml"/><Relationship Id="rId75" Type="http://schemas.openxmlformats.org/officeDocument/2006/relationships/image" Target="../media/image213.png"/><Relationship Id="rId96" Type="http://schemas.openxmlformats.org/officeDocument/2006/relationships/customXml" Target="../ink/ink163.xml"/><Relationship Id="rId140" Type="http://schemas.openxmlformats.org/officeDocument/2006/relationships/customXml" Target="../ink/ink186.xml"/><Relationship Id="rId161" Type="http://schemas.openxmlformats.org/officeDocument/2006/relationships/customXml" Target="../ink/ink198.xml"/><Relationship Id="rId182" Type="http://schemas.openxmlformats.org/officeDocument/2006/relationships/image" Target="../media/image263.png"/><Relationship Id="rId6" Type="http://schemas.openxmlformats.org/officeDocument/2006/relationships/image" Target="../media/image179.png"/><Relationship Id="rId23" Type="http://schemas.openxmlformats.org/officeDocument/2006/relationships/customXml" Target="../ink/ink126.xml"/><Relationship Id="rId119" Type="http://schemas.openxmlformats.org/officeDocument/2006/relationships/customXml" Target="../ink/ink175.xml"/><Relationship Id="rId44" Type="http://schemas.openxmlformats.org/officeDocument/2006/relationships/image" Target="../media/image198.png"/><Relationship Id="rId60" Type="http://schemas.openxmlformats.org/officeDocument/2006/relationships/customXml" Target="../ink/ink145.xml"/><Relationship Id="rId65" Type="http://schemas.openxmlformats.org/officeDocument/2006/relationships/image" Target="../media/image208.png"/><Relationship Id="rId81" Type="http://schemas.openxmlformats.org/officeDocument/2006/relationships/image" Target="../media/image216.png"/><Relationship Id="rId86" Type="http://schemas.openxmlformats.org/officeDocument/2006/relationships/customXml" Target="../ink/ink158.xml"/><Relationship Id="rId130" Type="http://schemas.openxmlformats.org/officeDocument/2006/relationships/image" Target="../media/image240.png"/><Relationship Id="rId135" Type="http://schemas.openxmlformats.org/officeDocument/2006/relationships/image" Target="../media/image242.png"/><Relationship Id="rId151" Type="http://schemas.openxmlformats.org/officeDocument/2006/relationships/customXml" Target="../ink/ink192.xml"/><Relationship Id="rId156" Type="http://schemas.openxmlformats.org/officeDocument/2006/relationships/image" Target="../media/image252.png"/><Relationship Id="rId177" Type="http://schemas.openxmlformats.org/officeDocument/2006/relationships/customXml" Target="../ink/ink207.xml"/><Relationship Id="rId172" Type="http://schemas.openxmlformats.org/officeDocument/2006/relationships/image" Target="../media/image258.png"/><Relationship Id="rId13" Type="http://schemas.openxmlformats.org/officeDocument/2006/relationships/customXml" Target="../ink/ink121.xml"/><Relationship Id="rId18" Type="http://schemas.openxmlformats.org/officeDocument/2006/relationships/image" Target="../media/image185.png"/><Relationship Id="rId39" Type="http://schemas.openxmlformats.org/officeDocument/2006/relationships/customXml" Target="../ink/ink134.xml"/><Relationship Id="rId109" Type="http://schemas.openxmlformats.org/officeDocument/2006/relationships/customXml" Target="../ink/ink170.xml"/><Relationship Id="rId34" Type="http://schemas.openxmlformats.org/officeDocument/2006/relationships/image" Target="../media/image193.png"/><Relationship Id="rId50" Type="http://schemas.openxmlformats.org/officeDocument/2006/relationships/customXml" Target="../ink/ink140.xml"/><Relationship Id="rId55" Type="http://schemas.openxmlformats.org/officeDocument/2006/relationships/image" Target="../media/image203.png"/><Relationship Id="rId76" Type="http://schemas.openxmlformats.org/officeDocument/2006/relationships/customXml" Target="../ink/ink153.xml"/><Relationship Id="rId97" Type="http://schemas.openxmlformats.org/officeDocument/2006/relationships/image" Target="../media/image224.png"/><Relationship Id="rId104" Type="http://schemas.openxmlformats.org/officeDocument/2006/relationships/customXml" Target="../ink/ink167.xml"/><Relationship Id="rId120" Type="http://schemas.openxmlformats.org/officeDocument/2006/relationships/image" Target="../media/image235.png"/><Relationship Id="rId125" Type="http://schemas.openxmlformats.org/officeDocument/2006/relationships/customXml" Target="../ink/ink178.xml"/><Relationship Id="rId141" Type="http://schemas.openxmlformats.org/officeDocument/2006/relationships/image" Target="../media/image245.png"/><Relationship Id="rId146" Type="http://schemas.openxmlformats.org/officeDocument/2006/relationships/image" Target="../media/image247.png"/><Relationship Id="rId167" Type="http://schemas.openxmlformats.org/officeDocument/2006/relationships/customXml" Target="../ink/ink202.xml"/><Relationship Id="rId7" Type="http://schemas.openxmlformats.org/officeDocument/2006/relationships/customXml" Target="../ink/ink118.xml"/><Relationship Id="rId71" Type="http://schemas.openxmlformats.org/officeDocument/2006/relationships/image" Target="../media/image211.png"/><Relationship Id="rId92" Type="http://schemas.openxmlformats.org/officeDocument/2006/relationships/customXml" Target="../ink/ink161.xml"/><Relationship Id="rId162" Type="http://schemas.openxmlformats.org/officeDocument/2006/relationships/image" Target="../media/image254.png"/><Relationship Id="rId183" Type="http://schemas.openxmlformats.org/officeDocument/2006/relationships/image" Target="../media/image89.png"/><Relationship Id="rId2" Type="http://schemas.openxmlformats.org/officeDocument/2006/relationships/image" Target="../media/image84.png"/><Relationship Id="rId29" Type="http://schemas.openxmlformats.org/officeDocument/2006/relationships/customXml" Target="../ink/ink129.xml"/><Relationship Id="rId24" Type="http://schemas.openxmlformats.org/officeDocument/2006/relationships/image" Target="../media/image188.png"/><Relationship Id="rId40" Type="http://schemas.openxmlformats.org/officeDocument/2006/relationships/image" Target="../media/image196.png"/><Relationship Id="rId45" Type="http://schemas.openxmlformats.org/officeDocument/2006/relationships/customXml" Target="../ink/ink137.xml"/><Relationship Id="rId66" Type="http://schemas.openxmlformats.org/officeDocument/2006/relationships/customXml" Target="../ink/ink148.xml"/><Relationship Id="rId87" Type="http://schemas.openxmlformats.org/officeDocument/2006/relationships/image" Target="../media/image219.png"/><Relationship Id="rId110" Type="http://schemas.openxmlformats.org/officeDocument/2006/relationships/image" Target="../media/image230.png"/><Relationship Id="rId115" Type="http://schemas.openxmlformats.org/officeDocument/2006/relationships/customXml" Target="../ink/ink173.xml"/><Relationship Id="rId131" Type="http://schemas.openxmlformats.org/officeDocument/2006/relationships/customXml" Target="../ink/ink181.xml"/><Relationship Id="rId136" Type="http://schemas.openxmlformats.org/officeDocument/2006/relationships/customXml" Target="../ink/ink184.xml"/><Relationship Id="rId157" Type="http://schemas.openxmlformats.org/officeDocument/2006/relationships/customXml" Target="../ink/ink195.xml"/><Relationship Id="rId178" Type="http://schemas.openxmlformats.org/officeDocument/2006/relationships/image" Target="../media/image261.png"/><Relationship Id="rId61" Type="http://schemas.openxmlformats.org/officeDocument/2006/relationships/image" Target="../media/image206.png"/><Relationship Id="rId82" Type="http://schemas.openxmlformats.org/officeDocument/2006/relationships/customXml" Target="../ink/ink156.xml"/><Relationship Id="rId152" Type="http://schemas.openxmlformats.org/officeDocument/2006/relationships/image" Target="../media/image250.png"/><Relationship Id="rId173" Type="http://schemas.openxmlformats.org/officeDocument/2006/relationships/customXml" Target="../ink/ink205.xml"/><Relationship Id="rId19" Type="http://schemas.openxmlformats.org/officeDocument/2006/relationships/customXml" Target="../ink/ink124.xml"/><Relationship Id="rId14" Type="http://schemas.openxmlformats.org/officeDocument/2006/relationships/image" Target="../media/image183.png"/><Relationship Id="rId30" Type="http://schemas.openxmlformats.org/officeDocument/2006/relationships/image" Target="../media/image191.png"/><Relationship Id="rId35" Type="http://schemas.openxmlformats.org/officeDocument/2006/relationships/customXml" Target="../ink/ink132.xml"/><Relationship Id="rId56" Type="http://schemas.openxmlformats.org/officeDocument/2006/relationships/customXml" Target="../ink/ink143.xml"/><Relationship Id="rId77" Type="http://schemas.openxmlformats.org/officeDocument/2006/relationships/image" Target="../media/image214.png"/><Relationship Id="rId100" Type="http://schemas.openxmlformats.org/officeDocument/2006/relationships/customXml" Target="../ink/ink165.xml"/><Relationship Id="rId105" Type="http://schemas.openxmlformats.org/officeDocument/2006/relationships/image" Target="../media/image228.png"/><Relationship Id="rId126" Type="http://schemas.openxmlformats.org/officeDocument/2006/relationships/image" Target="../media/image238.png"/><Relationship Id="rId147" Type="http://schemas.openxmlformats.org/officeDocument/2006/relationships/customXml" Target="../ink/ink190.xml"/><Relationship Id="rId168" Type="http://schemas.openxmlformats.org/officeDocument/2006/relationships/image" Target="../media/image256.png"/><Relationship Id="rId8" Type="http://schemas.openxmlformats.org/officeDocument/2006/relationships/image" Target="../media/image180.png"/><Relationship Id="rId51" Type="http://schemas.openxmlformats.org/officeDocument/2006/relationships/image" Target="../media/image201.png"/><Relationship Id="rId72" Type="http://schemas.openxmlformats.org/officeDocument/2006/relationships/customXml" Target="../ink/ink151.xml"/><Relationship Id="rId93" Type="http://schemas.openxmlformats.org/officeDocument/2006/relationships/image" Target="../media/image222.png"/><Relationship Id="rId98" Type="http://schemas.openxmlformats.org/officeDocument/2006/relationships/customXml" Target="../ink/ink164.xml"/><Relationship Id="rId121" Type="http://schemas.openxmlformats.org/officeDocument/2006/relationships/customXml" Target="../ink/ink176.xml"/><Relationship Id="rId142" Type="http://schemas.openxmlformats.org/officeDocument/2006/relationships/customXml" Target="../ink/ink187.xml"/><Relationship Id="rId163" Type="http://schemas.openxmlformats.org/officeDocument/2006/relationships/customXml" Target="../ink/ink199.xml"/><Relationship Id="rId3" Type="http://schemas.openxmlformats.org/officeDocument/2006/relationships/customXml" Target="../ink/ink116.xml"/><Relationship Id="rId25" Type="http://schemas.openxmlformats.org/officeDocument/2006/relationships/customXml" Target="../ink/ink127.xml"/><Relationship Id="rId46" Type="http://schemas.openxmlformats.org/officeDocument/2006/relationships/image" Target="../media/image199.png"/><Relationship Id="rId67" Type="http://schemas.openxmlformats.org/officeDocument/2006/relationships/image" Target="../media/image209.png"/><Relationship Id="rId116" Type="http://schemas.openxmlformats.org/officeDocument/2006/relationships/image" Target="../media/image233.png"/><Relationship Id="rId137" Type="http://schemas.openxmlformats.org/officeDocument/2006/relationships/image" Target="../media/image243.png"/><Relationship Id="rId158" Type="http://schemas.openxmlformats.org/officeDocument/2006/relationships/customXml" Target="../ink/ink196.xml"/><Relationship Id="rId20" Type="http://schemas.openxmlformats.org/officeDocument/2006/relationships/image" Target="../media/image186.png"/><Relationship Id="rId41" Type="http://schemas.openxmlformats.org/officeDocument/2006/relationships/customXml" Target="../ink/ink135.xml"/><Relationship Id="rId62" Type="http://schemas.openxmlformats.org/officeDocument/2006/relationships/customXml" Target="../ink/ink146.xml"/><Relationship Id="rId83" Type="http://schemas.openxmlformats.org/officeDocument/2006/relationships/image" Target="../media/image217.png"/><Relationship Id="rId88" Type="http://schemas.openxmlformats.org/officeDocument/2006/relationships/customXml" Target="../ink/ink159.xml"/><Relationship Id="rId111" Type="http://schemas.openxmlformats.org/officeDocument/2006/relationships/customXml" Target="../ink/ink171.xml"/><Relationship Id="rId132" Type="http://schemas.openxmlformats.org/officeDocument/2006/relationships/customXml" Target="../ink/ink182.xml"/><Relationship Id="rId153" Type="http://schemas.openxmlformats.org/officeDocument/2006/relationships/customXml" Target="../ink/ink193.xml"/><Relationship Id="rId174" Type="http://schemas.openxmlformats.org/officeDocument/2006/relationships/image" Target="../media/image259.png"/><Relationship Id="rId179" Type="http://schemas.openxmlformats.org/officeDocument/2006/relationships/customXml" Target="../ink/ink208.xml"/><Relationship Id="rId15" Type="http://schemas.openxmlformats.org/officeDocument/2006/relationships/customXml" Target="../ink/ink122.xml"/><Relationship Id="rId36" Type="http://schemas.openxmlformats.org/officeDocument/2006/relationships/image" Target="../media/image194.png"/><Relationship Id="rId57" Type="http://schemas.openxmlformats.org/officeDocument/2006/relationships/image" Target="../media/image204.png"/><Relationship Id="rId106" Type="http://schemas.openxmlformats.org/officeDocument/2006/relationships/customXml" Target="../ink/ink168.xml"/><Relationship Id="rId127" Type="http://schemas.openxmlformats.org/officeDocument/2006/relationships/customXml" Target="../ink/ink179.xml"/><Relationship Id="rId10" Type="http://schemas.openxmlformats.org/officeDocument/2006/relationships/image" Target="../media/image181.png"/><Relationship Id="rId31" Type="http://schemas.openxmlformats.org/officeDocument/2006/relationships/customXml" Target="../ink/ink130.xml"/><Relationship Id="rId52" Type="http://schemas.openxmlformats.org/officeDocument/2006/relationships/customXml" Target="../ink/ink141.xml"/><Relationship Id="rId73" Type="http://schemas.openxmlformats.org/officeDocument/2006/relationships/image" Target="../media/image212.png"/><Relationship Id="rId78" Type="http://schemas.openxmlformats.org/officeDocument/2006/relationships/customXml" Target="../ink/ink154.xml"/><Relationship Id="rId94" Type="http://schemas.openxmlformats.org/officeDocument/2006/relationships/customXml" Target="../ink/ink162.xml"/><Relationship Id="rId99" Type="http://schemas.openxmlformats.org/officeDocument/2006/relationships/image" Target="../media/image225.png"/><Relationship Id="rId101" Type="http://schemas.openxmlformats.org/officeDocument/2006/relationships/image" Target="../media/image226.png"/><Relationship Id="rId122" Type="http://schemas.openxmlformats.org/officeDocument/2006/relationships/image" Target="../media/image236.png"/><Relationship Id="rId143" Type="http://schemas.openxmlformats.org/officeDocument/2006/relationships/customXml" Target="../ink/ink188.xml"/><Relationship Id="rId148" Type="http://schemas.openxmlformats.org/officeDocument/2006/relationships/image" Target="../media/image248.png"/><Relationship Id="rId164" Type="http://schemas.openxmlformats.org/officeDocument/2006/relationships/customXml" Target="../ink/ink200.xml"/><Relationship Id="rId169" Type="http://schemas.openxmlformats.org/officeDocument/2006/relationships/customXml" Target="../ink/ink203.xml"/><Relationship Id="rId4" Type="http://schemas.openxmlformats.org/officeDocument/2006/relationships/image" Target="../media/image178.png"/><Relationship Id="rId9" Type="http://schemas.openxmlformats.org/officeDocument/2006/relationships/customXml" Target="../ink/ink119.xml"/><Relationship Id="rId180" Type="http://schemas.openxmlformats.org/officeDocument/2006/relationships/image" Target="../media/image262.png"/><Relationship Id="rId26" Type="http://schemas.openxmlformats.org/officeDocument/2006/relationships/image" Target="../media/image189.png"/><Relationship Id="rId47" Type="http://schemas.openxmlformats.org/officeDocument/2006/relationships/customXml" Target="../ink/ink138.xml"/><Relationship Id="rId68" Type="http://schemas.openxmlformats.org/officeDocument/2006/relationships/customXml" Target="../ink/ink149.xml"/><Relationship Id="rId89" Type="http://schemas.openxmlformats.org/officeDocument/2006/relationships/image" Target="../media/image220.png"/><Relationship Id="rId112" Type="http://schemas.openxmlformats.org/officeDocument/2006/relationships/image" Target="../media/image231.png"/><Relationship Id="rId133" Type="http://schemas.openxmlformats.org/officeDocument/2006/relationships/image" Target="../media/image241.png"/><Relationship Id="rId154" Type="http://schemas.openxmlformats.org/officeDocument/2006/relationships/image" Target="../media/image251.png"/><Relationship Id="rId175" Type="http://schemas.openxmlformats.org/officeDocument/2006/relationships/customXml" Target="../ink/ink206.xml"/><Relationship Id="rId16" Type="http://schemas.openxmlformats.org/officeDocument/2006/relationships/image" Target="../media/image184.png"/><Relationship Id="rId37" Type="http://schemas.openxmlformats.org/officeDocument/2006/relationships/customXml" Target="../ink/ink133.xml"/><Relationship Id="rId58" Type="http://schemas.openxmlformats.org/officeDocument/2006/relationships/customXml" Target="../ink/ink144.xml"/><Relationship Id="rId79" Type="http://schemas.openxmlformats.org/officeDocument/2006/relationships/image" Target="../media/image215.png"/><Relationship Id="rId102" Type="http://schemas.openxmlformats.org/officeDocument/2006/relationships/customXml" Target="../ink/ink166.xml"/><Relationship Id="rId123" Type="http://schemas.openxmlformats.org/officeDocument/2006/relationships/customXml" Target="../ink/ink177.xml"/><Relationship Id="rId144" Type="http://schemas.openxmlformats.org/officeDocument/2006/relationships/image" Target="../media/image246.png"/><Relationship Id="rId90" Type="http://schemas.openxmlformats.org/officeDocument/2006/relationships/customXml" Target="../ink/ink160.xml"/><Relationship Id="rId165" Type="http://schemas.openxmlformats.org/officeDocument/2006/relationships/image" Target="../media/image255.png"/><Relationship Id="rId27" Type="http://schemas.openxmlformats.org/officeDocument/2006/relationships/customXml" Target="../ink/ink128.xml"/><Relationship Id="rId48" Type="http://schemas.openxmlformats.org/officeDocument/2006/relationships/image" Target="../media/image200.png"/><Relationship Id="rId69" Type="http://schemas.openxmlformats.org/officeDocument/2006/relationships/image" Target="../media/image210.png"/><Relationship Id="rId113" Type="http://schemas.openxmlformats.org/officeDocument/2006/relationships/customXml" Target="../ink/ink172.xml"/><Relationship Id="rId134" Type="http://schemas.openxmlformats.org/officeDocument/2006/relationships/customXml" Target="../ink/ink183.xml"/><Relationship Id="rId80" Type="http://schemas.openxmlformats.org/officeDocument/2006/relationships/customXml" Target="../ink/ink155.xml"/><Relationship Id="rId155" Type="http://schemas.openxmlformats.org/officeDocument/2006/relationships/customXml" Target="../ink/ink194.xml"/><Relationship Id="rId176" Type="http://schemas.openxmlformats.org/officeDocument/2006/relationships/image" Target="../media/image260.png"/><Relationship Id="rId17" Type="http://schemas.openxmlformats.org/officeDocument/2006/relationships/customXml" Target="../ink/ink123.xml"/><Relationship Id="rId38" Type="http://schemas.openxmlformats.org/officeDocument/2006/relationships/image" Target="../media/image195.png"/><Relationship Id="rId59" Type="http://schemas.openxmlformats.org/officeDocument/2006/relationships/image" Target="../media/image205.png"/><Relationship Id="rId103" Type="http://schemas.openxmlformats.org/officeDocument/2006/relationships/image" Target="../media/image227.png"/><Relationship Id="rId124" Type="http://schemas.openxmlformats.org/officeDocument/2006/relationships/image" Target="../media/image237.png"/><Relationship Id="rId70" Type="http://schemas.openxmlformats.org/officeDocument/2006/relationships/customXml" Target="../ink/ink150.xml"/><Relationship Id="rId91" Type="http://schemas.openxmlformats.org/officeDocument/2006/relationships/image" Target="../media/image221.png"/><Relationship Id="rId145" Type="http://schemas.openxmlformats.org/officeDocument/2006/relationships/customXml" Target="../ink/ink189.xml"/><Relationship Id="rId166" Type="http://schemas.openxmlformats.org/officeDocument/2006/relationships/customXml" Target="../ink/ink201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90.png"/><Relationship Id="rId49" Type="http://schemas.openxmlformats.org/officeDocument/2006/relationships/customXml" Target="../ink/ink139.xml"/><Relationship Id="rId114" Type="http://schemas.openxmlformats.org/officeDocument/2006/relationships/image" Target="../media/image23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0.xml"/><Relationship Id="rId13" Type="http://schemas.openxmlformats.org/officeDocument/2006/relationships/customXml" Target="../ink/ink212.xml"/><Relationship Id="rId3" Type="http://schemas.openxmlformats.org/officeDocument/2006/relationships/image" Target="../media/image174.png"/><Relationship Id="rId7" Type="http://schemas.openxmlformats.org/officeDocument/2006/relationships/image" Target="../media/image266.png"/><Relationship Id="rId12" Type="http://schemas.openxmlformats.org/officeDocument/2006/relationships/image" Target="../media/image267.png"/><Relationship Id="rId2" Type="http://schemas.openxmlformats.org/officeDocument/2006/relationships/image" Target="../media/image92.png"/><Relationship Id="rId16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11" Type="http://schemas.openxmlformats.org/officeDocument/2006/relationships/image" Target="../media/image271.png"/><Relationship Id="rId5" Type="http://schemas.openxmlformats.org/officeDocument/2006/relationships/image" Target="../media/image264.png"/><Relationship Id="rId15" Type="http://schemas.openxmlformats.org/officeDocument/2006/relationships/customXml" Target="../ink/ink213.xml"/><Relationship Id="rId10" Type="http://schemas.openxmlformats.org/officeDocument/2006/relationships/customXml" Target="../ink/ink211.xml"/><Relationship Id="rId4" Type="http://schemas.openxmlformats.org/officeDocument/2006/relationships/image" Target="../media/image175.png"/><Relationship Id="rId9" Type="http://schemas.openxmlformats.org/officeDocument/2006/relationships/image" Target="../media/image270.png"/><Relationship Id="rId14" Type="http://schemas.openxmlformats.org/officeDocument/2006/relationships/image" Target="../media/image267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3" Type="http://schemas.openxmlformats.org/officeDocument/2006/relationships/image" Target="../media/image272.png"/><Relationship Id="rId7" Type="http://schemas.openxmlformats.org/officeDocument/2006/relationships/image" Target="../media/image276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5.png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6.xml"/><Relationship Id="rId3" Type="http://schemas.openxmlformats.org/officeDocument/2006/relationships/image" Target="../media/image279.png"/><Relationship Id="rId7" Type="http://schemas.openxmlformats.org/officeDocument/2006/relationships/image" Target="../media/image283.png"/><Relationship Id="rId12" Type="http://schemas.openxmlformats.org/officeDocument/2006/relationships/image" Target="../media/image280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5.xml"/><Relationship Id="rId11" Type="http://schemas.openxmlformats.org/officeDocument/2006/relationships/image" Target="../media/image285.png"/><Relationship Id="rId5" Type="http://schemas.openxmlformats.org/officeDocument/2006/relationships/image" Target="../media/image282.png"/><Relationship Id="rId10" Type="http://schemas.openxmlformats.org/officeDocument/2006/relationships/customXml" Target="../ink/ink217.xml"/><Relationship Id="rId4" Type="http://schemas.openxmlformats.org/officeDocument/2006/relationships/customXml" Target="../ink/ink214.xml"/><Relationship Id="rId9" Type="http://schemas.openxmlformats.org/officeDocument/2006/relationships/image" Target="../media/image28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13" Type="http://schemas.openxmlformats.org/officeDocument/2006/relationships/customXml" Target="../ink/ink222.xml"/><Relationship Id="rId18" Type="http://schemas.openxmlformats.org/officeDocument/2006/relationships/image" Target="../media/image191.png"/><Relationship Id="rId3" Type="http://schemas.openxmlformats.org/officeDocument/2006/relationships/image" Target="../media/image286.png"/><Relationship Id="rId7" Type="http://schemas.openxmlformats.org/officeDocument/2006/relationships/customXml" Target="../ink/ink219.xml"/><Relationship Id="rId12" Type="http://schemas.openxmlformats.org/officeDocument/2006/relationships/image" Target="../media/image292.png"/><Relationship Id="rId17" Type="http://schemas.openxmlformats.org/officeDocument/2006/relationships/customXml" Target="../ink/ink224.xml"/><Relationship Id="rId2" Type="http://schemas.openxmlformats.org/officeDocument/2006/relationships/image" Target="../media/image281.png"/><Relationship Id="rId16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customXml" Target="../ink/ink221.xml"/><Relationship Id="rId5" Type="http://schemas.openxmlformats.org/officeDocument/2006/relationships/customXml" Target="../ink/ink218.xml"/><Relationship Id="rId15" Type="http://schemas.openxmlformats.org/officeDocument/2006/relationships/customXml" Target="../ink/ink223.xml"/><Relationship Id="rId10" Type="http://schemas.openxmlformats.org/officeDocument/2006/relationships/image" Target="../media/image224.png"/><Relationship Id="rId4" Type="http://schemas.openxmlformats.org/officeDocument/2006/relationships/image" Target="../media/image287.png"/><Relationship Id="rId9" Type="http://schemas.openxmlformats.org/officeDocument/2006/relationships/customXml" Target="../ink/ink220.xml"/><Relationship Id="rId14" Type="http://schemas.openxmlformats.org/officeDocument/2006/relationships/image" Target="../media/image29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2" Type="http://schemas.openxmlformats.org/officeDocument/2006/relationships/image" Target="../media/image28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7" Type="http://schemas.openxmlformats.org/officeDocument/2006/relationships/image" Target="../media/image2880.pn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6.xml"/><Relationship Id="rId5" Type="http://schemas.openxmlformats.org/officeDocument/2006/relationships/image" Target="../media/image2870.png"/><Relationship Id="rId4" Type="http://schemas.openxmlformats.org/officeDocument/2006/relationships/customXml" Target="../ink/ink2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7.xml"/><Relationship Id="rId7" Type="http://schemas.openxmlformats.org/officeDocument/2006/relationships/image" Target="../media/image301.png"/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5" Type="http://schemas.openxmlformats.org/officeDocument/2006/relationships/customXml" Target="../ink/ink228.xml"/><Relationship Id="rId4" Type="http://schemas.openxmlformats.org/officeDocument/2006/relationships/image" Target="../media/image29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inteligenței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B002F-CA8B-2609-9C7E-E7F898FF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4" y="113015"/>
            <a:ext cx="4758996" cy="64446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1247A-126A-D5ED-0D80-96CDF7BF64B1}"/>
              </a:ext>
            </a:extLst>
          </p:cNvPr>
          <p:cNvCxnSpPr>
            <a:cxnSpLocks/>
          </p:cNvCxnSpPr>
          <p:nvPr/>
        </p:nvCxnSpPr>
        <p:spPr>
          <a:xfrm flipV="1">
            <a:off x="3708400" y="3894668"/>
            <a:ext cx="3115733" cy="1244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6EACB9-4E76-88BD-479B-ABA628C15568}"/>
              </a:ext>
            </a:extLst>
          </p:cNvPr>
          <p:cNvSpPr txBox="1"/>
          <p:nvPr/>
        </p:nvSpPr>
        <p:spPr>
          <a:xfrm>
            <a:off x="6824133" y="3710002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43CBEFE-B5C7-3454-57EC-9B11A039D362}"/>
                  </a:ext>
                </a:extLst>
              </p14:cNvPr>
              <p14:cNvContentPartPr/>
              <p14:nvPr/>
            </p14:nvContentPartPr>
            <p14:xfrm>
              <a:off x="651627" y="3707720"/>
              <a:ext cx="2930760" cy="433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43CBEFE-B5C7-3454-57EC-9B11A039D3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3627" y="3690080"/>
                <a:ext cx="2966400" cy="46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3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867" y="660400"/>
            <a:ext cx="4665134" cy="85143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0850-9648-B248-267C-6CCDCAE18C14}"/>
              </a:ext>
            </a:extLst>
          </p:cNvPr>
          <p:cNvSpPr txBox="1"/>
          <p:nvPr/>
        </p:nvSpPr>
        <p:spPr>
          <a:xfrm>
            <a:off x="1591734" y="2455331"/>
            <a:ext cx="9355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Data manipulation in </a:t>
            </a:r>
            <a:r>
              <a:rPr lang="en-US" sz="3200" dirty="0" err="1"/>
              <a:t>PyTorch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Linear algebra in </a:t>
            </a:r>
            <a:r>
              <a:rPr lang="en-US" sz="3200" dirty="0" err="1"/>
              <a:t>PyTorch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Automatic differentiation in </a:t>
            </a:r>
            <a:r>
              <a:rPr lang="en-US" sz="3200" dirty="0" err="1"/>
              <a:t>PyTorch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904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000" y="190129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1) </a:t>
            </a:r>
            <a:r>
              <a:rPr lang="en-US" sz="6000" dirty="0"/>
              <a:t>Data manipulation in </a:t>
            </a:r>
            <a:r>
              <a:rPr lang="en-US" sz="6000" dirty="0" err="1"/>
              <a:t>PyTorch</a:t>
            </a: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4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13B993-186F-5D24-2C64-8E9D3CBF0866}"/>
              </a:ext>
            </a:extLst>
          </p:cNvPr>
          <p:cNvSpPr txBox="1"/>
          <p:nvPr/>
        </p:nvSpPr>
        <p:spPr>
          <a:xfrm>
            <a:off x="914399" y="1261533"/>
            <a:ext cx="10253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first lab              		     </a:t>
            </a:r>
            <a:r>
              <a:rPr lang="en-US" sz="3200" b="1" dirty="0">
                <a:highlight>
                  <a:srgbClr val="FFFF00"/>
                </a:highlight>
              </a:rPr>
              <a:t>NumPy + </a:t>
            </a:r>
            <a:r>
              <a:rPr lang="en-US" sz="3200" b="1" dirty="0" err="1">
                <a:highlight>
                  <a:srgbClr val="FFFF00"/>
                </a:highlight>
              </a:rPr>
              <a:t>numpy</a:t>
            </a:r>
            <a:r>
              <a:rPr lang="en-US" sz="3200" b="1" dirty="0">
                <a:highlight>
                  <a:srgbClr val="FFFF00"/>
                </a:highlight>
              </a:rPr>
              <a:t> array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527A694-C013-0448-B05A-8569DB47CBC5}"/>
              </a:ext>
            </a:extLst>
          </p:cNvPr>
          <p:cNvSpPr/>
          <p:nvPr/>
        </p:nvSpPr>
        <p:spPr>
          <a:xfrm>
            <a:off x="3615266" y="1439635"/>
            <a:ext cx="1811867" cy="2285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A35F3-1C90-5203-6261-13C44E4D4768}"/>
              </a:ext>
            </a:extLst>
          </p:cNvPr>
          <p:cNvSpPr txBox="1"/>
          <p:nvPr/>
        </p:nvSpPr>
        <p:spPr>
          <a:xfrm>
            <a:off x="914400" y="1879599"/>
            <a:ext cx="985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  this lab              		     </a:t>
            </a:r>
            <a:r>
              <a:rPr lang="en-US" sz="3200" b="1" dirty="0" err="1">
                <a:highlight>
                  <a:srgbClr val="FFFF00"/>
                </a:highlight>
              </a:rPr>
              <a:t>PyTorch</a:t>
            </a:r>
            <a:r>
              <a:rPr lang="en-US" sz="3200" b="1" dirty="0">
                <a:highlight>
                  <a:srgbClr val="FFFF00"/>
                </a:highlight>
              </a:rPr>
              <a:t> + tensors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9215B07-BD32-A469-EB92-E4E93FA1C1E0}"/>
              </a:ext>
            </a:extLst>
          </p:cNvPr>
          <p:cNvSpPr/>
          <p:nvPr/>
        </p:nvSpPr>
        <p:spPr>
          <a:xfrm>
            <a:off x="3615265" y="2057701"/>
            <a:ext cx="1811867" cy="2285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CBCF6-31C4-E3EA-960C-4F86AA900DB8}"/>
              </a:ext>
            </a:extLst>
          </p:cNvPr>
          <p:cNvSpPr txBox="1"/>
          <p:nvPr/>
        </p:nvSpPr>
        <p:spPr>
          <a:xfrm>
            <a:off x="914399" y="3158066"/>
            <a:ext cx="10253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</a:t>
            </a:r>
            <a:r>
              <a:rPr lang="en-US" sz="2800" b="1" dirty="0">
                <a:solidFill>
                  <a:srgbClr val="FF0000"/>
                </a:solidFill>
              </a:rPr>
              <a:t>QUESTION</a:t>
            </a:r>
            <a:r>
              <a:rPr lang="en-US" sz="2400" dirty="0"/>
              <a:t>: why </a:t>
            </a:r>
            <a:r>
              <a:rPr lang="en-US" sz="2400" b="1" dirty="0" err="1"/>
              <a:t>PyTorch</a:t>
            </a:r>
            <a:r>
              <a:rPr lang="en-US" sz="2400" b="1" dirty="0"/>
              <a:t> + tensors </a:t>
            </a:r>
            <a:r>
              <a:rPr lang="en-US" sz="2400" dirty="0"/>
              <a:t>instead of </a:t>
            </a:r>
            <a:r>
              <a:rPr lang="en-US" sz="2400" b="1" dirty="0"/>
              <a:t>NumPy + </a:t>
            </a:r>
            <a:r>
              <a:rPr lang="en-US" sz="2400" b="1" dirty="0" err="1"/>
              <a:t>numpy</a:t>
            </a:r>
            <a:r>
              <a:rPr lang="en-US" sz="2400" b="1" dirty="0"/>
              <a:t> array </a:t>
            </a:r>
            <a:r>
              <a:rPr lang="en-US" sz="2400" dirty="0"/>
              <a:t>?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2621C-BAFE-2B25-2CCF-90BE704DD497}"/>
              </a:ext>
            </a:extLst>
          </p:cNvPr>
          <p:cNvSpPr txBox="1"/>
          <p:nvPr/>
        </p:nvSpPr>
        <p:spPr>
          <a:xfrm>
            <a:off x="914398" y="4157133"/>
            <a:ext cx="103632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</a:t>
            </a:r>
            <a:r>
              <a:rPr lang="en-US" sz="2800" b="1" dirty="0">
                <a:solidFill>
                  <a:srgbClr val="FF0000"/>
                </a:solidFill>
              </a:rPr>
              <a:t>ANSWER</a:t>
            </a:r>
            <a:r>
              <a:rPr lang="en-US" sz="2400" dirty="0"/>
              <a:t>:  1) </a:t>
            </a:r>
            <a:r>
              <a:rPr lang="en-US" sz="2400" b="1" dirty="0">
                <a:highlight>
                  <a:srgbClr val="FFFF00"/>
                </a:highlight>
              </a:rPr>
              <a:t>GPU</a:t>
            </a:r>
            <a:r>
              <a:rPr lang="en-US" sz="2400" dirty="0"/>
              <a:t> is well-supported to accelerate the computation with </a:t>
            </a:r>
            <a:r>
              <a:rPr lang="en-US" sz="2400" b="1" i="1" dirty="0"/>
              <a:t>tensor </a:t>
            </a:r>
            <a:r>
              <a:rPr lang="en-US" sz="2400" dirty="0"/>
              <a:t>class, whereas </a:t>
            </a:r>
            <a:r>
              <a:rPr lang="en-US" sz="2400" b="1" i="1" dirty="0" err="1"/>
              <a:t>numpy</a:t>
            </a:r>
            <a:r>
              <a:rPr lang="en-US" sz="2400" dirty="0"/>
              <a:t> only supports </a:t>
            </a:r>
            <a:r>
              <a:rPr lang="en-US" sz="2400" b="1" dirty="0">
                <a:highlight>
                  <a:srgbClr val="FFFF00"/>
                </a:highlight>
              </a:rPr>
              <a:t>CPU</a:t>
            </a:r>
            <a:r>
              <a:rPr lang="en-US" sz="2400" dirty="0"/>
              <a:t> computation </a:t>
            </a:r>
          </a:p>
          <a:p>
            <a:endParaRPr lang="en-US" sz="2400" dirty="0"/>
          </a:p>
          <a:p>
            <a:r>
              <a:rPr lang="en-US" sz="2400" dirty="0"/>
              <a:t>	                  2) the tensor class supports </a:t>
            </a:r>
            <a:r>
              <a:rPr lang="en-US" sz="2400" b="1" dirty="0">
                <a:highlight>
                  <a:srgbClr val="FFFF00"/>
                </a:highlight>
              </a:rPr>
              <a:t>automatic 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191639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E9A875-ED92-8BEA-6380-83A7E7FDD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607" y="1166497"/>
            <a:ext cx="5915851" cy="4525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28DE1E-A9B5-1A7B-F174-A86A84D3AFA5}"/>
              </a:ext>
            </a:extLst>
          </p:cNvPr>
          <p:cNvSpPr txBox="1"/>
          <p:nvPr/>
        </p:nvSpPr>
        <p:spPr>
          <a:xfrm>
            <a:off x="5676900" y="5383726"/>
            <a:ext cx="203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(rows, columns)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D33B3-FBBD-D3CD-25E3-7A785503DE25}"/>
              </a:ext>
            </a:extLst>
          </p:cNvPr>
          <p:cNvSpPr txBox="1"/>
          <p:nvPr/>
        </p:nvSpPr>
        <p:spPr>
          <a:xfrm>
            <a:off x="1564640" y="6214532"/>
            <a:ext cx="10424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deep learning we have millions/billions of matrix multiplication operations 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4C2166-0509-B060-8B33-41761D124BC7}"/>
              </a:ext>
            </a:extLst>
          </p:cNvPr>
          <p:cNvSpPr txBox="1"/>
          <p:nvPr/>
        </p:nvSpPr>
        <p:spPr>
          <a:xfrm>
            <a:off x="572347" y="6214531"/>
            <a:ext cx="132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10878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0322F7-B0A1-B034-E0E3-375D8E96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407" y="878816"/>
            <a:ext cx="8371185" cy="510036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492B4B7-CDDB-B557-4872-0C2F7E268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30" y="5657671"/>
            <a:ext cx="1096967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eural networks involve operations that can be parallelized, a strength of GPUs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2F747-ED5B-B5D4-5A82-0C3B45538F61}"/>
              </a:ext>
            </a:extLst>
          </p:cNvPr>
          <p:cNvSpPr txBox="1"/>
          <p:nvPr/>
        </p:nvSpPr>
        <p:spPr>
          <a:xfrm>
            <a:off x="162560" y="6027002"/>
            <a:ext cx="132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7076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113136-41CA-AF73-0618-C2F25A8CD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01" y="1309214"/>
            <a:ext cx="4909225" cy="4001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FE4A1B-7BD3-DF95-DF1E-A6EAD8FE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568" y="1309215"/>
            <a:ext cx="5315763" cy="400104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7636B71-C7BA-42D6-FB4B-088F87AC8AAB}"/>
              </a:ext>
            </a:extLst>
          </p:cNvPr>
          <p:cNvSpPr/>
          <p:nvPr/>
        </p:nvSpPr>
        <p:spPr>
          <a:xfrm>
            <a:off x="5418667" y="3175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22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DCEB-9266-A5F8-2900-9253ED62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267" y="-402025"/>
            <a:ext cx="10515600" cy="1325563"/>
          </a:xfrm>
        </p:spPr>
        <p:txBody>
          <a:bodyPr/>
          <a:lstStyle/>
          <a:p>
            <a:r>
              <a:rPr lang="en-US" dirty="0"/>
              <a:t>Automatic 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F9545-D66D-697F-068B-9A51BB2EB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042" y="572559"/>
            <a:ext cx="1195695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is a computational technique that automatically calculates the derivative of functions with respect to their inputs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D1B70-21E4-E04C-698F-B678330A2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1363549"/>
            <a:ext cx="4130721" cy="54944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34D95D-C27A-9E34-9229-DDE91F729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192" y="1715930"/>
            <a:ext cx="3153215" cy="22577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01C9C6-D1D1-8216-9FD4-30A579AEA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802" y="4270776"/>
            <a:ext cx="3659777" cy="25872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BE9558-4D06-2E0F-71BA-659BF9432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468" y="1715930"/>
            <a:ext cx="3200847" cy="6001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800FA3-F76D-C197-D69D-F82786C8F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468" y="2357541"/>
            <a:ext cx="1819529" cy="6382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DB02400-4E14-5C2D-782A-F4DEB6E22C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2505" y="3108481"/>
            <a:ext cx="3969048" cy="60015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F6E6F6-A023-3732-F466-AA2D198BC9E6}"/>
              </a:ext>
            </a:extLst>
          </p:cNvPr>
          <p:cNvSpPr txBox="1"/>
          <p:nvPr/>
        </p:nvSpPr>
        <p:spPr>
          <a:xfrm>
            <a:off x="11033796" y="4867760"/>
            <a:ext cx="1217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we will explain this soon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8D8400-204F-15C3-9FC5-FEF9824CFE9B}"/>
              </a:ext>
            </a:extLst>
          </p:cNvPr>
          <p:cNvGrpSpPr/>
          <p:nvPr/>
        </p:nvGrpSpPr>
        <p:grpSpPr>
          <a:xfrm>
            <a:off x="10227627" y="5367840"/>
            <a:ext cx="748080" cy="398520"/>
            <a:chOff x="10227627" y="5367840"/>
            <a:chExt cx="74808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5D910A-ECF8-C627-AF8B-38D94FFF6F56}"/>
                    </a:ext>
                  </a:extLst>
                </p14:cNvPr>
                <p14:cNvContentPartPr/>
                <p14:nvPr/>
              </p14:nvContentPartPr>
              <p14:xfrm>
                <a:off x="10227627" y="5414280"/>
                <a:ext cx="659880" cy="352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5D910A-ECF8-C627-AF8B-38D94FFF6F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09627" y="5396280"/>
                  <a:ext cx="6955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5DEC01-525D-985B-6710-15F71BC4BFD2}"/>
                    </a:ext>
                  </a:extLst>
                </p14:cNvPr>
                <p14:cNvContentPartPr/>
                <p14:nvPr/>
              </p14:nvContentPartPr>
              <p14:xfrm>
                <a:off x="10710387" y="5367840"/>
                <a:ext cx="265320" cy="136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5DEC01-525D-985B-6710-15F71BC4BF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92387" y="5349840"/>
                  <a:ext cx="300960" cy="1724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51B3A79-30A4-D458-6DB2-9983E00E529C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2082800" y="4110775"/>
            <a:ext cx="10109200" cy="29425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98431E-C3AE-F92C-3551-945D0EE30987}"/>
              </a:ext>
            </a:extLst>
          </p:cNvPr>
          <p:cNvCxnSpPr>
            <a:cxnSpLocks/>
          </p:cNvCxnSpPr>
          <p:nvPr/>
        </p:nvCxnSpPr>
        <p:spPr>
          <a:xfrm>
            <a:off x="2082353" y="4140200"/>
            <a:ext cx="10109200" cy="29425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47A7757-B610-FAC6-BD51-B6BD9ACE045F}"/>
              </a:ext>
            </a:extLst>
          </p:cNvPr>
          <p:cNvGrpSpPr/>
          <p:nvPr/>
        </p:nvGrpSpPr>
        <p:grpSpPr>
          <a:xfrm>
            <a:off x="9187755" y="5021325"/>
            <a:ext cx="46080" cy="7920"/>
            <a:chOff x="9187755" y="5021325"/>
            <a:chExt cx="46080" cy="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562EB3-B68E-0076-3BF6-45A3847B05D6}"/>
                    </a:ext>
                  </a:extLst>
                </p14:cNvPr>
                <p14:cNvContentPartPr/>
                <p14:nvPr/>
              </p14:nvContentPartPr>
              <p14:xfrm>
                <a:off x="9187755" y="5021325"/>
                <a:ext cx="38520" cy="7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562EB3-B68E-0076-3BF6-45A3847B05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81635" y="5015205"/>
                  <a:ext cx="507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F0512B5-FD0E-D822-EC57-380E63D6D085}"/>
                    </a:ext>
                  </a:extLst>
                </p14:cNvPr>
                <p14:cNvContentPartPr/>
                <p14:nvPr/>
              </p14:nvContentPartPr>
              <p14:xfrm>
                <a:off x="9216195" y="5023485"/>
                <a:ext cx="17640" cy="4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F0512B5-FD0E-D822-EC57-380E63D6D0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10075" y="5017365"/>
                  <a:ext cx="2988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DCCDC2D-A894-AEB3-8062-4AD5B33FFE80}"/>
              </a:ext>
            </a:extLst>
          </p:cNvPr>
          <p:cNvGrpSpPr/>
          <p:nvPr/>
        </p:nvGrpSpPr>
        <p:grpSpPr>
          <a:xfrm>
            <a:off x="8587635" y="5385285"/>
            <a:ext cx="44280" cy="7920"/>
            <a:chOff x="8587635" y="5385285"/>
            <a:chExt cx="44280" cy="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FE9F35-72A9-9B99-B4B2-80CC2E9A6EDC}"/>
                    </a:ext>
                  </a:extLst>
                </p14:cNvPr>
                <p14:cNvContentPartPr/>
                <p14:nvPr/>
              </p14:nvContentPartPr>
              <p14:xfrm>
                <a:off x="8593395" y="5385285"/>
                <a:ext cx="38520" cy="4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FE9F35-72A9-9B99-B4B2-80CC2E9A6E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87275" y="5379165"/>
                  <a:ext cx="507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B714BB6-C02D-75F8-85B6-8F3B7F556FAD}"/>
                    </a:ext>
                  </a:extLst>
                </p14:cNvPr>
                <p14:cNvContentPartPr/>
                <p14:nvPr/>
              </p14:nvContentPartPr>
              <p14:xfrm>
                <a:off x="8587635" y="5392845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B714BB6-C02D-75F8-85B6-8F3B7F556F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81515" y="538672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69BD60F-54D8-BF23-F3A0-1CEC8CF44BB0}"/>
              </a:ext>
            </a:extLst>
          </p:cNvPr>
          <p:cNvGrpSpPr/>
          <p:nvPr/>
        </p:nvGrpSpPr>
        <p:grpSpPr>
          <a:xfrm>
            <a:off x="8894355" y="6130215"/>
            <a:ext cx="49680" cy="9720"/>
            <a:chOff x="8894355" y="6130215"/>
            <a:chExt cx="49680" cy="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9BFBC8-1229-C7FD-D6CA-CE4B9031B53D}"/>
                    </a:ext>
                  </a:extLst>
                </p14:cNvPr>
                <p14:cNvContentPartPr/>
                <p14:nvPr/>
              </p14:nvContentPartPr>
              <p14:xfrm>
                <a:off x="8896155" y="6130215"/>
                <a:ext cx="47880" cy="6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9BFBC8-1229-C7FD-D6CA-CE4B9031B5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90035" y="6124095"/>
                  <a:ext cx="60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CCF25C2-6452-FD70-8F8F-14BF0333B54A}"/>
                    </a:ext>
                  </a:extLst>
                </p14:cNvPr>
                <p14:cNvContentPartPr/>
                <p14:nvPr/>
              </p14:nvContentPartPr>
              <p14:xfrm>
                <a:off x="8894355" y="6139575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CCF25C2-6452-FD70-8F8F-14BF0333B54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88235" y="61334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C021242-481B-F376-290C-355D2EF6E23F}"/>
                  </a:ext>
                </a:extLst>
              </p14:cNvPr>
              <p14:cNvContentPartPr/>
              <p14:nvPr/>
            </p14:nvContentPartPr>
            <p14:xfrm>
              <a:off x="9471435" y="6131655"/>
              <a:ext cx="60840" cy="1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C021242-481B-F376-290C-355D2EF6E23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465315" y="6125535"/>
                <a:ext cx="73080" cy="1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436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D7369E-F69F-4188-315E-65994DA2C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0" y="690491"/>
            <a:ext cx="2095792" cy="57158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6AA27FA2-588E-AC22-7FC9-F9DF23F9A486}"/>
              </a:ext>
            </a:extLst>
          </p:cNvPr>
          <p:cNvSpPr/>
          <p:nvPr/>
        </p:nvSpPr>
        <p:spPr>
          <a:xfrm>
            <a:off x="2294432" y="878959"/>
            <a:ext cx="743374" cy="1946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BA61D-4408-F1EB-39AE-5A0A02CB29A9}"/>
              </a:ext>
            </a:extLst>
          </p:cNvPr>
          <p:cNvSpPr txBox="1"/>
          <p:nvPr/>
        </p:nvSpPr>
        <p:spPr>
          <a:xfrm>
            <a:off x="-91440" y="4675658"/>
            <a:ext cx="1228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dirty="0"/>
              <a:t>: </a:t>
            </a:r>
            <a:r>
              <a:rPr lang="en-US" dirty="0"/>
              <a:t>Unless otherwise specified, new tensors are stored in main memory and designated for CPU-based computation !</a:t>
            </a: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281B2E-51FF-C6C8-BF26-22B05421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0" y="1682662"/>
            <a:ext cx="6884330" cy="10988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53B37A-F8ED-0853-85BD-2D17556B3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796" y="1765286"/>
            <a:ext cx="2086266" cy="9335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2B11E5-3778-510B-44AA-71F7C5E07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0" y="3010228"/>
            <a:ext cx="3045507" cy="151873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D7EF459-9A70-14FB-C165-B4ABC2D16300}"/>
              </a:ext>
            </a:extLst>
          </p:cNvPr>
          <p:cNvSpPr txBox="1"/>
          <p:nvPr/>
        </p:nvSpPr>
        <p:spPr>
          <a:xfrm>
            <a:off x="3230443" y="750171"/>
            <a:ext cx="8955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NOTE</a:t>
            </a:r>
            <a:r>
              <a:rPr lang="en-US" sz="2400" dirty="0"/>
              <a:t>: </a:t>
            </a:r>
            <a:r>
              <a:rPr lang="en-US" sz="2200" dirty="0"/>
              <a:t>although it's called </a:t>
            </a:r>
            <a:r>
              <a:rPr lang="en-US" sz="2200" dirty="0" err="1"/>
              <a:t>PyTorch</a:t>
            </a:r>
            <a:r>
              <a:rPr lang="en-US" sz="2200" dirty="0"/>
              <a:t>, we should import </a:t>
            </a:r>
            <a:r>
              <a:rPr lang="en-US" sz="2200" b="1" dirty="0"/>
              <a:t>torch</a:t>
            </a:r>
            <a:r>
              <a:rPr lang="en-US" sz="2200" dirty="0"/>
              <a:t>, not </a:t>
            </a:r>
            <a:r>
              <a:rPr lang="en-US" sz="2200" b="1" dirty="0" err="1"/>
              <a:t>pytorch</a:t>
            </a:r>
            <a:r>
              <a:rPr lang="en-US" sz="2200" dirty="0"/>
              <a:t>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6B21308-EFCB-2EBB-0401-430FB5956B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780" y="5584486"/>
            <a:ext cx="2076740" cy="5620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757DE58-EFE9-3153-1A26-3A422C7CB4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914" y="5403487"/>
            <a:ext cx="2133898" cy="924054"/>
          </a:xfrm>
          <a:prstGeom prst="rect">
            <a:avLst/>
          </a:prstGeom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7E3EDD12-04DF-CB7E-DB20-6F972EA4C04B}"/>
              </a:ext>
            </a:extLst>
          </p:cNvPr>
          <p:cNvSpPr/>
          <p:nvPr/>
        </p:nvSpPr>
        <p:spPr>
          <a:xfrm>
            <a:off x="3018071" y="562319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491C221-9040-0A36-2CE8-9610EB14518A}"/>
              </a:ext>
            </a:extLst>
          </p:cNvPr>
          <p:cNvSpPr/>
          <p:nvPr/>
        </p:nvSpPr>
        <p:spPr>
          <a:xfrm>
            <a:off x="6729812" y="562319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FA5E4E4-156B-B12E-A6FE-A5FB9FB90B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695" y="5373909"/>
            <a:ext cx="3267531" cy="9812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5FD9E00-04B1-F568-20D4-97BCA4BAC07A}"/>
                  </a:ext>
                </a:extLst>
              </p14:cNvPr>
              <p14:cNvContentPartPr/>
              <p14:nvPr/>
            </p14:nvContentPartPr>
            <p14:xfrm>
              <a:off x="475280" y="3085840"/>
              <a:ext cx="969120" cy="247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5FD9E00-04B1-F568-20D4-97BCA4BAC07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7280" y="3068200"/>
                <a:ext cx="1004760" cy="28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8561552-460B-02DF-E18A-E105AAD2BF81}"/>
              </a:ext>
            </a:extLst>
          </p:cNvPr>
          <p:cNvGrpSpPr/>
          <p:nvPr/>
        </p:nvGrpSpPr>
        <p:grpSpPr>
          <a:xfrm>
            <a:off x="1249280" y="1736200"/>
            <a:ext cx="7185240" cy="2451960"/>
            <a:chOff x="1249280" y="1736200"/>
            <a:chExt cx="7185240" cy="245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B524110-B19A-25EC-09EE-FC7B29736F63}"/>
                    </a:ext>
                  </a:extLst>
                </p14:cNvPr>
                <p14:cNvContentPartPr/>
                <p14:nvPr/>
              </p14:nvContentPartPr>
              <p14:xfrm>
                <a:off x="7181720" y="1736200"/>
                <a:ext cx="1252800" cy="347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B524110-B19A-25EC-09EE-FC7B29736F6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64080" y="1718200"/>
                  <a:ext cx="128844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F553ED-69F9-157F-D12F-743EB58CA7BB}"/>
                    </a:ext>
                  </a:extLst>
                </p14:cNvPr>
                <p14:cNvContentPartPr/>
                <p14:nvPr/>
              </p14:nvContentPartPr>
              <p14:xfrm>
                <a:off x="7294400" y="2103040"/>
                <a:ext cx="488880" cy="130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F553ED-69F9-157F-D12F-743EB58CA7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76760" y="2085040"/>
                  <a:ext cx="524520" cy="13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33A4F6-8EB0-1D95-B7FA-FA96010EFFB5}"/>
                    </a:ext>
                  </a:extLst>
                </p14:cNvPr>
                <p14:cNvContentPartPr/>
                <p14:nvPr/>
              </p14:nvContentPartPr>
              <p14:xfrm>
                <a:off x="7599320" y="3270160"/>
                <a:ext cx="217800" cy="215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33A4F6-8EB0-1D95-B7FA-FA96010EFFB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581680" y="3252160"/>
                  <a:ext cx="2534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B1E1B0C-FACB-4991-AF7F-3112F4ED43BE}"/>
                    </a:ext>
                  </a:extLst>
                </p14:cNvPr>
                <p14:cNvContentPartPr/>
                <p14:nvPr/>
              </p14:nvContentPartPr>
              <p14:xfrm>
                <a:off x="8087120" y="3322000"/>
                <a:ext cx="10080" cy="609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B1E1B0C-FACB-4991-AF7F-3112F4ED43B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69120" y="3304360"/>
                  <a:ext cx="4572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275C985-133D-E2F6-2362-D46D63C057B2}"/>
                    </a:ext>
                  </a:extLst>
                </p14:cNvPr>
                <p14:cNvContentPartPr/>
                <p14:nvPr/>
              </p14:nvContentPartPr>
              <p14:xfrm>
                <a:off x="8004320" y="4062160"/>
                <a:ext cx="106560" cy="126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275C985-133D-E2F6-2362-D46D63C057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86320" y="4044160"/>
                  <a:ext cx="142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445339-3B9C-3D8B-E447-76FE1BA8324D}"/>
                    </a:ext>
                  </a:extLst>
                </p14:cNvPr>
                <p14:cNvContentPartPr/>
                <p14:nvPr/>
              </p14:nvContentPartPr>
              <p14:xfrm>
                <a:off x="1249280" y="2945080"/>
                <a:ext cx="6177600" cy="477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445339-3B9C-3D8B-E447-76FE1BA832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31640" y="2927440"/>
                  <a:ext cx="621324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B6AA53-A5AC-35E5-80DA-B57179A71A94}"/>
                    </a:ext>
                  </a:extLst>
                </p14:cNvPr>
                <p14:cNvContentPartPr/>
                <p14:nvPr/>
              </p14:nvContentPartPr>
              <p14:xfrm>
                <a:off x="7326080" y="3342160"/>
                <a:ext cx="198720" cy="153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B6AA53-A5AC-35E5-80DA-B57179A71A9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08440" y="3324520"/>
                  <a:ext cx="234360" cy="18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14744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78801-E9D2-5F17-82FC-500525185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" y="0"/>
            <a:ext cx="1187196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CUDA is a special technology from NVIDIA that allows its GPUs to do more than just graphics. </a:t>
            </a:r>
          </a:p>
          <a:p>
            <a:r>
              <a:rPr lang="en-US" sz="2400" dirty="0"/>
              <a:t>normally, GPUs are used to render images or videos, but CUDA turns them into powerful calculators. </a:t>
            </a:r>
          </a:p>
          <a:p>
            <a:r>
              <a:rPr lang="en-US" sz="2400" dirty="0"/>
              <a:t>this is helpful for tasks like training AI models, where we need to do a huge number of calculations very quickly.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E4F8DE-2BDA-68DB-F754-F99A15B32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3" y="2713101"/>
            <a:ext cx="5532128" cy="41154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5D7293-3604-04AF-4C1B-F1D9B3327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555" y="3001965"/>
            <a:ext cx="2750861" cy="14830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D6F69D-8C79-5011-0403-30FA3A2FF5D0}"/>
              </a:ext>
            </a:extLst>
          </p:cNvPr>
          <p:cNvSpPr txBox="1"/>
          <p:nvPr/>
        </p:nvSpPr>
        <p:spPr>
          <a:xfrm>
            <a:off x="7511326" y="3196245"/>
            <a:ext cx="9475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+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1B9D15-BFA5-240C-3232-F312DDE4E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892" y="2629667"/>
            <a:ext cx="2094370" cy="11486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2E3591-B2E6-1D42-AE77-3E69CD5CD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892" y="3762581"/>
            <a:ext cx="2094370" cy="10082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0ED116-0AA2-65FF-F861-8386F6339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225" y="5037797"/>
            <a:ext cx="2750861" cy="14830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5C52A7-B894-2E62-E84B-E5E4A8FBA5AB}"/>
              </a:ext>
            </a:extLst>
          </p:cNvPr>
          <p:cNvSpPr txBox="1"/>
          <p:nvPr/>
        </p:nvSpPr>
        <p:spPr>
          <a:xfrm>
            <a:off x="7511325" y="5225310"/>
            <a:ext cx="9475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+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4044D3-88CE-6697-4EB1-AB47A20CBC5E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1882573" y="4770838"/>
            <a:ext cx="10149407" cy="21079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CB21F2D0-46B2-36EA-6A72-B6458FD4DD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515" y="4856870"/>
            <a:ext cx="3519125" cy="19814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0C35634-8659-63B7-6FBD-E2928A1AB4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7262" y="2629666"/>
            <a:ext cx="1605282" cy="11247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8D78292-4756-7519-A72D-541AC2762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7262" y="3750243"/>
            <a:ext cx="1018595" cy="101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22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CE65-B4B5-E713-F851-7D7451F70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5275"/>
            <a:ext cx="10515600" cy="1325563"/>
          </a:xfrm>
        </p:spPr>
        <p:txBody>
          <a:bodyPr/>
          <a:lstStyle/>
          <a:p>
            <a:r>
              <a:rPr lang="en-US" dirty="0"/>
              <a:t>Many ways to create tensors…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467F9-7C2A-36EA-0929-2351E19AB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3248"/>
            <a:ext cx="2956560" cy="2296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4EF3AC-796B-D38F-8DF5-D3BB495B8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485" y="1523248"/>
            <a:ext cx="5410955" cy="1476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094CB8-C0D4-203A-ED00-36992C119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637" y="4834148"/>
            <a:ext cx="7542690" cy="16580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418FB3-DEAC-3CD4-5FF0-9FE19452E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073" y="1542723"/>
            <a:ext cx="3038899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7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A6F13-470E-7B86-8E7C-A76EDF91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4795"/>
            <a:ext cx="10515600" cy="1325563"/>
          </a:xfrm>
        </p:spPr>
        <p:txBody>
          <a:bodyPr/>
          <a:lstStyle/>
          <a:p>
            <a:r>
              <a:rPr lang="en-US" dirty="0"/>
              <a:t>Many mathematical operations…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8B0BA-46B4-80F5-31A6-36B691C3F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3" y="1368884"/>
            <a:ext cx="8268854" cy="2514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16D5BA-1C12-A695-EA8D-010DD326A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13" y="4364290"/>
            <a:ext cx="7103381" cy="1010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DE27F3-70C1-B5C5-AD4E-68158F72B113}"/>
              </a:ext>
            </a:extLst>
          </p:cNvPr>
          <p:cNvSpPr txBox="1"/>
          <p:nvPr/>
        </p:nvSpPr>
        <p:spPr>
          <a:xfrm>
            <a:off x="5069840" y="6014720"/>
            <a:ext cx="5445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Ok, maybe not so many 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5EA7E6-1F9B-13F3-4C0E-CE2A9764D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408" y="6060815"/>
            <a:ext cx="492792" cy="45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4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C6B7-4603-2EE4-3F8E-F8F604F6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" y="-224155"/>
            <a:ext cx="10515600" cy="1325563"/>
          </a:xfrm>
        </p:spPr>
        <p:txBody>
          <a:bodyPr/>
          <a:lstStyle/>
          <a:p>
            <a:r>
              <a:rPr lang="en-US" dirty="0"/>
              <a:t>Other useful stuffs…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C19F-17CB-D995-E4DB-0FE132180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01408"/>
            <a:ext cx="10515600" cy="4351338"/>
          </a:xfrm>
        </p:spPr>
        <p:txBody>
          <a:bodyPr/>
          <a:lstStyle/>
          <a:p>
            <a:r>
              <a:rPr lang="en-US" dirty="0"/>
              <a:t>converting from </a:t>
            </a:r>
            <a:r>
              <a:rPr lang="en-US" i="1" dirty="0" err="1"/>
              <a:t>numpy</a:t>
            </a:r>
            <a:r>
              <a:rPr lang="en-US" i="1" dirty="0"/>
              <a:t> array </a:t>
            </a:r>
            <a:r>
              <a:rPr lang="en-US" dirty="0"/>
              <a:t>to </a:t>
            </a:r>
            <a:r>
              <a:rPr lang="en-US" i="1" dirty="0"/>
              <a:t>tensor</a:t>
            </a:r>
            <a:r>
              <a:rPr lang="en-US" dirty="0"/>
              <a:t> (or </a:t>
            </a:r>
            <a:r>
              <a:rPr lang="en-US" dirty="0" err="1"/>
              <a:t>viceversa</a:t>
            </a:r>
            <a:r>
              <a:rPr lang="en-US" dirty="0"/>
              <a:t>):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concatenating 2 tensors on different axis: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2CF54-99BA-A1D1-6A99-D1B7B11B2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717" y="1688059"/>
            <a:ext cx="6992326" cy="1267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8699C-3E12-70C1-95D0-8B5883CBE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" y="4055263"/>
            <a:ext cx="3947160" cy="2229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A414F4-EB9F-9415-429D-501974BD9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905" y="3786497"/>
            <a:ext cx="6089231" cy="1552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A4C38F-8827-3F7B-A9ED-E5BFF5AB5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905" y="5420670"/>
            <a:ext cx="6773276" cy="135763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8914AC-56BE-B17F-E19E-8C5155BBEDA0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4094480" y="4562841"/>
            <a:ext cx="1148425" cy="607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5E7F2C-219E-2402-5339-377DF1D7A7E6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4094480" y="5169941"/>
            <a:ext cx="1148425" cy="9295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435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1128C-8CF6-9E19-B764-10C4CEDC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8255"/>
            <a:ext cx="11216640" cy="1325563"/>
          </a:xfrm>
        </p:spPr>
        <p:txBody>
          <a:bodyPr/>
          <a:lstStyle/>
          <a:p>
            <a:r>
              <a:rPr lang="en-US" dirty="0"/>
              <a:t>Otherwise we have the same operations as with </a:t>
            </a:r>
            <a:r>
              <a:rPr lang="en-US" dirty="0" err="1"/>
              <a:t>numpy</a:t>
            </a:r>
            <a:r>
              <a:rPr lang="en-US" dirty="0"/>
              <a:t> arrays…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49AEA9-FBFF-6BB2-8215-E224D9C9C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11" y="1605163"/>
            <a:ext cx="6468378" cy="1676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66EA97-1C90-1DBA-DF7B-C35A83C5D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11" y="3543142"/>
            <a:ext cx="6973273" cy="1247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ADCF71-B138-B14E-637B-F22C23295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11" y="5039269"/>
            <a:ext cx="3610479" cy="18004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E2194F-06AB-7C18-4B54-20B74F310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985" y="5067848"/>
            <a:ext cx="3562847" cy="17433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9756612-53C0-D566-3A33-D038C2DE97F0}"/>
              </a:ext>
            </a:extLst>
          </p:cNvPr>
          <p:cNvGrpSpPr/>
          <p:nvPr/>
        </p:nvGrpSpPr>
        <p:grpSpPr>
          <a:xfrm>
            <a:off x="893600" y="3291760"/>
            <a:ext cx="7335360" cy="233640"/>
            <a:chOff x="893600" y="3291760"/>
            <a:chExt cx="733536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1671E0-FEE6-6437-7F7D-4AAD0049B70B}"/>
                    </a:ext>
                  </a:extLst>
                </p14:cNvPr>
                <p14:cNvContentPartPr/>
                <p14:nvPr/>
              </p14:nvContentPartPr>
              <p14:xfrm>
                <a:off x="893600" y="3411640"/>
                <a:ext cx="7050240" cy="113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1671E0-FEE6-6437-7F7D-4AAD0049B7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5960" y="3393640"/>
                  <a:ext cx="7085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3DA0807-09F4-DECE-FF84-9F85446381ED}"/>
                    </a:ext>
                  </a:extLst>
                </p14:cNvPr>
                <p14:cNvContentPartPr/>
                <p14:nvPr/>
              </p14:nvContentPartPr>
              <p14:xfrm>
                <a:off x="7812800" y="3291760"/>
                <a:ext cx="416160" cy="199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3DA0807-09F4-DECE-FF84-9F85446381E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95160" y="3274120"/>
                  <a:ext cx="451800" cy="235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3AD4187-DB19-A48A-EA48-C1AA9D6B1CDF}"/>
              </a:ext>
            </a:extLst>
          </p:cNvPr>
          <p:cNvSpPr txBox="1"/>
          <p:nvPr/>
        </p:nvSpPr>
        <p:spPr>
          <a:xfrm>
            <a:off x="8196291" y="3206814"/>
            <a:ext cx="3102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select the last element</a:t>
            </a:r>
          </a:p>
        </p:txBody>
      </p:sp>
    </p:spTree>
    <p:extLst>
      <p:ext uri="{BB962C8B-B14F-4D97-AF65-F5344CB8AC3E}">
        <p14:creationId xmlns:p14="http://schemas.microsoft.com/office/powerpoint/2010/main" val="1278100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6" y="251089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2) </a:t>
            </a:r>
            <a:r>
              <a:rPr lang="en-US" sz="6000" dirty="0"/>
              <a:t>Linear algebra in </a:t>
            </a:r>
            <a:r>
              <a:rPr lang="en-US" sz="6000" dirty="0" err="1"/>
              <a:t>PyTorch</a:t>
            </a:r>
            <a:br>
              <a:rPr lang="en-US" sz="6000" dirty="0"/>
            </a:b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111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892ADB-772A-B51F-121E-04B951783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76" y="11880"/>
            <a:ext cx="4105848" cy="2248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69CC10-2CBC-DA60-CB46-A094F24A3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124" y="196812"/>
            <a:ext cx="3600953" cy="184810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2FC8DDC-DF74-CCA9-52D8-6F4E4C4B1793}"/>
              </a:ext>
            </a:extLst>
          </p:cNvPr>
          <p:cNvSpPr/>
          <p:nvPr/>
        </p:nvSpPr>
        <p:spPr>
          <a:xfrm>
            <a:off x="4784470" y="87855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B167C2-7730-0BBF-7953-7A4A10E4D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76" y="2469604"/>
            <a:ext cx="8068801" cy="234347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2D025C8-B4B2-69BF-5235-45DD7BF6E118}"/>
              </a:ext>
            </a:extLst>
          </p:cNvPr>
          <p:cNvGrpSpPr/>
          <p:nvPr/>
        </p:nvGrpSpPr>
        <p:grpSpPr>
          <a:xfrm>
            <a:off x="538640" y="3117982"/>
            <a:ext cx="8232480" cy="401760"/>
            <a:chOff x="538640" y="3799720"/>
            <a:chExt cx="8232480" cy="40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E08D285-C62D-1E00-3170-06D9133A8946}"/>
                    </a:ext>
                  </a:extLst>
                </p14:cNvPr>
                <p14:cNvContentPartPr/>
                <p14:nvPr/>
              </p14:nvContentPartPr>
              <p14:xfrm>
                <a:off x="538640" y="3799720"/>
                <a:ext cx="8096400" cy="276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E08D285-C62D-1E00-3170-06D9133A894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0640" y="3782080"/>
                  <a:ext cx="81320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8C00EC-AEDF-5289-6C3C-07F5CF0D5A6A}"/>
                    </a:ext>
                  </a:extLst>
                </p14:cNvPr>
                <p14:cNvContentPartPr/>
                <p14:nvPr/>
              </p14:nvContentPartPr>
              <p14:xfrm>
                <a:off x="8504360" y="3931840"/>
                <a:ext cx="266760" cy="269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8C00EC-AEDF-5289-6C3C-07F5CF0D5A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86360" y="3913840"/>
                  <a:ext cx="302400" cy="305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6978AF7-414B-F166-777B-8920706DDE76}"/>
              </a:ext>
            </a:extLst>
          </p:cNvPr>
          <p:cNvSpPr txBox="1"/>
          <p:nvPr/>
        </p:nvSpPr>
        <p:spPr>
          <a:xfrm>
            <a:off x="8852400" y="3075057"/>
            <a:ext cx="1717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elementwise multiplication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9B3BF0-A998-4560-2620-8333326CEE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476" y="5237765"/>
            <a:ext cx="3620056" cy="12604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06AC99-B758-469E-5D3D-36C54B2637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6288" y="5237765"/>
            <a:ext cx="4010585" cy="12288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CD040C7-DAD0-1FB4-23A9-89117D123E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71629" y="5343725"/>
            <a:ext cx="1506827" cy="425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EECA96-FB7B-37B0-98DF-20901B4E40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1629" y="5769317"/>
            <a:ext cx="1506827" cy="352474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2E7AB3-F2B6-2BF1-3162-D56D69365997}"/>
              </a:ext>
            </a:extLst>
          </p:cNvPr>
          <p:cNvCxnSpPr/>
          <p:nvPr/>
        </p:nvCxnSpPr>
        <p:spPr>
          <a:xfrm>
            <a:off x="0" y="234696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6994F1-1452-3441-5C4F-721F78AA66CC}"/>
              </a:ext>
            </a:extLst>
          </p:cNvPr>
          <p:cNvCxnSpPr/>
          <p:nvPr/>
        </p:nvCxnSpPr>
        <p:spPr>
          <a:xfrm>
            <a:off x="0" y="499872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506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F1D79F-3DB1-A5F0-2CE9-2074E6E10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06" y="1673407"/>
            <a:ext cx="4105848" cy="22482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265851-ABD1-3EF9-DDE2-2D5C8BF5D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40" y="1673407"/>
            <a:ext cx="3001257" cy="22482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BCE38E-4CD8-EBCE-76F8-8480A8607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253" y="4703941"/>
            <a:ext cx="2981741" cy="19814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2A294E-5CE6-AF1F-8007-4E8E3545B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637" y="4732519"/>
            <a:ext cx="3019846" cy="1924319"/>
          </a:xfrm>
          <a:prstGeom prst="rect">
            <a:avLst/>
          </a:prstGeom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57C79CBF-D05C-3225-7360-90730D2FA184}"/>
              </a:ext>
            </a:extLst>
          </p:cNvPr>
          <p:cNvSpPr/>
          <p:nvPr/>
        </p:nvSpPr>
        <p:spPr>
          <a:xfrm rot="16200000">
            <a:off x="5362935" y="-62508"/>
            <a:ext cx="213360" cy="8507017"/>
          </a:xfrm>
          <a:prstGeom prst="lef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515E079C-4277-2837-E4EE-17DBB3DD8F20}"/>
              </a:ext>
            </a:extLst>
          </p:cNvPr>
          <p:cNvSpPr/>
          <p:nvPr/>
        </p:nvSpPr>
        <p:spPr>
          <a:xfrm>
            <a:off x="5158739" y="5452362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EEFBCD8-517D-DEAF-11B3-FCB1B700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8255"/>
            <a:ext cx="11216640" cy="1325563"/>
          </a:xfrm>
        </p:spPr>
        <p:txBody>
          <a:bodyPr/>
          <a:lstStyle/>
          <a:p>
            <a:r>
              <a:rPr lang="en-US" dirty="0"/>
              <a:t>Matrix-matrix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120017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850F4C9-D338-D152-FE85-6AFAEC4A2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78" y="1692104"/>
            <a:ext cx="3496163" cy="1228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8CD2D1-3E0F-6824-74E0-66D0E108A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78" y="3498790"/>
            <a:ext cx="2286319" cy="876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0F7F50-D580-B4A9-6E0B-D53F645B8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278" y="5060566"/>
            <a:ext cx="3696216" cy="943107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D35A44C0-DF3E-5A88-37BD-E51473E59A1B}"/>
              </a:ext>
            </a:extLst>
          </p:cNvPr>
          <p:cNvSpPr/>
          <p:nvPr/>
        </p:nvSpPr>
        <p:spPr>
          <a:xfrm>
            <a:off x="4907280" y="20642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9D782B2-E4F1-C1C4-42B7-F821FD1DD704}"/>
              </a:ext>
            </a:extLst>
          </p:cNvPr>
          <p:cNvSpPr/>
          <p:nvPr/>
        </p:nvSpPr>
        <p:spPr>
          <a:xfrm>
            <a:off x="4012237" y="369468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CDEB8DD-8B8F-822B-CD9E-54EB74F2FA04}"/>
              </a:ext>
            </a:extLst>
          </p:cNvPr>
          <p:cNvSpPr/>
          <p:nvPr/>
        </p:nvSpPr>
        <p:spPr>
          <a:xfrm>
            <a:off x="5117592" y="528980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35AC7A-F51A-F0C9-A08B-F836D7FA31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054" y="1768314"/>
            <a:ext cx="2124371" cy="10764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1283986-3F91-D1C7-26A6-2FCE78C17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9605" y="3511922"/>
            <a:ext cx="1952898" cy="8859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96E10A1-B908-F5A4-54E8-95A6108A85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054" y="4874802"/>
            <a:ext cx="2800741" cy="131463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709B3EF-0FEF-F66D-0E49-B8B760551643}"/>
              </a:ext>
            </a:extLst>
          </p:cNvPr>
          <p:cNvSpPr txBox="1"/>
          <p:nvPr/>
        </p:nvSpPr>
        <p:spPr>
          <a:xfrm>
            <a:off x="8974667" y="2044941"/>
            <a:ext cx="1862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l</a:t>
            </a:r>
            <a:r>
              <a:rPr lang="en-US" sz="2800" baseline="-25000" dirty="0"/>
              <a:t>1 </a:t>
            </a:r>
            <a:r>
              <a:rPr lang="en-US" sz="2800" dirty="0"/>
              <a:t>norm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16FA37-D856-3D2D-F303-E6B3BD6A319B}"/>
              </a:ext>
            </a:extLst>
          </p:cNvPr>
          <p:cNvSpPr txBox="1"/>
          <p:nvPr/>
        </p:nvSpPr>
        <p:spPr>
          <a:xfrm>
            <a:off x="7846424" y="3675391"/>
            <a:ext cx="1862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l</a:t>
            </a:r>
            <a:r>
              <a:rPr lang="en-US" sz="2800" baseline="-25000" dirty="0"/>
              <a:t>2 </a:t>
            </a:r>
            <a:r>
              <a:rPr lang="en-US" sz="2800" dirty="0"/>
              <a:t>norm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6D82AB-721C-4505-781E-BD3CD1362BBF}"/>
              </a:ext>
            </a:extLst>
          </p:cNvPr>
          <p:cNvSpPr txBox="1"/>
          <p:nvPr/>
        </p:nvSpPr>
        <p:spPr>
          <a:xfrm>
            <a:off x="9406467" y="5270508"/>
            <a:ext cx="2709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Frobenius</a:t>
            </a:r>
            <a:r>
              <a:rPr lang="en-US" sz="2800" dirty="0"/>
              <a:t> norm</a:t>
            </a:r>
          </a:p>
        </p:txBody>
      </p:sp>
    </p:spTree>
    <p:extLst>
      <p:ext uri="{BB962C8B-B14F-4D97-AF65-F5344CB8AC3E}">
        <p14:creationId xmlns:p14="http://schemas.microsoft.com/office/powerpoint/2010/main" val="3454935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532" y="2561696"/>
            <a:ext cx="1081193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3) </a:t>
            </a:r>
            <a:r>
              <a:rPr lang="en-US" sz="6000" dirty="0"/>
              <a:t>Automatic differentiation in </a:t>
            </a:r>
            <a:r>
              <a:rPr lang="en-US" sz="6000" dirty="0" err="1"/>
              <a:t>PyTorch</a:t>
            </a:r>
            <a:br>
              <a:rPr lang="en-US" sz="6000" dirty="0"/>
            </a:br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073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E851B5-4C2C-0024-1A5D-951F48B84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543" y="30024"/>
            <a:ext cx="3509524" cy="2111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10FCC4-3EF8-51BF-F5A2-99E158B90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651" y="2440773"/>
            <a:ext cx="3681307" cy="2158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85A03A-8308-BE18-8BD9-40F1CAA72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767" y="4666620"/>
            <a:ext cx="3788274" cy="21913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D8A2CC-788B-56D8-C011-D0FC7FC45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793" y="425817"/>
            <a:ext cx="3791479" cy="23148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E7881D-4EFF-9F4A-537D-2A68BC997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1082" y="3076201"/>
            <a:ext cx="3176518" cy="37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63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FBF255-3F5E-A132-6DF3-583614C02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2608729"/>
            <a:ext cx="10337800" cy="2432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FD7A24-521A-6F91-8416-7641FE858162}"/>
              </a:ext>
            </a:extLst>
          </p:cNvPr>
          <p:cNvSpPr txBox="1"/>
          <p:nvPr/>
        </p:nvSpPr>
        <p:spPr>
          <a:xfrm>
            <a:off x="694266" y="2118196"/>
            <a:ext cx="987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…one of the best video explaining backpropagation: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EF023-8C8F-1B34-F1BD-A1E3C0705E63}"/>
              </a:ext>
            </a:extLst>
          </p:cNvPr>
          <p:cNvSpPr txBox="1"/>
          <p:nvPr/>
        </p:nvSpPr>
        <p:spPr>
          <a:xfrm>
            <a:off x="787399" y="5162354"/>
            <a:ext cx="7357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Andrej </a:t>
            </a:r>
            <a:r>
              <a:rPr lang="en-US" b="1" dirty="0" err="1"/>
              <a:t>Karpathy</a:t>
            </a:r>
            <a:r>
              <a:rPr lang="en-US" dirty="0"/>
              <a:t> – co-founded OpenAI</a:t>
            </a:r>
          </a:p>
        </p:txBody>
      </p:sp>
    </p:spTree>
    <p:extLst>
      <p:ext uri="{BB962C8B-B14F-4D97-AF65-F5344CB8AC3E}">
        <p14:creationId xmlns:p14="http://schemas.microsoft.com/office/powerpoint/2010/main" val="1858365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DCEB-9266-A5F8-2900-9253ED62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267" y="-402025"/>
            <a:ext cx="10515600" cy="1325563"/>
          </a:xfrm>
        </p:spPr>
        <p:txBody>
          <a:bodyPr/>
          <a:lstStyle/>
          <a:p>
            <a:r>
              <a:rPr lang="en-US" dirty="0"/>
              <a:t>Automatic differentiation (</a:t>
            </a:r>
            <a:r>
              <a:rPr lang="en-US" dirty="0">
                <a:solidFill>
                  <a:srgbClr val="FF0000"/>
                </a:solidFill>
              </a:rPr>
              <a:t>back here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F9545-D66D-697F-068B-9A51BB2EB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042" y="572559"/>
            <a:ext cx="1195695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is a computational technique that automatically calculates the derivative of functions with respect to their inputs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D1B70-21E4-E04C-698F-B678330A2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1363549"/>
            <a:ext cx="4130721" cy="54944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34D95D-C27A-9E34-9229-DDE91F729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192" y="1715930"/>
            <a:ext cx="3153215" cy="22577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01C9C6-D1D1-8216-9FD4-30A579AEA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802" y="4270776"/>
            <a:ext cx="3659777" cy="25872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BE9558-4D06-2E0F-71BA-659BF9432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468" y="1715930"/>
            <a:ext cx="3200847" cy="6001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800FA3-F76D-C197-D69D-F82786C8F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468" y="2357541"/>
            <a:ext cx="1819529" cy="6382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DB02400-4E14-5C2D-782A-F4DEB6E22C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2505" y="3108481"/>
            <a:ext cx="3969048" cy="600159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51B3A79-30A4-D458-6DB2-9983E00E529C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2082800" y="4110775"/>
            <a:ext cx="10109200" cy="29425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98431E-C3AE-F92C-3551-945D0EE30987}"/>
              </a:ext>
            </a:extLst>
          </p:cNvPr>
          <p:cNvCxnSpPr>
            <a:cxnSpLocks/>
          </p:cNvCxnSpPr>
          <p:nvPr/>
        </p:nvCxnSpPr>
        <p:spPr>
          <a:xfrm>
            <a:off x="2082353" y="4140200"/>
            <a:ext cx="10109200" cy="29425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47A7757-B610-FAC6-BD51-B6BD9ACE045F}"/>
              </a:ext>
            </a:extLst>
          </p:cNvPr>
          <p:cNvGrpSpPr/>
          <p:nvPr/>
        </p:nvGrpSpPr>
        <p:grpSpPr>
          <a:xfrm>
            <a:off x="9187755" y="5021325"/>
            <a:ext cx="46080" cy="7920"/>
            <a:chOff x="9187755" y="5021325"/>
            <a:chExt cx="46080" cy="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562EB3-B68E-0076-3BF6-45A3847B05D6}"/>
                    </a:ext>
                  </a:extLst>
                </p14:cNvPr>
                <p14:cNvContentPartPr/>
                <p14:nvPr/>
              </p14:nvContentPartPr>
              <p14:xfrm>
                <a:off x="9187755" y="5021325"/>
                <a:ext cx="38520" cy="7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562EB3-B68E-0076-3BF6-45A3847B05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81635" y="5015205"/>
                  <a:ext cx="507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F0512B5-FD0E-D822-EC57-380E63D6D085}"/>
                    </a:ext>
                  </a:extLst>
                </p14:cNvPr>
                <p14:cNvContentPartPr/>
                <p14:nvPr/>
              </p14:nvContentPartPr>
              <p14:xfrm>
                <a:off x="9216195" y="5023485"/>
                <a:ext cx="17640" cy="4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F0512B5-FD0E-D822-EC57-380E63D6D08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10075" y="5017365"/>
                  <a:ext cx="2988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DCCDC2D-A894-AEB3-8062-4AD5B33FFE80}"/>
              </a:ext>
            </a:extLst>
          </p:cNvPr>
          <p:cNvGrpSpPr/>
          <p:nvPr/>
        </p:nvGrpSpPr>
        <p:grpSpPr>
          <a:xfrm>
            <a:off x="8587635" y="5385285"/>
            <a:ext cx="44280" cy="7920"/>
            <a:chOff x="8587635" y="5385285"/>
            <a:chExt cx="44280" cy="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FE9F35-72A9-9B99-B4B2-80CC2E9A6EDC}"/>
                    </a:ext>
                  </a:extLst>
                </p14:cNvPr>
                <p14:cNvContentPartPr/>
                <p14:nvPr/>
              </p14:nvContentPartPr>
              <p14:xfrm>
                <a:off x="8593395" y="5385285"/>
                <a:ext cx="38520" cy="4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FE9F35-72A9-9B99-B4B2-80CC2E9A6E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87275" y="5379165"/>
                  <a:ext cx="507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B714BB6-C02D-75F8-85B6-8F3B7F556FAD}"/>
                    </a:ext>
                  </a:extLst>
                </p14:cNvPr>
                <p14:cNvContentPartPr/>
                <p14:nvPr/>
              </p14:nvContentPartPr>
              <p14:xfrm>
                <a:off x="8587635" y="5392845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B714BB6-C02D-75F8-85B6-8F3B7F556F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81515" y="538672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69BD60F-54D8-BF23-F3A0-1CEC8CF44BB0}"/>
              </a:ext>
            </a:extLst>
          </p:cNvPr>
          <p:cNvGrpSpPr/>
          <p:nvPr/>
        </p:nvGrpSpPr>
        <p:grpSpPr>
          <a:xfrm>
            <a:off x="8894355" y="6130215"/>
            <a:ext cx="49680" cy="9720"/>
            <a:chOff x="8894355" y="6130215"/>
            <a:chExt cx="49680" cy="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9BFBC8-1229-C7FD-D6CA-CE4B9031B53D}"/>
                    </a:ext>
                  </a:extLst>
                </p14:cNvPr>
                <p14:cNvContentPartPr/>
                <p14:nvPr/>
              </p14:nvContentPartPr>
              <p14:xfrm>
                <a:off x="8896155" y="6130215"/>
                <a:ext cx="47880" cy="6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9BFBC8-1229-C7FD-D6CA-CE4B9031B5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90035" y="6124095"/>
                  <a:ext cx="60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CCF25C2-6452-FD70-8F8F-14BF0333B54A}"/>
                    </a:ext>
                  </a:extLst>
                </p14:cNvPr>
                <p14:cNvContentPartPr/>
                <p14:nvPr/>
              </p14:nvContentPartPr>
              <p14:xfrm>
                <a:off x="8894355" y="6139575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CCF25C2-6452-FD70-8F8F-14BF0333B5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88235" y="61334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C021242-481B-F376-290C-355D2EF6E23F}"/>
                  </a:ext>
                </a:extLst>
              </p14:cNvPr>
              <p14:cNvContentPartPr/>
              <p14:nvPr/>
            </p14:nvContentPartPr>
            <p14:xfrm>
              <a:off x="9471435" y="6131655"/>
              <a:ext cx="60840" cy="1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C021242-481B-F376-290C-355D2EF6E23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465315" y="6125535"/>
                <a:ext cx="73080" cy="1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2599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EE304-6503-6092-0863-65B30BFBD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2" y="211666"/>
            <a:ext cx="11616267" cy="664633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differentiation is a crucial step in nearly all deep learning problems</a:t>
            </a:r>
          </a:p>
          <a:p>
            <a:endParaRPr lang="en-US" dirty="0"/>
          </a:p>
          <a:p>
            <a:r>
              <a:rPr lang="en-US" dirty="0"/>
              <a:t>while the calculations for taking these derivatives are straightforward, requiring only some basic calculus, for complex models, working out the updates by hand can be very complicated (and often error-prone)</a:t>
            </a:r>
          </a:p>
          <a:p>
            <a:endParaRPr lang="en-US" dirty="0"/>
          </a:p>
          <a:p>
            <a:r>
              <a:rPr lang="en-US" dirty="0"/>
              <a:t>deep learning frameworks (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Keras</a:t>
            </a:r>
            <a:r>
              <a:rPr lang="en-US" dirty="0"/>
              <a:t>, TensorFlow) speed up this work by automatically calculating derivatives, i.e., </a:t>
            </a:r>
            <a:r>
              <a:rPr lang="en-US" i="1" dirty="0"/>
              <a:t>automatic differentiation</a:t>
            </a:r>
          </a:p>
          <a:p>
            <a:endParaRPr lang="en-US" dirty="0"/>
          </a:p>
          <a:p>
            <a:r>
              <a:rPr lang="en-US" dirty="0"/>
              <a:t>in practice, based on our designed model/neural network, the system builds a computational graph, tracking which data combined through which operations to produce the output</a:t>
            </a:r>
          </a:p>
          <a:p>
            <a:endParaRPr lang="en-US" dirty="0"/>
          </a:p>
          <a:p>
            <a:r>
              <a:rPr lang="en-US" i="1" dirty="0"/>
              <a:t>automatic differentiation </a:t>
            </a:r>
            <a:r>
              <a:rPr lang="en-US" dirty="0"/>
              <a:t>enables the system to subsequently backpropagate gradients. Here, backpropagate simply means to trace through the computational graph, filling in the partial derivatives with respect to each parameter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8D1801-7193-1CA7-8A0D-E51AFE54D23D}"/>
              </a:ext>
            </a:extLst>
          </p:cNvPr>
          <p:cNvGrpSpPr/>
          <p:nvPr/>
        </p:nvGrpSpPr>
        <p:grpSpPr>
          <a:xfrm>
            <a:off x="2175867" y="567440"/>
            <a:ext cx="1251720" cy="176400"/>
            <a:chOff x="2175867" y="567440"/>
            <a:chExt cx="125172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AAB4D81-A9A1-91CB-4B33-A00DEB6EAB1E}"/>
                    </a:ext>
                  </a:extLst>
                </p14:cNvPr>
                <p14:cNvContentPartPr/>
                <p14:nvPr/>
              </p14:nvContentPartPr>
              <p14:xfrm>
                <a:off x="2175867" y="567440"/>
                <a:ext cx="1135080" cy="110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AAB4D81-A9A1-91CB-4B33-A00DEB6EAB1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58227" y="549440"/>
                  <a:ext cx="1170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1FA9914-A124-2243-A0D7-AE6DA4CEFF10}"/>
                    </a:ext>
                  </a:extLst>
                </p14:cNvPr>
                <p14:cNvContentPartPr/>
                <p14:nvPr/>
              </p14:nvContentPartPr>
              <p14:xfrm>
                <a:off x="3241107" y="584000"/>
                <a:ext cx="186480" cy="159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1FA9914-A124-2243-A0D7-AE6DA4CEFF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23467" y="566360"/>
                  <a:ext cx="222120" cy="195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FDBEEF0-5201-26A1-AA39-7D33AF0585CE}"/>
              </a:ext>
            </a:extLst>
          </p:cNvPr>
          <p:cNvSpPr txBox="1"/>
          <p:nvPr/>
        </p:nvSpPr>
        <p:spPr>
          <a:xfrm>
            <a:off x="3427587" y="559174"/>
            <a:ext cx="486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 err="1">
                <a:solidFill>
                  <a:srgbClr val="FF0000"/>
                </a:solidFill>
              </a:rPr>
              <a:t>calcularea</a:t>
            </a:r>
            <a:r>
              <a:rPr lang="en-US" dirty="0">
                <a:solidFill>
                  <a:srgbClr val="FF0000"/>
                </a:solidFill>
              </a:rPr>
              <a:t> de derivate/</a:t>
            </a:r>
            <a:r>
              <a:rPr lang="en-US" dirty="0" err="1">
                <a:solidFill>
                  <a:srgbClr val="FF0000"/>
                </a:solidFill>
              </a:rPr>
              <a:t>gradienți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718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6716-BC1B-C1A2-9420-F1773548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6808"/>
            <a:ext cx="10515600" cy="1325563"/>
          </a:xfrm>
        </p:spPr>
        <p:txBody>
          <a:bodyPr/>
          <a:lstStyle/>
          <a:p>
            <a:r>
              <a:rPr lang="en-US" dirty="0"/>
              <a:t>A simple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636B2-0BCE-BD64-7943-1D3D6427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32" y="1145516"/>
            <a:ext cx="8068801" cy="18576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120F898-040A-F98E-BA03-75534FC08F67}"/>
                  </a:ext>
                </a:extLst>
              </p14:cNvPr>
              <p14:cNvContentPartPr/>
              <p14:nvPr/>
            </p14:nvContentPartPr>
            <p14:xfrm>
              <a:off x="1114947" y="3507867"/>
              <a:ext cx="307440" cy="540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120F898-040A-F98E-BA03-75534FC08F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7307" y="3490227"/>
                <a:ext cx="343080" cy="57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56B8777-4D18-C2DE-7B32-AFFDD70BBBC0}"/>
              </a:ext>
            </a:extLst>
          </p:cNvPr>
          <p:cNvGrpSpPr/>
          <p:nvPr/>
        </p:nvGrpSpPr>
        <p:grpSpPr>
          <a:xfrm>
            <a:off x="1074987" y="3621267"/>
            <a:ext cx="1017360" cy="1113480"/>
            <a:chOff x="1074987" y="3621267"/>
            <a:chExt cx="1017360" cy="11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30B884-23A1-3075-7D0C-97950B161F91}"/>
                    </a:ext>
                  </a:extLst>
                </p14:cNvPr>
                <p14:cNvContentPartPr/>
                <p14:nvPr/>
              </p14:nvContentPartPr>
              <p14:xfrm>
                <a:off x="1428507" y="3621267"/>
                <a:ext cx="366480" cy="614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30B884-23A1-3075-7D0C-97950B161F9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10507" y="3603267"/>
                  <a:ext cx="4021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AD370B-FAFE-771F-6667-BB1AF3E13D0F}"/>
                    </a:ext>
                  </a:extLst>
                </p14:cNvPr>
                <p14:cNvContentPartPr/>
                <p14:nvPr/>
              </p14:nvContentPartPr>
              <p14:xfrm>
                <a:off x="1074987" y="4232547"/>
                <a:ext cx="1017360" cy="26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AD370B-FAFE-771F-6667-BB1AF3E13D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7347" y="4214547"/>
                  <a:ext cx="1053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318C47-EC34-64B0-4031-4C1FE64E287C}"/>
                    </a:ext>
                  </a:extLst>
                </p14:cNvPr>
                <p14:cNvContentPartPr/>
                <p14:nvPr/>
              </p14:nvContentPartPr>
              <p14:xfrm>
                <a:off x="1108827" y="4320027"/>
                <a:ext cx="197640" cy="414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318C47-EC34-64B0-4031-4C1FE64E287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0827" y="4302027"/>
                  <a:ext cx="2332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A35CC5-5CB9-46E0-01CB-C7049C6139D0}"/>
                    </a:ext>
                  </a:extLst>
                </p14:cNvPr>
                <p14:cNvContentPartPr/>
                <p14:nvPr/>
              </p14:nvContentPartPr>
              <p14:xfrm>
                <a:off x="1396827" y="4485627"/>
                <a:ext cx="385920" cy="24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A35CC5-5CB9-46E0-01CB-C7049C6139D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78827" y="4467987"/>
                  <a:ext cx="42156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067C5C-BD3F-DA3C-7419-D2047905ECE0}"/>
              </a:ext>
            </a:extLst>
          </p:cNvPr>
          <p:cNvGrpSpPr/>
          <p:nvPr/>
        </p:nvGrpSpPr>
        <p:grpSpPr>
          <a:xfrm>
            <a:off x="2251827" y="4070907"/>
            <a:ext cx="662040" cy="315000"/>
            <a:chOff x="2251827" y="4070907"/>
            <a:chExt cx="66204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619268-C200-2381-6E31-66C728D92BDF}"/>
                    </a:ext>
                  </a:extLst>
                </p14:cNvPr>
                <p14:cNvContentPartPr/>
                <p14:nvPr/>
              </p14:nvContentPartPr>
              <p14:xfrm>
                <a:off x="2251827" y="4165587"/>
                <a:ext cx="206640" cy="9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619268-C200-2381-6E31-66C728D92BD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34187" y="4147587"/>
                  <a:ext cx="242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FB18FA-BC90-5B72-C798-0D3C5D9D3EE9}"/>
                    </a:ext>
                  </a:extLst>
                </p14:cNvPr>
                <p14:cNvContentPartPr/>
                <p14:nvPr/>
              </p14:nvContentPartPr>
              <p14:xfrm>
                <a:off x="2286027" y="4300587"/>
                <a:ext cx="16920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FB18FA-BC90-5B72-C798-0D3C5D9D3EE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68027" y="4282947"/>
                  <a:ext cx="204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6656088-4C25-6C0C-47A7-E57760EABF63}"/>
                    </a:ext>
                  </a:extLst>
                </p14:cNvPr>
                <p14:cNvContentPartPr/>
                <p14:nvPr/>
              </p14:nvContentPartPr>
              <p14:xfrm>
                <a:off x="2622987" y="4070907"/>
                <a:ext cx="290880" cy="315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6656088-4C25-6C0C-47A7-E57760EABF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05347" y="4053267"/>
                  <a:ext cx="326520" cy="35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5636C83-40CE-9871-43DD-92BB823E2281}"/>
                  </a:ext>
                </a:extLst>
              </p14:cNvPr>
              <p14:cNvContentPartPr/>
              <p14:nvPr/>
            </p14:nvContentPartPr>
            <p14:xfrm>
              <a:off x="1064907" y="5689467"/>
              <a:ext cx="756720" cy="457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5636C83-40CE-9871-43DD-92BB823E228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46907" y="5671467"/>
                <a:ext cx="792360" cy="49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42EE0A2E-B857-B3E1-494D-0477BF5659FB}"/>
              </a:ext>
            </a:extLst>
          </p:cNvPr>
          <p:cNvGrpSpPr/>
          <p:nvPr/>
        </p:nvGrpSpPr>
        <p:grpSpPr>
          <a:xfrm>
            <a:off x="1064907" y="4935987"/>
            <a:ext cx="1602720" cy="727560"/>
            <a:chOff x="1064907" y="4935987"/>
            <a:chExt cx="1602720" cy="72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F592F9-C741-3F35-AB71-2C0D3FBC8D74}"/>
                    </a:ext>
                  </a:extLst>
                </p14:cNvPr>
                <p14:cNvContentPartPr/>
                <p14:nvPr/>
              </p14:nvContentPartPr>
              <p14:xfrm>
                <a:off x="1064907" y="4935987"/>
                <a:ext cx="148320" cy="45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F592F9-C741-3F35-AB71-2C0D3FBC8D7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47267" y="4918347"/>
                  <a:ext cx="18396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AE6AC70-846F-E764-B04F-9A40BAA4FA78}"/>
                    </a:ext>
                  </a:extLst>
                </p14:cNvPr>
                <p14:cNvContentPartPr/>
                <p14:nvPr/>
              </p14:nvContentPartPr>
              <p14:xfrm>
                <a:off x="1227627" y="5156667"/>
                <a:ext cx="474480" cy="246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AE6AC70-846F-E764-B04F-9A40BAA4FA7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209627" y="5138667"/>
                  <a:ext cx="510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0795F80-CF89-5880-3F77-1200E758A367}"/>
                    </a:ext>
                  </a:extLst>
                </p14:cNvPr>
                <p14:cNvContentPartPr/>
                <p14:nvPr/>
              </p14:nvContentPartPr>
              <p14:xfrm>
                <a:off x="1066707" y="5494347"/>
                <a:ext cx="693720" cy="9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0795F80-CF89-5880-3F77-1200E758A36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49067" y="5476707"/>
                  <a:ext cx="729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103403E-D278-F578-20C0-38E506FA8F75}"/>
                    </a:ext>
                  </a:extLst>
                </p14:cNvPr>
                <p14:cNvContentPartPr/>
                <p14:nvPr/>
              </p14:nvContentPartPr>
              <p14:xfrm>
                <a:off x="1998027" y="5418387"/>
                <a:ext cx="22140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103403E-D278-F578-20C0-38E506FA8F7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80027" y="5400387"/>
                  <a:ext cx="257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F2C4B0F-DA73-A0D2-2E17-9E6D49DC592D}"/>
                    </a:ext>
                  </a:extLst>
                </p14:cNvPr>
                <p14:cNvContentPartPr/>
                <p14:nvPr/>
              </p14:nvContentPartPr>
              <p14:xfrm>
                <a:off x="2006307" y="5528907"/>
                <a:ext cx="22104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F2C4B0F-DA73-A0D2-2E17-9E6D49DC592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88667" y="5510907"/>
                  <a:ext cx="256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64AB0B2-4F77-FE44-C6B4-ACFEB24ED913}"/>
                    </a:ext>
                  </a:extLst>
                </p14:cNvPr>
                <p14:cNvContentPartPr/>
                <p14:nvPr/>
              </p14:nvContentPartPr>
              <p14:xfrm>
                <a:off x="2497707" y="5257107"/>
                <a:ext cx="169920" cy="406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64AB0B2-4F77-FE44-C6B4-ACFEB24ED9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79707" y="5239467"/>
                  <a:ext cx="205560" cy="44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5C90B09-1FCA-8C22-88DB-BB9D4DEE3EF7}"/>
                  </a:ext>
                </a:extLst>
              </p14:cNvPr>
              <p14:cNvContentPartPr/>
              <p14:nvPr/>
            </p14:nvContentPartPr>
            <p14:xfrm>
              <a:off x="5528907" y="4289787"/>
              <a:ext cx="155880" cy="1810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5C90B09-1FCA-8C22-88DB-BB9D4DEE3EF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10907" y="4272147"/>
                <a:ext cx="19152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3FB028D3-CC11-D2C2-53A5-5F67173CB68D}"/>
              </a:ext>
            </a:extLst>
          </p:cNvPr>
          <p:cNvGrpSpPr/>
          <p:nvPr/>
        </p:nvGrpSpPr>
        <p:grpSpPr>
          <a:xfrm>
            <a:off x="4021587" y="3566187"/>
            <a:ext cx="2906280" cy="1355040"/>
            <a:chOff x="4021587" y="3566187"/>
            <a:chExt cx="2906280" cy="135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920F474-ED33-215E-D1FD-E536503C5EF1}"/>
                    </a:ext>
                  </a:extLst>
                </p14:cNvPr>
                <p14:cNvContentPartPr/>
                <p14:nvPr/>
              </p14:nvContentPartPr>
              <p14:xfrm>
                <a:off x="4086387" y="3566187"/>
                <a:ext cx="689760" cy="643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920F474-ED33-215E-D1FD-E536503C5E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68387" y="3548547"/>
                  <a:ext cx="72540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E434EF-76A7-1988-1EE2-2747232A738D}"/>
                    </a:ext>
                  </a:extLst>
                </p14:cNvPr>
                <p14:cNvContentPartPr/>
                <p14:nvPr/>
              </p14:nvContentPartPr>
              <p14:xfrm>
                <a:off x="4021587" y="4314627"/>
                <a:ext cx="856800" cy="12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E434EF-76A7-1988-1EE2-2747232A738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03587" y="4296987"/>
                  <a:ext cx="892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721C38B-C6EA-BE08-D291-6854485B533A}"/>
                    </a:ext>
                  </a:extLst>
                </p14:cNvPr>
                <p14:cNvContentPartPr/>
                <p14:nvPr/>
              </p14:nvContentPartPr>
              <p14:xfrm>
                <a:off x="4164147" y="4462587"/>
                <a:ext cx="129240" cy="458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721C38B-C6EA-BE08-D291-6854485B53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46507" y="4444947"/>
                  <a:ext cx="1648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18567B5-7F22-A81D-EE3C-75B06759AC40}"/>
                    </a:ext>
                  </a:extLst>
                </p14:cNvPr>
                <p14:cNvContentPartPr/>
                <p14:nvPr/>
              </p14:nvContentPartPr>
              <p14:xfrm>
                <a:off x="4317867" y="4484187"/>
                <a:ext cx="593640" cy="427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18567B5-7F22-A81D-EE3C-75B06759AC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00227" y="4466547"/>
                  <a:ext cx="6292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CF1BC0D-9639-1E4E-D734-887727ADDE3D}"/>
                    </a:ext>
                  </a:extLst>
                </p14:cNvPr>
                <p14:cNvContentPartPr/>
                <p14:nvPr/>
              </p14:nvContentPartPr>
              <p14:xfrm>
                <a:off x="5105187" y="4207707"/>
                <a:ext cx="253080" cy="9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CF1BC0D-9639-1E4E-D734-887727ADDE3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87187" y="4189707"/>
                  <a:ext cx="288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A9B351-741F-BB32-48F9-AF3CE4937A11}"/>
                    </a:ext>
                  </a:extLst>
                </p14:cNvPr>
                <p14:cNvContentPartPr/>
                <p14:nvPr/>
              </p14:nvContentPartPr>
              <p14:xfrm>
                <a:off x="5105187" y="4309587"/>
                <a:ext cx="253440" cy="15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A9B351-741F-BB32-48F9-AF3CE4937A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87187" y="4291587"/>
                  <a:ext cx="289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477122-296F-A129-63AB-12D2C232EB59}"/>
                    </a:ext>
                  </a:extLst>
                </p14:cNvPr>
                <p14:cNvContentPartPr/>
                <p14:nvPr/>
              </p14:nvContentPartPr>
              <p14:xfrm>
                <a:off x="5661747" y="4067667"/>
                <a:ext cx="286560" cy="35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477122-296F-A129-63AB-12D2C232EB5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43747" y="4050027"/>
                  <a:ext cx="3222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D9D622C-29FF-3024-1B57-7981AEE846C1}"/>
                    </a:ext>
                  </a:extLst>
                </p14:cNvPr>
                <p14:cNvContentPartPr/>
                <p14:nvPr/>
              </p14:nvContentPartPr>
              <p14:xfrm>
                <a:off x="6070347" y="4134987"/>
                <a:ext cx="236880" cy="22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D9D622C-29FF-3024-1B57-7981AEE846C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52707" y="4116987"/>
                  <a:ext cx="272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7A23CA7-D7B7-D1C7-79C2-F67FF9EB6746}"/>
                    </a:ext>
                  </a:extLst>
                </p14:cNvPr>
                <p14:cNvContentPartPr/>
                <p14:nvPr/>
              </p14:nvContentPartPr>
              <p14:xfrm>
                <a:off x="6095907" y="4249827"/>
                <a:ext cx="304920" cy="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7A23CA7-D7B7-D1C7-79C2-F67FF9EB674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78267" y="4232187"/>
                  <a:ext cx="340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E8F379-FE19-4ED9-471B-801986D715E9}"/>
                    </a:ext>
                  </a:extLst>
                </p14:cNvPr>
                <p14:cNvContentPartPr/>
                <p14:nvPr/>
              </p14:nvContentPartPr>
              <p14:xfrm>
                <a:off x="6534747" y="4088547"/>
                <a:ext cx="393120" cy="357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E8F379-FE19-4ED9-471B-801986D715E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16747" y="4070907"/>
                  <a:ext cx="428760" cy="393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9" name="Right Brace 58">
            <a:extLst>
              <a:ext uri="{FF2B5EF4-FFF2-40B4-BE49-F238E27FC236}">
                <a16:creationId xmlns:a16="http://schemas.microsoft.com/office/drawing/2014/main" id="{1D6616B1-69E4-C4BD-DE65-4BD36DC1C385}"/>
              </a:ext>
            </a:extLst>
          </p:cNvPr>
          <p:cNvSpPr/>
          <p:nvPr/>
        </p:nvSpPr>
        <p:spPr>
          <a:xfrm>
            <a:off x="8693044" y="1464907"/>
            <a:ext cx="606080" cy="4927600"/>
          </a:xfrm>
          <a:prstGeom prst="rightBrac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FC6CD9E1-1DCA-CF39-F454-345F8C5C2F73}"/>
              </a:ext>
            </a:extLst>
          </p:cNvPr>
          <p:cNvSpPr/>
          <p:nvPr/>
        </p:nvSpPr>
        <p:spPr>
          <a:xfrm>
            <a:off x="9666562" y="3666127"/>
            <a:ext cx="1698075" cy="525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65E22EF-C1F3-3D6B-2B60-C935E6765C26}"/>
              </a:ext>
            </a:extLst>
          </p:cNvPr>
          <p:cNvGrpSpPr/>
          <p:nvPr/>
        </p:nvGrpSpPr>
        <p:grpSpPr>
          <a:xfrm>
            <a:off x="4055427" y="5141187"/>
            <a:ext cx="1494000" cy="1065960"/>
            <a:chOff x="4055427" y="5141187"/>
            <a:chExt cx="1494000" cy="10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A83B74-096E-8AB6-4A27-A17B2C3FE2DF}"/>
                    </a:ext>
                  </a:extLst>
                </p14:cNvPr>
                <p14:cNvContentPartPr/>
                <p14:nvPr/>
              </p14:nvContentPartPr>
              <p14:xfrm>
                <a:off x="4079547" y="5141187"/>
                <a:ext cx="172440" cy="457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A83B74-096E-8AB6-4A27-A17B2C3FE2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61907" y="5123187"/>
                  <a:ext cx="20808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B46F183-63E5-7DD5-0BF8-9D339CAB27EF}"/>
                    </a:ext>
                  </a:extLst>
                </p14:cNvPr>
                <p14:cNvContentPartPr/>
                <p14:nvPr/>
              </p14:nvContentPartPr>
              <p14:xfrm>
                <a:off x="4249827" y="5494707"/>
                <a:ext cx="187560" cy="68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B46F183-63E5-7DD5-0BF8-9D339CAB27E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32187" y="5477067"/>
                  <a:ext cx="223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5C2FDD-EB7D-56A7-2865-2B0B07FF2DED}"/>
                    </a:ext>
                  </a:extLst>
                </p14:cNvPr>
                <p14:cNvContentPartPr/>
                <p14:nvPr/>
              </p14:nvContentPartPr>
              <p14:xfrm>
                <a:off x="4435947" y="5318667"/>
                <a:ext cx="347400" cy="261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5C2FDD-EB7D-56A7-2865-2B0B07FF2DE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18307" y="5300667"/>
                  <a:ext cx="3830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31E8F03-9804-7523-C119-BBEF526CF135}"/>
                    </a:ext>
                  </a:extLst>
                </p14:cNvPr>
                <p14:cNvContentPartPr/>
                <p14:nvPr/>
              </p14:nvContentPartPr>
              <p14:xfrm>
                <a:off x="4055427" y="5723307"/>
                <a:ext cx="758520" cy="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31E8F03-9804-7523-C119-BBEF526CF1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37787" y="5705307"/>
                  <a:ext cx="794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7EFDBC-4765-FD76-72B3-044556E29C54}"/>
                    </a:ext>
                  </a:extLst>
                </p14:cNvPr>
                <p14:cNvContentPartPr/>
                <p14:nvPr/>
              </p14:nvContentPartPr>
              <p14:xfrm>
                <a:off x="4138227" y="5796027"/>
                <a:ext cx="332280" cy="411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7EFDBC-4765-FD76-72B3-044556E29C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20227" y="5778027"/>
                  <a:ext cx="3679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A440A2A-436B-1B06-0DBF-E608731200D8}"/>
                    </a:ext>
                  </a:extLst>
                </p14:cNvPr>
                <p14:cNvContentPartPr/>
                <p14:nvPr/>
              </p14:nvContentPartPr>
              <p14:xfrm>
                <a:off x="4527747" y="5951187"/>
                <a:ext cx="308520" cy="214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A440A2A-436B-1B06-0DBF-E608731200D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10107" y="5933547"/>
                  <a:ext cx="344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6C8FDF6-CA0C-9F8C-452B-64E736DBF099}"/>
                    </a:ext>
                  </a:extLst>
                </p14:cNvPr>
                <p14:cNvContentPartPr/>
                <p14:nvPr/>
              </p14:nvContentPartPr>
              <p14:xfrm>
                <a:off x="5020587" y="5611707"/>
                <a:ext cx="154080" cy="1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6C8FDF6-CA0C-9F8C-452B-64E736DBF0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02947" y="5594067"/>
                  <a:ext cx="189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F6B2907-7A95-539B-1DD7-596FFF0BFD2C}"/>
                    </a:ext>
                  </a:extLst>
                </p14:cNvPr>
                <p14:cNvContentPartPr/>
                <p14:nvPr/>
              </p14:nvContentPartPr>
              <p14:xfrm>
                <a:off x="5062707" y="5718267"/>
                <a:ext cx="131400" cy="14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F6B2907-7A95-539B-1DD7-596FFF0BFD2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45067" y="5700267"/>
                  <a:ext cx="167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159B586-29E5-7617-91A4-935DE87CF234}"/>
                    </a:ext>
                  </a:extLst>
                </p14:cNvPr>
                <p14:cNvContentPartPr/>
                <p14:nvPr/>
              </p14:nvContentPartPr>
              <p14:xfrm>
                <a:off x="5362947" y="5399667"/>
                <a:ext cx="186480" cy="413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159B586-29E5-7617-91A4-935DE87CF23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45307" y="5381667"/>
                  <a:ext cx="222120" cy="44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BA2512D-C928-C865-5CD0-28DE798E8A59}"/>
                  </a:ext>
                </a:extLst>
              </p14:cNvPr>
              <p14:cNvContentPartPr/>
              <p14:nvPr/>
            </p14:nvContentPartPr>
            <p14:xfrm>
              <a:off x="6550947" y="4914387"/>
              <a:ext cx="231840" cy="6066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BA2512D-C928-C865-5CD0-28DE798E8A5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532947" y="4896387"/>
                <a:ext cx="267480" cy="64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3D2441AB-CAE6-5B3D-13E2-85934FCFC9C5}"/>
              </a:ext>
            </a:extLst>
          </p:cNvPr>
          <p:cNvGrpSpPr/>
          <p:nvPr/>
        </p:nvGrpSpPr>
        <p:grpSpPr>
          <a:xfrm>
            <a:off x="6535827" y="5014827"/>
            <a:ext cx="2101680" cy="1219320"/>
            <a:chOff x="6535827" y="5014827"/>
            <a:chExt cx="2101680" cy="12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88A931B-0DA1-C1D9-8450-B2ABCAB27B0A}"/>
                    </a:ext>
                  </a:extLst>
                </p14:cNvPr>
                <p14:cNvContentPartPr/>
                <p14:nvPr/>
              </p14:nvContentPartPr>
              <p14:xfrm>
                <a:off x="6798627" y="5165667"/>
                <a:ext cx="427680" cy="307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88A931B-0DA1-C1D9-8450-B2ABCAB27B0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80987" y="5147667"/>
                  <a:ext cx="4633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1653503-98D2-B923-D782-83A26E60A04F}"/>
                    </a:ext>
                  </a:extLst>
                </p14:cNvPr>
                <p14:cNvContentPartPr/>
                <p14:nvPr/>
              </p14:nvContentPartPr>
              <p14:xfrm>
                <a:off x="6535827" y="5580027"/>
                <a:ext cx="760680" cy="42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1653503-98D2-B923-D782-83A26E60A04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18187" y="5562027"/>
                  <a:ext cx="796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8A72A26-1318-A2DE-4ABA-F85C28F9B6B4}"/>
                    </a:ext>
                  </a:extLst>
                </p14:cNvPr>
                <p14:cNvContentPartPr/>
                <p14:nvPr/>
              </p14:nvContentPartPr>
              <p14:xfrm>
                <a:off x="6627627" y="5748507"/>
                <a:ext cx="181440" cy="485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8A72A26-1318-A2DE-4ABA-F85C28F9B6B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09987" y="5730507"/>
                  <a:ext cx="21708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DF202BB-A888-B3FE-8FE1-818B1E7BC3E9}"/>
                    </a:ext>
                  </a:extLst>
                </p14:cNvPr>
                <p14:cNvContentPartPr/>
                <p14:nvPr/>
              </p14:nvContentPartPr>
              <p14:xfrm>
                <a:off x="6789987" y="6079707"/>
                <a:ext cx="194040" cy="127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DF202BB-A888-B3FE-8FE1-818B1E7BC3E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71987" y="6061707"/>
                  <a:ext cx="229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AB11122-CB26-910B-8F7F-C192B0FE6E8D}"/>
                    </a:ext>
                  </a:extLst>
                </p14:cNvPr>
                <p14:cNvContentPartPr/>
                <p14:nvPr/>
              </p14:nvContentPartPr>
              <p14:xfrm>
                <a:off x="7026507" y="5960547"/>
                <a:ext cx="210960" cy="265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AB11122-CB26-910B-8F7F-C192B0FE6E8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08507" y="5942547"/>
                  <a:ext cx="246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80674A8-BFD9-D4D3-EC0C-9DAB2485F471}"/>
                    </a:ext>
                  </a:extLst>
                </p14:cNvPr>
                <p14:cNvContentPartPr/>
                <p14:nvPr/>
              </p14:nvContentPartPr>
              <p14:xfrm>
                <a:off x="7416747" y="5516667"/>
                <a:ext cx="210600" cy="29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80674A8-BFD9-D4D3-EC0C-9DAB2485F47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399107" y="5499027"/>
                  <a:ext cx="246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8E87AAD-08E5-1B78-DA1B-AD07192BC8BD}"/>
                    </a:ext>
                  </a:extLst>
                </p14:cNvPr>
                <p14:cNvContentPartPr/>
                <p14:nvPr/>
              </p14:nvContentPartPr>
              <p14:xfrm>
                <a:off x="7484427" y="5638707"/>
                <a:ext cx="19404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8E87AAD-08E5-1B78-DA1B-AD07192BC8B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66427" y="5621067"/>
                  <a:ext cx="229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F4981E1-DDB2-CC84-66D6-8A1D9BBD27AB}"/>
                    </a:ext>
                  </a:extLst>
                </p14:cNvPr>
                <p14:cNvContentPartPr/>
                <p14:nvPr/>
              </p14:nvContentPartPr>
              <p14:xfrm>
                <a:off x="8051427" y="5406507"/>
                <a:ext cx="154080" cy="3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F4981E1-DDB2-CC84-66D6-8A1D9BBD27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33787" y="5388867"/>
                  <a:ext cx="189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6954623-0110-9384-C83B-80C1696B3536}"/>
                    </a:ext>
                  </a:extLst>
                </p14:cNvPr>
                <p14:cNvContentPartPr/>
                <p14:nvPr/>
              </p14:nvContentPartPr>
              <p14:xfrm>
                <a:off x="8119467" y="5511627"/>
                <a:ext cx="106920" cy="9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6954623-0110-9384-C83B-80C1696B35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01827" y="5493627"/>
                  <a:ext cx="142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F363EEB-D330-4473-695F-AEAFC4469161}"/>
                    </a:ext>
                  </a:extLst>
                </p14:cNvPr>
                <p14:cNvContentPartPr/>
                <p14:nvPr/>
              </p14:nvContentPartPr>
              <p14:xfrm>
                <a:off x="8305587" y="5333067"/>
                <a:ext cx="331920" cy="315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F363EEB-D330-4473-695F-AEAFC44691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87587" y="5315067"/>
                  <a:ext cx="3675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2BCF057-1434-C82F-4504-8FCA23AD008F}"/>
                    </a:ext>
                  </a:extLst>
                </p14:cNvPr>
                <p14:cNvContentPartPr/>
                <p14:nvPr/>
              </p14:nvContentPartPr>
              <p14:xfrm>
                <a:off x="7704027" y="5014827"/>
                <a:ext cx="330120" cy="72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2BCF057-1434-C82F-4504-8FCA23AD00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86387" y="4996827"/>
                  <a:ext cx="365760" cy="75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0826A02-33E2-CB68-1DF5-36E583ECAC55}"/>
              </a:ext>
            </a:extLst>
          </p:cNvPr>
          <p:cNvSpPr txBox="1"/>
          <p:nvPr/>
        </p:nvSpPr>
        <p:spPr>
          <a:xfrm>
            <a:off x="7218796" y="256658"/>
            <a:ext cx="6130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                         </a:t>
            </a:r>
            <a:r>
              <a:rPr lang="en-US" b="1" dirty="0">
                <a:highlight>
                  <a:srgbClr val="FFFF00"/>
                </a:highlight>
              </a:rPr>
              <a:t>Our goal</a:t>
            </a:r>
            <a:r>
              <a:rPr lang="en-US" dirty="0"/>
              <a:t>: find               ,              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685BFC-887B-09F5-8BA7-5B9793C341C8}"/>
              </a:ext>
            </a:extLst>
      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9996475" y="60439"/>
            <a:ext cx="537796" cy="701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70557B-9E9D-5437-D86D-381207ED4209}"/>
              </a:ext>
            </a:extLst>
      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0803287" y="85077"/>
            <a:ext cx="457171" cy="6524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C67CEF-4621-936F-850B-B36489B3D743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11493368" y="98102"/>
            <a:ext cx="449574" cy="62637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BDD240-861D-F2BF-939A-2225F02545C7}"/>
              </a:ext>
            </a:extLst>
          </p:cNvPr>
          <p:cNvCxnSpPr>
            <a:cxnSpLocks/>
          </p:cNvCxnSpPr>
          <p:nvPr/>
        </p:nvCxnSpPr>
        <p:spPr>
          <a:xfrm>
            <a:off x="8478544" y="0"/>
            <a:ext cx="0" cy="842408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963A9F1-6871-A1E7-1980-883BB6349806}"/>
              </a:ext>
            </a:extLst>
          </p:cNvPr>
          <p:cNvCxnSpPr>
            <a:cxnSpLocks/>
          </p:cNvCxnSpPr>
          <p:nvPr/>
        </p:nvCxnSpPr>
        <p:spPr>
          <a:xfrm>
            <a:off x="8478544" y="827168"/>
            <a:ext cx="3713456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383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6716-BC1B-C1A2-9420-F1773548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6808"/>
            <a:ext cx="10515600" cy="1325563"/>
          </a:xfrm>
        </p:spPr>
        <p:txBody>
          <a:bodyPr/>
          <a:lstStyle/>
          <a:p>
            <a:r>
              <a:rPr lang="en-US" dirty="0"/>
              <a:t>A simple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636B2-0BCE-BD64-7943-1D3D6427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32" y="1145516"/>
            <a:ext cx="8068801" cy="18576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29FD1E-22A4-B398-DBF2-83DB2D8D9540}"/>
                  </a:ext>
                </a:extLst>
              </p14:cNvPr>
              <p14:cNvContentPartPr/>
              <p14:nvPr/>
            </p14:nvContentPartPr>
            <p14:xfrm>
              <a:off x="1592307" y="1391427"/>
              <a:ext cx="2285640" cy="387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29FD1E-22A4-B398-DBF2-83DB2D8D95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4307" y="1373787"/>
                <a:ext cx="232128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4ECB17B-4F0A-FDA8-4FE8-5979D8B95EDD}"/>
                  </a:ext>
                </a:extLst>
              </p14:cNvPr>
              <p14:cNvContentPartPr/>
              <p14:nvPr/>
            </p14:nvContentPartPr>
            <p14:xfrm>
              <a:off x="1460547" y="1327347"/>
              <a:ext cx="266760" cy="154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4ECB17B-4F0A-FDA8-4FE8-5979D8B95E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2547" y="1309707"/>
                <a:ext cx="302400" cy="19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CD14F194-EA20-E23D-BB21-0F07527CF1A1}"/>
              </a:ext>
            </a:extLst>
          </p:cNvPr>
          <p:cNvGrpSpPr/>
          <p:nvPr/>
        </p:nvGrpSpPr>
        <p:grpSpPr>
          <a:xfrm>
            <a:off x="5266107" y="2336787"/>
            <a:ext cx="1659600" cy="939240"/>
            <a:chOff x="5266107" y="2336787"/>
            <a:chExt cx="1659600" cy="93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D42C391-C2F6-B020-9AF2-5E9690FEA930}"/>
                    </a:ext>
                  </a:extLst>
                </p14:cNvPr>
                <p14:cNvContentPartPr/>
                <p14:nvPr/>
              </p14:nvContentPartPr>
              <p14:xfrm>
                <a:off x="6282747" y="2430027"/>
                <a:ext cx="6429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D42C391-C2F6-B020-9AF2-5E9690FEA9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65107" y="2412027"/>
                  <a:ext cx="678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F96D71C-5402-88C7-8698-852DDCA7B5C0}"/>
                    </a:ext>
                  </a:extLst>
                </p14:cNvPr>
                <p14:cNvContentPartPr/>
                <p14:nvPr/>
              </p14:nvContentPartPr>
              <p14:xfrm>
                <a:off x="6176907" y="2336787"/>
                <a:ext cx="279720" cy="200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F96D71C-5402-88C7-8698-852DDCA7B5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58907" y="2318787"/>
                  <a:ext cx="315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BE121DE-EFF8-3219-B746-A5F6BA4DDCAE}"/>
                    </a:ext>
                  </a:extLst>
                </p14:cNvPr>
                <p14:cNvContentPartPr/>
                <p14:nvPr/>
              </p14:nvContentPartPr>
              <p14:xfrm>
                <a:off x="5333067" y="2454867"/>
                <a:ext cx="111960" cy="341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BE121DE-EFF8-3219-B746-A5F6BA4DDC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15067" y="2437227"/>
                  <a:ext cx="1476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43BC58E-D08D-FD7C-A18D-619F4D882C69}"/>
                    </a:ext>
                  </a:extLst>
                </p14:cNvPr>
                <p14:cNvContentPartPr/>
                <p14:nvPr/>
              </p14:nvContentPartPr>
              <p14:xfrm>
                <a:off x="5518107" y="2489067"/>
                <a:ext cx="283320" cy="443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43BC58E-D08D-FD7C-A18D-619F4D882C6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00107" y="2471067"/>
                  <a:ext cx="31896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066AC47-7C22-A22C-68F8-A5B56DDC5235}"/>
                    </a:ext>
                  </a:extLst>
                </p14:cNvPr>
                <p14:cNvContentPartPr/>
                <p14:nvPr/>
              </p14:nvContentPartPr>
              <p14:xfrm>
                <a:off x="5266107" y="2864907"/>
                <a:ext cx="673560" cy="22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066AC47-7C22-A22C-68F8-A5B56DDC523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48107" y="2846907"/>
                  <a:ext cx="709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FD4FB35-F5C9-A801-A5A3-77B83EE438C8}"/>
                    </a:ext>
                  </a:extLst>
                </p14:cNvPr>
                <p14:cNvContentPartPr/>
                <p14:nvPr/>
              </p14:nvContentPartPr>
              <p14:xfrm>
                <a:off x="5374827" y="2938347"/>
                <a:ext cx="137160" cy="315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FD4FB35-F5C9-A801-A5A3-77B83EE438C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356827" y="2920347"/>
                  <a:ext cx="1728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99D2DC-B876-8656-D96D-D238A1F4FFB7}"/>
                    </a:ext>
                  </a:extLst>
                </p14:cNvPr>
                <p14:cNvContentPartPr/>
                <p14:nvPr/>
              </p14:nvContentPartPr>
              <p14:xfrm>
                <a:off x="5537187" y="3037347"/>
                <a:ext cx="367560" cy="238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99D2DC-B876-8656-D96D-D238A1F4FFB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19187" y="3019347"/>
                  <a:ext cx="4032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1184B53-222A-3DE9-B344-6A7742C9507F}"/>
              </a:ext>
            </a:extLst>
          </p:cNvPr>
          <p:cNvGrpSpPr/>
          <p:nvPr/>
        </p:nvGrpSpPr>
        <p:grpSpPr>
          <a:xfrm>
            <a:off x="2478627" y="2319507"/>
            <a:ext cx="1636560" cy="1365120"/>
            <a:chOff x="2478627" y="2319507"/>
            <a:chExt cx="1636560" cy="13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CCE3A7-D174-4A7A-B26E-86E98FA29193}"/>
                    </a:ext>
                  </a:extLst>
                </p14:cNvPr>
                <p14:cNvContentPartPr/>
                <p14:nvPr/>
              </p14:nvContentPartPr>
              <p14:xfrm>
                <a:off x="3441267" y="2319507"/>
                <a:ext cx="673920" cy="371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CCE3A7-D174-4A7A-B26E-86E98FA2919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23267" y="2301867"/>
                  <a:ext cx="7095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A38292-4246-0242-E98F-783F12F67B68}"/>
                    </a:ext>
                  </a:extLst>
                </p14:cNvPr>
                <p14:cNvContentPartPr/>
                <p14:nvPr/>
              </p14:nvContentPartPr>
              <p14:xfrm>
                <a:off x="3423267" y="2565027"/>
                <a:ext cx="232560" cy="196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A38292-4246-0242-E98F-783F12F67B6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05267" y="2547387"/>
                  <a:ext cx="268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694D62-E615-7A39-EFD8-4C8DB00D4AAD}"/>
                    </a:ext>
                  </a:extLst>
                </p14:cNvPr>
                <p14:cNvContentPartPr/>
                <p14:nvPr/>
              </p14:nvContentPartPr>
              <p14:xfrm>
                <a:off x="2478627" y="2802987"/>
                <a:ext cx="137520" cy="381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694D62-E615-7A39-EFD8-4C8DB00D4AA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60987" y="2784987"/>
                  <a:ext cx="1731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1E6B9F-3E9B-1852-FC24-61B6950F6805}"/>
                    </a:ext>
                  </a:extLst>
                </p14:cNvPr>
                <p14:cNvContentPartPr/>
                <p14:nvPr/>
              </p14:nvContentPartPr>
              <p14:xfrm>
                <a:off x="2599227" y="2951307"/>
                <a:ext cx="387360" cy="235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1E6B9F-3E9B-1852-FC24-61B6950F680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81227" y="2933667"/>
                  <a:ext cx="4230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99EB81B-FE1A-C5DB-AC93-941A0D8B8151}"/>
                    </a:ext>
                  </a:extLst>
                </p14:cNvPr>
                <p14:cNvContentPartPr/>
                <p14:nvPr/>
              </p14:nvContentPartPr>
              <p14:xfrm>
                <a:off x="2480787" y="3232827"/>
                <a:ext cx="658800" cy="35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99EB81B-FE1A-C5DB-AC93-941A0D8B815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62787" y="3215187"/>
                  <a:ext cx="694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3295BA-16DC-B154-A5DF-38EB4A7C770F}"/>
                    </a:ext>
                  </a:extLst>
                </p14:cNvPr>
                <p14:cNvContentPartPr/>
                <p14:nvPr/>
              </p14:nvContentPartPr>
              <p14:xfrm>
                <a:off x="2614347" y="3353067"/>
                <a:ext cx="145800" cy="331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3295BA-16DC-B154-A5DF-38EB4A7C770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96707" y="3335427"/>
                  <a:ext cx="181440" cy="36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3A6AFEE-B69C-3D73-57AC-5ED2DB81F801}"/>
                  </a:ext>
                </a:extLst>
              </p14:cNvPr>
              <p14:cNvContentPartPr/>
              <p14:nvPr/>
            </p14:nvContentPartPr>
            <p14:xfrm>
              <a:off x="2768067" y="3465027"/>
              <a:ext cx="370440" cy="2196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3A6AFEE-B69C-3D73-57AC-5ED2DB81F80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750067" y="3447387"/>
                <a:ext cx="406080" cy="25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01E75BEB-21D3-CB0E-CAB1-7D7242673F6E}"/>
              </a:ext>
            </a:extLst>
          </p:cNvPr>
          <p:cNvGrpSpPr/>
          <p:nvPr/>
        </p:nvGrpSpPr>
        <p:grpSpPr>
          <a:xfrm>
            <a:off x="1369467" y="1903707"/>
            <a:ext cx="637560" cy="272880"/>
            <a:chOff x="1369467" y="1903707"/>
            <a:chExt cx="63756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A49AB61-B307-842F-F22B-6E2B0D8FA2AE}"/>
                    </a:ext>
                  </a:extLst>
                </p14:cNvPr>
                <p14:cNvContentPartPr/>
                <p14:nvPr/>
              </p14:nvContentPartPr>
              <p14:xfrm>
                <a:off x="1431027" y="1974267"/>
                <a:ext cx="576000" cy="202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A49AB61-B307-842F-F22B-6E2B0D8FA2A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13387" y="1956267"/>
                  <a:ext cx="611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899EC8F-3113-EB71-5CEF-7DA6CB880D5B}"/>
                    </a:ext>
                  </a:extLst>
                </p14:cNvPr>
                <p14:cNvContentPartPr/>
                <p14:nvPr/>
              </p14:nvContentPartPr>
              <p14:xfrm>
                <a:off x="1369467" y="1903707"/>
                <a:ext cx="155880" cy="162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899EC8F-3113-EB71-5CEF-7DA6CB880D5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51467" y="1885707"/>
                  <a:ext cx="19152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2CC54B7-D466-6960-AFD3-55F7B3807058}"/>
              </a:ext>
            </a:extLst>
          </p:cNvPr>
          <p:cNvGrpSpPr/>
          <p:nvPr/>
        </p:nvGrpSpPr>
        <p:grpSpPr>
          <a:xfrm>
            <a:off x="1420227" y="2743227"/>
            <a:ext cx="612000" cy="324720"/>
            <a:chOff x="1420227" y="2743227"/>
            <a:chExt cx="6120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130BC14-2D6B-F4AF-7D33-F43CE698166F}"/>
                    </a:ext>
                  </a:extLst>
                </p14:cNvPr>
                <p14:cNvContentPartPr/>
                <p14:nvPr/>
              </p14:nvContentPartPr>
              <p14:xfrm>
                <a:off x="1456587" y="2743227"/>
                <a:ext cx="575640" cy="252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130BC14-2D6B-F4AF-7D33-F43CE698166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38947" y="2725227"/>
                  <a:ext cx="6112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13BC2EE-8A0A-A395-156A-E78690EDCBCB}"/>
                    </a:ext>
                  </a:extLst>
                </p14:cNvPr>
                <p14:cNvContentPartPr/>
                <p14:nvPr/>
              </p14:nvContentPartPr>
              <p14:xfrm>
                <a:off x="1420227" y="2853027"/>
                <a:ext cx="247320" cy="214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13BC2EE-8A0A-A395-156A-E78690EDCBC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02227" y="2835387"/>
                  <a:ext cx="282960" cy="250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5BEDA8B-B35C-2BCC-8404-F772CF014EBC}"/>
              </a:ext>
            </a:extLst>
          </p:cNvPr>
          <p:cNvSpPr txBox="1"/>
          <p:nvPr/>
        </p:nvSpPr>
        <p:spPr>
          <a:xfrm>
            <a:off x="11947" y="4642218"/>
            <a:ext cx="589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Now we use </a:t>
            </a:r>
            <a:r>
              <a:rPr lang="en-US" sz="2400" b="1" dirty="0"/>
              <a:t>chain rule </a:t>
            </a:r>
            <a:r>
              <a:rPr lang="en-US" sz="2400" dirty="0"/>
              <a:t>from high school: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715548A-BC11-A610-4088-33B885EF7BF7}"/>
                  </a:ext>
                </a:extLst>
              </p14:cNvPr>
              <p14:cNvContentPartPr/>
              <p14:nvPr/>
            </p14:nvContentPartPr>
            <p14:xfrm>
              <a:off x="191907" y="662427"/>
              <a:ext cx="122400" cy="313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715548A-BC11-A610-4088-33B885EF7BF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74267" y="644787"/>
                <a:ext cx="158040" cy="34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B05047C7-6907-1678-45CE-CB145F5F2D7F}"/>
              </a:ext>
            </a:extLst>
          </p:cNvPr>
          <p:cNvGrpSpPr/>
          <p:nvPr/>
        </p:nvGrpSpPr>
        <p:grpSpPr>
          <a:xfrm>
            <a:off x="177507" y="726507"/>
            <a:ext cx="584280" cy="527760"/>
            <a:chOff x="177507" y="726507"/>
            <a:chExt cx="58428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137F993-1CBC-2E29-706E-EDACA740C005}"/>
                    </a:ext>
                  </a:extLst>
                </p14:cNvPr>
                <p14:cNvContentPartPr/>
                <p14:nvPr/>
              </p14:nvContentPartPr>
              <p14:xfrm>
                <a:off x="329787" y="726507"/>
                <a:ext cx="245160" cy="237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137F993-1CBC-2E29-706E-EDACA740C00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2147" y="708867"/>
                  <a:ext cx="2808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41CE459-0BB3-1F5E-B431-30FF61757C08}"/>
                    </a:ext>
                  </a:extLst>
                </p14:cNvPr>
                <p14:cNvContentPartPr/>
                <p14:nvPr/>
              </p14:nvContentPartPr>
              <p14:xfrm>
                <a:off x="177507" y="936027"/>
                <a:ext cx="523080" cy="88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41CE459-0BB3-1F5E-B431-30FF61757C0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59867" y="918387"/>
                  <a:ext cx="558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6E40872-975C-8AE4-740C-12A164E868C9}"/>
                    </a:ext>
                  </a:extLst>
                </p14:cNvPr>
                <p14:cNvContentPartPr/>
                <p14:nvPr/>
              </p14:nvContentPartPr>
              <p14:xfrm>
                <a:off x="227547" y="1017387"/>
                <a:ext cx="230040" cy="236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6E40872-975C-8AE4-740C-12A164E868C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9907" y="999387"/>
                  <a:ext cx="265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0110639-3325-FBB3-3387-2F517EBE6A00}"/>
                    </a:ext>
                  </a:extLst>
                </p14:cNvPr>
                <p14:cNvContentPartPr/>
                <p14:nvPr/>
              </p14:nvContentPartPr>
              <p14:xfrm>
                <a:off x="456867" y="1061667"/>
                <a:ext cx="304920" cy="138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0110639-3325-FBB3-3387-2F517EBE6A0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8867" y="1043667"/>
                  <a:ext cx="34056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4D44CD9-2AB2-CD27-4202-E28A2A86FA2E}"/>
              </a:ext>
            </a:extLst>
          </p:cNvPr>
          <p:cNvGrpSpPr/>
          <p:nvPr/>
        </p:nvGrpSpPr>
        <p:grpSpPr>
          <a:xfrm>
            <a:off x="73827" y="1626147"/>
            <a:ext cx="448920" cy="423000"/>
            <a:chOff x="73827" y="1626147"/>
            <a:chExt cx="44892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8B6894F-25FC-8AEE-918D-AD1BF1A91337}"/>
                    </a:ext>
                  </a:extLst>
                </p14:cNvPr>
                <p14:cNvContentPartPr/>
                <p14:nvPr/>
              </p14:nvContentPartPr>
              <p14:xfrm>
                <a:off x="73827" y="1626147"/>
                <a:ext cx="98640" cy="348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8B6894F-25FC-8AEE-918D-AD1BF1A9133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827" y="1608147"/>
                  <a:ext cx="13428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2F0F205-039C-1865-61C1-45A27E01BA62}"/>
                    </a:ext>
                  </a:extLst>
                </p14:cNvPr>
                <p14:cNvContentPartPr/>
                <p14:nvPr/>
              </p14:nvContentPartPr>
              <p14:xfrm>
                <a:off x="169227" y="1719387"/>
                <a:ext cx="353520" cy="210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2F0F205-039C-1865-61C1-45A27E01BA6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1227" y="1701747"/>
                  <a:ext cx="389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88F4B7B-BF73-9435-9F79-78D36A248053}"/>
                    </a:ext>
                  </a:extLst>
                </p14:cNvPr>
                <p14:cNvContentPartPr/>
                <p14:nvPr/>
              </p14:nvContentPartPr>
              <p14:xfrm>
                <a:off x="84267" y="1912347"/>
                <a:ext cx="436680" cy="136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88F4B7B-BF73-9435-9F79-78D36A24805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6627" y="1894347"/>
                  <a:ext cx="472320" cy="17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25AE9B7C-187D-5194-6E05-71EFEC0C5A10}"/>
                  </a:ext>
                </a:extLst>
              </p14:cNvPr>
              <p14:cNvContentPartPr/>
              <p14:nvPr/>
            </p14:nvContentPartPr>
            <p14:xfrm>
              <a:off x="56907" y="2071107"/>
              <a:ext cx="348480" cy="3099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25AE9B7C-187D-5194-6E05-71EFEC0C5A1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9267" y="2053467"/>
                <a:ext cx="3841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521A05B-81FF-5C9F-7712-2DCA9DD46780}"/>
                  </a:ext>
                </a:extLst>
              </p14:cNvPr>
              <p14:cNvContentPartPr/>
              <p14:nvPr/>
            </p14:nvContentPartPr>
            <p14:xfrm>
              <a:off x="140787" y="2907027"/>
              <a:ext cx="259920" cy="3596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521A05B-81FF-5C9F-7712-2DCA9DD4678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23147" y="2889027"/>
                <a:ext cx="29556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D3D007C-9497-B9B9-B202-C4B0CF1F5B69}"/>
                  </a:ext>
                </a:extLst>
              </p14:cNvPr>
              <p14:cNvContentPartPr/>
              <p14:nvPr/>
            </p14:nvContentPartPr>
            <p14:xfrm>
              <a:off x="352107" y="2948427"/>
              <a:ext cx="269280" cy="2199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D3D007C-9497-B9B9-B202-C4B0CF1F5B6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34107" y="2930427"/>
                <a:ext cx="3049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5192E84-82EE-3264-A368-4F1D6E08444B}"/>
                  </a:ext>
                </a:extLst>
              </p14:cNvPr>
              <p14:cNvContentPartPr/>
              <p14:nvPr/>
            </p14:nvContentPartPr>
            <p14:xfrm>
              <a:off x="211707" y="3218067"/>
              <a:ext cx="517320" cy="1353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5192E84-82EE-3264-A368-4F1D6E08444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93707" y="3200067"/>
                <a:ext cx="552960" cy="17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9891BC2-3982-37F9-E4EB-F7008E521067}"/>
              </a:ext>
            </a:extLst>
          </p:cNvPr>
          <p:cNvGrpSpPr/>
          <p:nvPr/>
        </p:nvGrpSpPr>
        <p:grpSpPr>
          <a:xfrm>
            <a:off x="234747" y="3356307"/>
            <a:ext cx="463680" cy="293400"/>
            <a:chOff x="234747" y="3356307"/>
            <a:chExt cx="46368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BC756BF-FDAD-37CD-64A1-E583542010A3}"/>
                    </a:ext>
                  </a:extLst>
                </p14:cNvPr>
                <p14:cNvContentPartPr/>
                <p14:nvPr/>
              </p14:nvContentPartPr>
              <p14:xfrm>
                <a:off x="234747" y="3389067"/>
                <a:ext cx="282960" cy="260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BC756BF-FDAD-37CD-64A1-E583542010A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6747" y="3371067"/>
                  <a:ext cx="3186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4395A65-280E-487B-0F99-BEC1B1E838E3}"/>
                    </a:ext>
                  </a:extLst>
                </p14:cNvPr>
                <p14:cNvContentPartPr/>
                <p14:nvPr/>
              </p14:nvContentPartPr>
              <p14:xfrm>
                <a:off x="488547" y="3403107"/>
                <a:ext cx="209880" cy="163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4395A65-280E-487B-0F99-BEC1B1E838E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70907" y="3385467"/>
                  <a:ext cx="245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F4D1FE0-5A70-42D7-5A93-A54F6AD79FE5}"/>
                    </a:ext>
                  </a:extLst>
                </p14:cNvPr>
                <p14:cNvContentPartPr/>
                <p14:nvPr/>
              </p14:nvContentPartPr>
              <p14:xfrm>
                <a:off x="324747" y="3356307"/>
                <a:ext cx="14040" cy="55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F4D1FE0-5A70-42D7-5A93-A54F6AD79FE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07107" y="3338667"/>
                  <a:ext cx="49680" cy="91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1" name="Picture 120">
            <a:extLst>
              <a:ext uri="{FF2B5EF4-FFF2-40B4-BE49-F238E27FC236}">
                <a16:creationId xmlns:a16="http://schemas.microsoft.com/office/drawing/2014/main" id="{0374B82F-26F6-3AFC-F81B-6E6ED908AB1D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5602887" y="4479945"/>
            <a:ext cx="3372321" cy="819264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80E0F9BD-AA29-48C2-7A90-F75D569C80AC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5602887" y="5871577"/>
            <a:ext cx="3148804" cy="960001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756DF314-D730-2649-A1B5-B68B4806129A}"/>
              </a:ext>
            </a:extLst>
          </p:cNvPr>
          <p:cNvSpPr txBox="1"/>
          <p:nvPr/>
        </p:nvSpPr>
        <p:spPr>
          <a:xfrm>
            <a:off x="6925707" y="5323783"/>
            <a:ext cx="81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74C9D56-C306-7B83-599B-EF2E9C80AB2E}"/>
              </a:ext>
            </a:extLst>
          </p:cNvPr>
          <p:cNvSpPr txBox="1"/>
          <p:nvPr/>
        </p:nvSpPr>
        <p:spPr>
          <a:xfrm>
            <a:off x="8865141" y="4731011"/>
            <a:ext cx="2568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where </a:t>
            </a:r>
            <a:r>
              <a:rPr lang="en-US" sz="2400" i="1" dirty="0"/>
              <a:t>F(x) = f(g(x))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2EF6A17-B893-D0CF-FD8D-DE87F6AA93DD}"/>
              </a:ext>
            </a:extLst>
          </p:cNvPr>
          <p:cNvSpPr txBox="1"/>
          <p:nvPr/>
        </p:nvSpPr>
        <p:spPr>
          <a:xfrm>
            <a:off x="9076808" y="6120744"/>
            <a:ext cx="3293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we will use this form !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D6485DD-99BB-94A6-B88A-5D7AF2ABA67C}"/>
              </a:ext>
            </a:extLst>
          </p:cNvPr>
          <p:cNvGrpSpPr/>
          <p:nvPr/>
        </p:nvGrpSpPr>
        <p:grpSpPr>
          <a:xfrm>
            <a:off x="8847387" y="6290520"/>
            <a:ext cx="253800" cy="135000"/>
            <a:chOff x="8847387" y="6290520"/>
            <a:chExt cx="25380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2D251C1-015E-0700-9943-AA0BADDFF94B}"/>
                    </a:ext>
                  </a:extLst>
                </p14:cNvPr>
                <p14:cNvContentPartPr/>
                <p14:nvPr/>
              </p14:nvContentPartPr>
              <p14:xfrm>
                <a:off x="8847387" y="6366840"/>
                <a:ext cx="194400" cy="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2D251C1-015E-0700-9943-AA0BADDFF94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829747" y="6348840"/>
                  <a:ext cx="230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B01C11D-501D-1DE2-0807-2FA3EA4123C3}"/>
                    </a:ext>
                  </a:extLst>
                </p14:cNvPr>
                <p14:cNvContentPartPr/>
                <p14:nvPr/>
              </p14:nvContentPartPr>
              <p14:xfrm>
                <a:off x="9000027" y="6290520"/>
                <a:ext cx="101160" cy="135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B01C11D-501D-1DE2-0807-2FA3EA4123C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982027" y="6272880"/>
                  <a:ext cx="136800" cy="17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1204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6716-BC1B-C1A2-9420-F1773548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6808"/>
            <a:ext cx="10515600" cy="1325563"/>
          </a:xfrm>
        </p:spPr>
        <p:txBody>
          <a:bodyPr/>
          <a:lstStyle/>
          <a:p>
            <a:r>
              <a:rPr lang="en-US" dirty="0"/>
              <a:t>A simple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636B2-0BCE-BD64-7943-1D3D6427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32" y="1145516"/>
            <a:ext cx="8068801" cy="1857634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03E50284-1A34-8DB8-C767-12F290824474}"/>
              </a:ext>
            </a:extLst>
          </p:cNvPr>
          <p:cNvGrpSpPr/>
          <p:nvPr/>
        </p:nvGrpSpPr>
        <p:grpSpPr>
          <a:xfrm>
            <a:off x="1091907" y="3201000"/>
            <a:ext cx="5099040" cy="983880"/>
            <a:chOff x="1091907" y="3201000"/>
            <a:chExt cx="5099040" cy="98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04E4801-29EE-4073-9302-63E99AD668CE}"/>
                    </a:ext>
                  </a:extLst>
                </p14:cNvPr>
                <p14:cNvContentPartPr/>
                <p14:nvPr/>
              </p14:nvContentPartPr>
              <p14:xfrm>
                <a:off x="1148787" y="3201000"/>
                <a:ext cx="243000" cy="492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04E4801-29EE-4073-9302-63E99AD668C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31147" y="3183000"/>
                  <a:ext cx="27864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4FB5503-F943-7394-1EAC-4ABD3EBC171B}"/>
                    </a:ext>
                  </a:extLst>
                </p14:cNvPr>
                <p14:cNvContentPartPr/>
                <p14:nvPr/>
              </p14:nvContentPartPr>
              <p14:xfrm>
                <a:off x="1379907" y="3572520"/>
                <a:ext cx="107280" cy="103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4FB5503-F943-7394-1EAC-4ABD3EBC171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62267" y="3554880"/>
                  <a:ext cx="142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0CC51F8-3BAD-99A4-5331-5E2E3ED7BD6A}"/>
                    </a:ext>
                  </a:extLst>
                </p14:cNvPr>
                <p14:cNvContentPartPr/>
                <p14:nvPr/>
              </p14:nvContentPartPr>
              <p14:xfrm>
                <a:off x="1497987" y="3301080"/>
                <a:ext cx="243360" cy="550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0CC51F8-3BAD-99A4-5331-5E2E3ED7BD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80347" y="3283440"/>
                  <a:ext cx="27900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8882E98-FA82-7FE7-58DA-83CD33E043DF}"/>
                    </a:ext>
                  </a:extLst>
                </p14:cNvPr>
                <p14:cNvContentPartPr/>
                <p14:nvPr/>
              </p14:nvContentPartPr>
              <p14:xfrm>
                <a:off x="1091907" y="3783480"/>
                <a:ext cx="789120" cy="17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8882E98-FA82-7FE7-58DA-83CD33E043D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4267" y="3765480"/>
                  <a:ext cx="824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58AE96-91B9-AE98-0B7E-A7D4EE600195}"/>
                    </a:ext>
                  </a:extLst>
                </p14:cNvPr>
                <p14:cNvContentPartPr/>
                <p14:nvPr/>
              </p14:nvContentPartPr>
              <p14:xfrm>
                <a:off x="1217547" y="3808680"/>
                <a:ext cx="273960" cy="356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58AE96-91B9-AE98-0B7E-A7D4EE6001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99907" y="3791040"/>
                  <a:ext cx="3096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9116900-CFCB-76F8-AE8F-A52447FA6EB0}"/>
                    </a:ext>
                  </a:extLst>
                </p14:cNvPr>
                <p14:cNvContentPartPr/>
                <p14:nvPr/>
              </p14:nvContentPartPr>
              <p14:xfrm>
                <a:off x="1463787" y="3944040"/>
                <a:ext cx="327600" cy="216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9116900-CFCB-76F8-AE8F-A52447FA6EB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45787" y="3926400"/>
                  <a:ext cx="3632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C2813C8-BB7B-12E5-193D-DD769B309758}"/>
                    </a:ext>
                  </a:extLst>
                </p14:cNvPr>
                <p14:cNvContentPartPr/>
                <p14:nvPr/>
              </p14:nvContentPartPr>
              <p14:xfrm>
                <a:off x="2031867" y="3733080"/>
                <a:ext cx="174960" cy="17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C2813C8-BB7B-12E5-193D-DD769B30975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14227" y="3715440"/>
                  <a:ext cx="2106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508D47-35EE-7083-06C1-1E0C62A19FBD}"/>
                    </a:ext>
                  </a:extLst>
                </p14:cNvPr>
                <p14:cNvContentPartPr/>
                <p14:nvPr/>
              </p14:nvContentPartPr>
              <p14:xfrm>
                <a:off x="2065707" y="3826680"/>
                <a:ext cx="135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508D47-35EE-7083-06C1-1E0C62A19FB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47707" y="3809040"/>
                  <a:ext cx="171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B3D04C-FB3C-323A-904C-A2C97FCCAA21}"/>
                    </a:ext>
                  </a:extLst>
                </p14:cNvPr>
                <p14:cNvContentPartPr/>
                <p14:nvPr/>
              </p14:nvContentPartPr>
              <p14:xfrm>
                <a:off x="2478267" y="3210000"/>
                <a:ext cx="180720" cy="428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B3D04C-FB3C-323A-904C-A2C97FCCAA2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60627" y="3192000"/>
                  <a:ext cx="2163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7A06B75-5272-8805-F930-B601F1686B36}"/>
                    </a:ext>
                  </a:extLst>
                </p14:cNvPr>
                <p14:cNvContentPartPr/>
                <p14:nvPr/>
              </p14:nvContentPartPr>
              <p14:xfrm>
                <a:off x="2698947" y="3300720"/>
                <a:ext cx="178560" cy="384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7A06B75-5272-8805-F930-B601F1686B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81307" y="3282720"/>
                  <a:ext cx="2142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2443966-6A7D-5D7C-5DFE-EF629B825214}"/>
                    </a:ext>
                  </a:extLst>
                </p14:cNvPr>
                <p14:cNvContentPartPr/>
                <p14:nvPr/>
              </p14:nvContentPartPr>
              <p14:xfrm>
                <a:off x="2463507" y="3733440"/>
                <a:ext cx="55044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2443966-6A7D-5D7C-5DFE-EF629B82521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45867" y="3715800"/>
                  <a:ext cx="586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9A0A11-41BD-9A8C-BFF3-6B77C1FBCE61}"/>
                    </a:ext>
                  </a:extLst>
                </p14:cNvPr>
                <p14:cNvContentPartPr/>
                <p14:nvPr/>
              </p14:nvContentPartPr>
              <p14:xfrm>
                <a:off x="2511027" y="3829920"/>
                <a:ext cx="262080" cy="347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9A0A11-41BD-9A8C-BFF3-6B77C1FBCE6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93387" y="3811920"/>
                  <a:ext cx="2977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6A321AB-759F-6173-EAA0-90FF824CFB64}"/>
                    </a:ext>
                  </a:extLst>
                </p14:cNvPr>
                <p14:cNvContentPartPr/>
                <p14:nvPr/>
              </p14:nvContentPartPr>
              <p14:xfrm>
                <a:off x="2818827" y="3965280"/>
                <a:ext cx="239760" cy="191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6A321AB-759F-6173-EAA0-90FF824CFB6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00827" y="3947640"/>
                  <a:ext cx="275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0831F38-4B9C-EF17-0BF8-A477BADCA833}"/>
                    </a:ext>
                  </a:extLst>
                </p14:cNvPr>
                <p14:cNvContentPartPr/>
                <p14:nvPr/>
              </p14:nvContentPartPr>
              <p14:xfrm>
                <a:off x="3191787" y="3733440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0831F38-4B9C-EF17-0BF8-A477BADCA83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174147" y="37158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7C87288-E32A-E6FC-A890-08012FB0639F}"/>
                    </a:ext>
                  </a:extLst>
                </p14:cNvPr>
                <p14:cNvContentPartPr/>
                <p14:nvPr/>
              </p14:nvContentPartPr>
              <p14:xfrm>
                <a:off x="3426507" y="3225840"/>
                <a:ext cx="120960" cy="467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7C87288-E32A-E6FC-A890-08012FB0639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08507" y="3208200"/>
                  <a:ext cx="15660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39B554A-B8A7-63FD-A2EE-363950A9FCE2}"/>
                    </a:ext>
                  </a:extLst>
                </p14:cNvPr>
                <p14:cNvContentPartPr/>
                <p14:nvPr/>
              </p14:nvContentPartPr>
              <p14:xfrm>
                <a:off x="3538827" y="3581160"/>
                <a:ext cx="127080" cy="112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39B554A-B8A7-63FD-A2EE-363950A9FCE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20827" y="3563160"/>
                  <a:ext cx="162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CFE8E41-D1C9-9314-6F6D-106F3360E3E5}"/>
                    </a:ext>
                  </a:extLst>
                </p14:cNvPr>
                <p14:cNvContentPartPr/>
                <p14:nvPr/>
              </p14:nvContentPartPr>
              <p14:xfrm>
                <a:off x="3700107" y="3384960"/>
                <a:ext cx="263160" cy="232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CFE8E41-D1C9-9314-6F6D-106F3360E3E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82107" y="3367320"/>
                  <a:ext cx="2988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6F4BF66-51C1-1465-75AB-2AF7132314BE}"/>
                    </a:ext>
                  </a:extLst>
                </p14:cNvPr>
                <p14:cNvContentPartPr/>
                <p14:nvPr/>
              </p14:nvContentPartPr>
              <p14:xfrm>
                <a:off x="3420387" y="3758640"/>
                <a:ext cx="651960" cy="26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6F4BF66-51C1-1465-75AB-2AF7132314B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02387" y="3740640"/>
                  <a:ext cx="687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EDE76BF-94D0-1DC5-DABA-87082A9F5EAF}"/>
                    </a:ext>
                  </a:extLst>
                </p14:cNvPr>
                <p14:cNvContentPartPr/>
                <p14:nvPr/>
              </p14:nvContentPartPr>
              <p14:xfrm>
                <a:off x="3570867" y="3859440"/>
                <a:ext cx="290520" cy="325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EDE76BF-94D0-1DC5-DABA-87082A9F5EA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52867" y="3841440"/>
                  <a:ext cx="3261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5AED02-5821-96D6-F50A-B580F5403E5C}"/>
                    </a:ext>
                  </a:extLst>
                </p14:cNvPr>
                <p14:cNvContentPartPr/>
                <p14:nvPr/>
              </p14:nvContentPartPr>
              <p14:xfrm>
                <a:off x="3874707" y="3995880"/>
                <a:ext cx="233640" cy="163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5AED02-5821-96D6-F50A-B580F5403E5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57067" y="3977880"/>
                  <a:ext cx="269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93C7888-7091-21C2-B5D0-E29232F57F64}"/>
                    </a:ext>
                  </a:extLst>
                </p14:cNvPr>
                <p14:cNvContentPartPr/>
                <p14:nvPr/>
              </p14:nvContentPartPr>
              <p14:xfrm>
                <a:off x="4267107" y="3682680"/>
                <a:ext cx="13644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93C7888-7091-21C2-B5D0-E29232F57F6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49467" y="3665040"/>
                  <a:ext cx="172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09E38AB-69F9-C9A3-8A94-49DC53CA3B40}"/>
                    </a:ext>
                  </a:extLst>
                </p14:cNvPr>
                <p14:cNvContentPartPr/>
                <p14:nvPr/>
              </p14:nvContentPartPr>
              <p14:xfrm>
                <a:off x="4274307" y="3775920"/>
                <a:ext cx="210600" cy="9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09E38AB-69F9-C9A3-8A94-49DC53CA3B4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56307" y="3757920"/>
                  <a:ext cx="246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3B29556-04C3-ABF6-0B1C-0DF243C006FA}"/>
                    </a:ext>
                  </a:extLst>
                </p14:cNvPr>
                <p14:cNvContentPartPr/>
                <p14:nvPr/>
              </p14:nvContentPartPr>
              <p14:xfrm>
                <a:off x="4647987" y="3554520"/>
                <a:ext cx="375480" cy="383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3B29556-04C3-ABF6-0B1C-0DF243C006F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29987" y="3536880"/>
                  <a:ext cx="4111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7105E70-9182-1941-ED8F-1599D20C663F}"/>
                    </a:ext>
                  </a:extLst>
                </p14:cNvPr>
                <p14:cNvContentPartPr/>
                <p14:nvPr/>
              </p14:nvContentPartPr>
              <p14:xfrm>
                <a:off x="5113467" y="3716520"/>
                <a:ext cx="360" cy="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7105E70-9182-1941-ED8F-1599D20C663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95827" y="36988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366A6F4-D01C-4DF8-C0BB-266DBB9D874F}"/>
                    </a:ext>
                  </a:extLst>
                </p14:cNvPr>
                <p14:cNvContentPartPr/>
                <p14:nvPr/>
              </p14:nvContentPartPr>
              <p14:xfrm>
                <a:off x="5198427" y="3519240"/>
                <a:ext cx="153720" cy="374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366A6F4-D01C-4DF8-C0BB-266DBB9D874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80427" y="3501240"/>
                  <a:ext cx="1893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EB79B5B-BB5A-6952-F397-ACD0B02ED406}"/>
                    </a:ext>
                  </a:extLst>
                </p14:cNvPr>
                <p14:cNvContentPartPr/>
                <p14:nvPr/>
              </p14:nvContentPartPr>
              <p14:xfrm>
                <a:off x="5493987" y="3623640"/>
                <a:ext cx="298440" cy="9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EB79B5B-BB5A-6952-F397-ACD0B02ED4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75987" y="3605640"/>
                  <a:ext cx="334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1E797AD-320A-E56A-3870-99D3269A449E}"/>
                    </a:ext>
                  </a:extLst>
                </p14:cNvPr>
                <p14:cNvContentPartPr/>
                <p14:nvPr/>
              </p14:nvContentPartPr>
              <p14:xfrm>
                <a:off x="5537187" y="3708240"/>
                <a:ext cx="290520" cy="18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1E797AD-320A-E56A-3870-99D3269A44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19187" y="3690600"/>
                  <a:ext cx="326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835F504-7D7C-E438-2710-D013B6AF18F5}"/>
                    </a:ext>
                  </a:extLst>
                </p14:cNvPr>
                <p14:cNvContentPartPr/>
                <p14:nvPr/>
              </p14:nvContentPartPr>
              <p14:xfrm>
                <a:off x="5901147" y="3537240"/>
                <a:ext cx="289800" cy="349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835F504-7D7C-E438-2710-D013B6AF18F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83147" y="3519240"/>
                  <a:ext cx="32544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52EEC54-0575-C9B5-10DD-A08952DDABF5}"/>
              </a:ext>
            </a:extLst>
          </p:cNvPr>
          <p:cNvGrpSpPr/>
          <p:nvPr/>
        </p:nvGrpSpPr>
        <p:grpSpPr>
          <a:xfrm>
            <a:off x="1270107" y="5668080"/>
            <a:ext cx="898920" cy="955080"/>
            <a:chOff x="1270107" y="5668080"/>
            <a:chExt cx="898920" cy="95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B9AC93F-777B-01CC-26B3-652366F50E5B}"/>
                    </a:ext>
                  </a:extLst>
                </p14:cNvPr>
                <p14:cNvContentPartPr/>
                <p14:nvPr/>
              </p14:nvContentPartPr>
              <p14:xfrm>
                <a:off x="1294227" y="5668080"/>
                <a:ext cx="248400" cy="421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B9AC93F-777B-01CC-26B3-652366F50E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76587" y="5650440"/>
                  <a:ext cx="2840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3434D23-E5BC-9A1E-24EE-DBB56F67D6CE}"/>
                    </a:ext>
                  </a:extLst>
                </p14:cNvPr>
                <p14:cNvContentPartPr/>
                <p14:nvPr/>
              </p14:nvContentPartPr>
              <p14:xfrm>
                <a:off x="1578627" y="5699400"/>
                <a:ext cx="173160" cy="465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3434D23-E5BC-9A1E-24EE-DBB56F67D6C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60627" y="5681760"/>
                  <a:ext cx="20880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3684B54-F7CE-807D-9377-8A676AAB1B9B}"/>
                    </a:ext>
                  </a:extLst>
                </p14:cNvPr>
                <p14:cNvContentPartPr/>
                <p14:nvPr/>
              </p14:nvContentPartPr>
              <p14:xfrm>
                <a:off x="1303587" y="6163080"/>
                <a:ext cx="498240" cy="9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3684B54-F7CE-807D-9377-8A676AAB1B9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285587" y="6145440"/>
                  <a:ext cx="533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2517B09-BC7E-80D1-43D1-B33FD16706FC}"/>
                    </a:ext>
                  </a:extLst>
                </p14:cNvPr>
                <p14:cNvContentPartPr/>
                <p14:nvPr/>
              </p14:nvContentPartPr>
              <p14:xfrm>
                <a:off x="1270107" y="6253800"/>
                <a:ext cx="349200" cy="369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2517B09-BC7E-80D1-43D1-B33FD16706F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52467" y="6236160"/>
                  <a:ext cx="3848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7FC4E4A-F59A-74CB-5FEA-92B630911920}"/>
                    </a:ext>
                  </a:extLst>
                </p14:cNvPr>
                <p14:cNvContentPartPr/>
                <p14:nvPr/>
              </p14:nvContentPartPr>
              <p14:xfrm>
                <a:off x="1623987" y="6374760"/>
                <a:ext cx="185040" cy="223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7FC4E4A-F59A-74CB-5FEA-92B63091192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06347" y="6357120"/>
                  <a:ext cx="2206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5D4A71D-DCC3-171A-1F3F-D9361E327396}"/>
                    </a:ext>
                  </a:extLst>
                </p14:cNvPr>
                <p14:cNvContentPartPr/>
                <p14:nvPr/>
              </p14:nvContentPartPr>
              <p14:xfrm>
                <a:off x="1887867" y="6146160"/>
                <a:ext cx="212760" cy="9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5D4A71D-DCC3-171A-1F3F-D9361E3273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70227" y="6128520"/>
                  <a:ext cx="2484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1D5664C-754D-6630-0DE5-BBF1EBA6C74D}"/>
                    </a:ext>
                  </a:extLst>
                </p14:cNvPr>
                <p14:cNvContentPartPr/>
                <p14:nvPr/>
              </p14:nvContentPartPr>
              <p14:xfrm>
                <a:off x="1922067" y="6214560"/>
                <a:ext cx="246960" cy="86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1D5664C-754D-6630-0DE5-BBF1EBA6C74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04067" y="6196560"/>
                  <a:ext cx="2826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0542FE8-F0AB-E55D-7388-6530EC11BB82}"/>
              </a:ext>
            </a:extLst>
          </p:cNvPr>
          <p:cNvGrpSpPr/>
          <p:nvPr/>
        </p:nvGrpSpPr>
        <p:grpSpPr>
          <a:xfrm>
            <a:off x="1225467" y="4470720"/>
            <a:ext cx="3923640" cy="1033920"/>
            <a:chOff x="1225467" y="4470720"/>
            <a:chExt cx="3923640" cy="10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1EF57CA-D6F9-9450-352C-0861FAB4EFF5}"/>
                    </a:ext>
                  </a:extLst>
                </p14:cNvPr>
                <p14:cNvContentPartPr/>
                <p14:nvPr/>
              </p14:nvContentPartPr>
              <p14:xfrm>
                <a:off x="1225467" y="4481520"/>
                <a:ext cx="263160" cy="442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1EF57CA-D6F9-9450-352C-0861FAB4EF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07827" y="4463520"/>
                  <a:ext cx="29880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2BCB8CC-222D-2905-71D7-3A93DF5E67C4}"/>
                    </a:ext>
                  </a:extLst>
                </p14:cNvPr>
                <p14:cNvContentPartPr/>
                <p14:nvPr/>
              </p14:nvContentPartPr>
              <p14:xfrm>
                <a:off x="1529307" y="4526880"/>
                <a:ext cx="239760" cy="528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2BCB8CC-222D-2905-71D7-3A93DF5E67C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11307" y="4509240"/>
                  <a:ext cx="2754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1328018-08A0-6925-3A81-0A3BC601F933}"/>
                    </a:ext>
                  </a:extLst>
                </p14:cNvPr>
                <p14:cNvContentPartPr/>
                <p14:nvPr/>
              </p14:nvContentPartPr>
              <p14:xfrm>
                <a:off x="1252827" y="4961040"/>
                <a:ext cx="718920" cy="68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1328018-08A0-6925-3A81-0A3BC601F9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34827" y="4943040"/>
                  <a:ext cx="754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4D8286D-6509-D4B7-ADA1-8FFB34F2FF99}"/>
                    </a:ext>
                  </a:extLst>
                </p14:cNvPr>
                <p14:cNvContentPartPr/>
                <p14:nvPr/>
              </p14:nvContentPartPr>
              <p14:xfrm>
                <a:off x="1368747" y="5159400"/>
                <a:ext cx="290160" cy="328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4D8286D-6509-D4B7-ADA1-8FFB34F2FF9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51107" y="5141400"/>
                  <a:ext cx="3258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003252E-9527-8B9E-290B-DCC97D4BF950}"/>
                    </a:ext>
                  </a:extLst>
                </p14:cNvPr>
                <p14:cNvContentPartPr/>
                <p14:nvPr/>
              </p14:nvContentPartPr>
              <p14:xfrm>
                <a:off x="1690947" y="5085600"/>
                <a:ext cx="266040" cy="370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003252E-9527-8B9E-290B-DCC97D4BF95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72947" y="5067600"/>
                  <a:ext cx="3016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16784FB-88D9-6370-E371-F0D87E1CDD74}"/>
                    </a:ext>
                  </a:extLst>
                </p14:cNvPr>
                <p14:cNvContentPartPr/>
                <p14:nvPr/>
              </p14:nvContentPartPr>
              <p14:xfrm>
                <a:off x="2082627" y="4935840"/>
                <a:ext cx="231480" cy="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16784FB-88D9-6370-E371-F0D87E1CDD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64987" y="4918200"/>
                  <a:ext cx="267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42F4C1C-D602-E4F0-3E3E-885883D7FAD3}"/>
                    </a:ext>
                  </a:extLst>
                </p14:cNvPr>
                <p14:cNvContentPartPr/>
                <p14:nvPr/>
              </p14:nvContentPartPr>
              <p14:xfrm>
                <a:off x="2125107" y="5020800"/>
                <a:ext cx="22140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42F4C1C-D602-E4F0-3E3E-885883D7FAD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07467" y="5002800"/>
                  <a:ext cx="257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078C28C-DDC3-8133-BD2D-63E3ABCABF2A}"/>
                    </a:ext>
                  </a:extLst>
                </p14:cNvPr>
                <p14:cNvContentPartPr/>
                <p14:nvPr/>
              </p14:nvContentPartPr>
              <p14:xfrm>
                <a:off x="2547027" y="4470720"/>
                <a:ext cx="145800" cy="460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078C28C-DDC3-8133-BD2D-63E3ABCABF2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29387" y="4452720"/>
                  <a:ext cx="1814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57C6E1F-65D2-4B92-7275-274C54B29840}"/>
                    </a:ext>
                  </a:extLst>
                </p14:cNvPr>
                <p14:cNvContentPartPr/>
                <p14:nvPr/>
              </p14:nvContentPartPr>
              <p14:xfrm>
                <a:off x="2774547" y="4571160"/>
                <a:ext cx="246240" cy="451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57C6E1F-65D2-4B92-7275-274C54B2984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56547" y="4553520"/>
                  <a:ext cx="28188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30B3CFF-B65F-DB37-F189-B9AAFC8FE45D}"/>
                    </a:ext>
                  </a:extLst>
                </p14:cNvPr>
                <p14:cNvContentPartPr/>
                <p14:nvPr/>
              </p14:nvContentPartPr>
              <p14:xfrm>
                <a:off x="2692467" y="4927560"/>
                <a:ext cx="75240" cy="7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30B3CFF-B65F-DB37-F189-B9AAFC8FE45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74467" y="4909560"/>
                  <a:ext cx="110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44DB0EA-6874-DFBB-BD5A-98AEB36A2A14}"/>
                    </a:ext>
                  </a:extLst>
                </p14:cNvPr>
                <p14:cNvContentPartPr/>
                <p14:nvPr/>
              </p14:nvContentPartPr>
              <p14:xfrm>
                <a:off x="2590587" y="4970400"/>
                <a:ext cx="436680" cy="67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44DB0EA-6874-DFBB-BD5A-98AEB36A2A1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72947" y="4952400"/>
                  <a:ext cx="472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F92C173-E6FF-3263-707A-5176ECA81A6D}"/>
                    </a:ext>
                  </a:extLst>
                </p14:cNvPr>
                <p14:cNvContentPartPr/>
                <p14:nvPr/>
              </p14:nvContentPartPr>
              <p14:xfrm>
                <a:off x="2571507" y="5112960"/>
                <a:ext cx="509760" cy="357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F92C173-E6FF-3263-707A-5176ECA81A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553507" y="5094960"/>
                  <a:ext cx="54540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9050590-BF60-9D87-AC6C-AC5A897BFDC1}"/>
                    </a:ext>
                  </a:extLst>
                </p14:cNvPr>
                <p14:cNvContentPartPr/>
                <p14:nvPr/>
              </p14:nvContentPartPr>
              <p14:xfrm>
                <a:off x="3242907" y="5020800"/>
                <a:ext cx="180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9050590-BF60-9D87-AC6C-AC5A897BFDC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24907" y="5002800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14895CF-9D83-7410-7E94-91D5E70D0558}"/>
                    </a:ext>
                  </a:extLst>
                </p14:cNvPr>
                <p14:cNvContentPartPr/>
                <p14:nvPr/>
              </p14:nvContentPartPr>
              <p14:xfrm>
                <a:off x="3393747" y="4489080"/>
                <a:ext cx="177840" cy="399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14895CF-9D83-7410-7E94-91D5E70D055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75747" y="4471440"/>
                  <a:ext cx="2134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BB8D794-7DA4-38BA-F50A-58F5C2EA1675}"/>
                    </a:ext>
                  </a:extLst>
                </p14:cNvPr>
                <p14:cNvContentPartPr/>
                <p14:nvPr/>
              </p14:nvContentPartPr>
              <p14:xfrm>
                <a:off x="3598227" y="4644960"/>
                <a:ext cx="372600" cy="251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BB8D794-7DA4-38BA-F50A-58F5C2EA167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80587" y="4626960"/>
                  <a:ext cx="4082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9331A8F-9BAE-B21A-F1E3-ABD6A718BBA8}"/>
                    </a:ext>
                  </a:extLst>
                </p14:cNvPr>
                <p14:cNvContentPartPr/>
                <p14:nvPr/>
              </p14:nvContentPartPr>
              <p14:xfrm>
                <a:off x="3479427" y="4944480"/>
                <a:ext cx="567000" cy="59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9331A8F-9BAE-B21A-F1E3-ABD6A718BBA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61787" y="4926480"/>
                  <a:ext cx="602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8406F27-5EC6-EF37-8D4E-28843CAC37E9}"/>
                    </a:ext>
                  </a:extLst>
                </p14:cNvPr>
                <p14:cNvContentPartPr/>
                <p14:nvPr/>
              </p14:nvContentPartPr>
              <p14:xfrm>
                <a:off x="3536667" y="5097120"/>
                <a:ext cx="147600" cy="360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8406F27-5EC6-EF37-8D4E-28843CAC37E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19027" y="5079120"/>
                  <a:ext cx="18324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211B54B-A692-8E3F-159B-55F1A3D5F1BD}"/>
                    </a:ext>
                  </a:extLst>
                </p14:cNvPr>
                <p14:cNvContentPartPr/>
                <p14:nvPr/>
              </p14:nvContentPartPr>
              <p14:xfrm>
                <a:off x="3691107" y="5196480"/>
                <a:ext cx="405720" cy="268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211B54B-A692-8E3F-159B-55F1A3D5F1B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73107" y="5178480"/>
                  <a:ext cx="4413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A886CF6-B948-5498-C3D9-35B286CB02C7}"/>
                    </a:ext>
                  </a:extLst>
                </p14:cNvPr>
                <p14:cNvContentPartPr/>
                <p14:nvPr/>
              </p14:nvContentPartPr>
              <p14:xfrm>
                <a:off x="4199067" y="4918920"/>
                <a:ext cx="1800" cy="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A886CF6-B948-5498-C3D9-35B286CB02C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81427" y="4901280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5899E80-6C91-9A87-18F7-FF41DD296590}"/>
                    </a:ext>
                  </a:extLst>
                </p14:cNvPr>
                <p14:cNvContentPartPr/>
                <p14:nvPr/>
              </p14:nvContentPartPr>
              <p14:xfrm>
                <a:off x="4383747" y="4502040"/>
                <a:ext cx="587520" cy="427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5899E80-6C91-9A87-18F7-FF41DD29659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366107" y="4484040"/>
                  <a:ext cx="6231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7879D66-0299-1919-C102-83B2F4FF3D0D}"/>
                    </a:ext>
                  </a:extLst>
                </p14:cNvPr>
                <p14:cNvContentPartPr/>
                <p14:nvPr/>
              </p14:nvContentPartPr>
              <p14:xfrm>
                <a:off x="4419387" y="4951680"/>
                <a:ext cx="644760" cy="94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7879D66-0299-1919-C102-83B2F4FF3D0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01747" y="4933680"/>
                  <a:ext cx="680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A714A86-3483-07A3-1E4E-979AD71DF458}"/>
                    </a:ext>
                  </a:extLst>
                </p14:cNvPr>
                <p14:cNvContentPartPr/>
                <p14:nvPr/>
              </p14:nvContentPartPr>
              <p14:xfrm>
                <a:off x="4577787" y="5089200"/>
                <a:ext cx="123840" cy="415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A714A86-3483-07A3-1E4E-979AD71DF45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559787" y="5071200"/>
                  <a:ext cx="1594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81576F-EFD1-89FD-2110-C896574290A4}"/>
                    </a:ext>
                  </a:extLst>
                </p14:cNvPr>
                <p14:cNvContentPartPr/>
                <p14:nvPr/>
              </p14:nvContentPartPr>
              <p14:xfrm>
                <a:off x="4724307" y="5107560"/>
                <a:ext cx="424800" cy="371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81576F-EFD1-89FD-2110-C896574290A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06667" y="5089560"/>
                  <a:ext cx="460440" cy="40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7197AB1-1FD9-8967-7BF6-218A9BCA1FE3}"/>
              </a:ext>
            </a:extLst>
          </p:cNvPr>
          <p:cNvGrpSpPr/>
          <p:nvPr/>
        </p:nvGrpSpPr>
        <p:grpSpPr>
          <a:xfrm>
            <a:off x="5342427" y="4859880"/>
            <a:ext cx="433080" cy="110520"/>
            <a:chOff x="5342427" y="4859880"/>
            <a:chExt cx="43308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45933BA-C215-76C5-DA17-49160F00C2A4}"/>
                    </a:ext>
                  </a:extLst>
                </p14:cNvPr>
                <p14:cNvContentPartPr/>
                <p14:nvPr/>
              </p14:nvContentPartPr>
              <p14:xfrm>
                <a:off x="5342427" y="4859880"/>
                <a:ext cx="282960" cy="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45933BA-C215-76C5-DA17-49160F00C2A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24427" y="4842240"/>
                  <a:ext cx="318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69EA5EE-72BB-CF31-7AEC-500AB8D7EE72}"/>
                    </a:ext>
                  </a:extLst>
                </p14:cNvPr>
                <p14:cNvContentPartPr/>
                <p14:nvPr/>
              </p14:nvContentPartPr>
              <p14:xfrm>
                <a:off x="5427027" y="4970040"/>
                <a:ext cx="348480" cy="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69EA5EE-72BB-CF31-7AEC-500AB8D7EE7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409387" y="4952040"/>
                  <a:ext cx="3841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5C799048-120F-2B5C-7510-5547A2EDE6FD}"/>
              </a:ext>
            </a:extLst>
          </p:cNvPr>
          <p:cNvGrpSpPr/>
          <p:nvPr/>
        </p:nvGrpSpPr>
        <p:grpSpPr>
          <a:xfrm>
            <a:off x="2494827" y="5660880"/>
            <a:ext cx="731160" cy="1050480"/>
            <a:chOff x="2494827" y="5660880"/>
            <a:chExt cx="731160" cy="10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44DE7A7-1F18-B8BE-8F04-F8A8701201E0}"/>
                    </a:ext>
                  </a:extLst>
                </p14:cNvPr>
                <p14:cNvContentPartPr/>
                <p14:nvPr/>
              </p14:nvContentPartPr>
              <p14:xfrm>
                <a:off x="2494827" y="5660880"/>
                <a:ext cx="249840" cy="480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44DE7A7-1F18-B8BE-8F04-F8A8701201E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477187" y="5642880"/>
                  <a:ext cx="28548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642CFB4-0B5C-70C1-8232-526E5181026E}"/>
                    </a:ext>
                  </a:extLst>
                </p14:cNvPr>
                <p14:cNvContentPartPr/>
                <p14:nvPr/>
              </p14:nvContentPartPr>
              <p14:xfrm>
                <a:off x="2785707" y="5751240"/>
                <a:ext cx="247320" cy="396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642CFB4-0B5C-70C1-8232-526E5181026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767707" y="5733240"/>
                  <a:ext cx="28296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F69C444-25EA-9E06-1B4F-70095A77DB39}"/>
                    </a:ext>
                  </a:extLst>
                </p14:cNvPr>
                <p14:cNvContentPartPr/>
                <p14:nvPr/>
              </p14:nvContentPartPr>
              <p14:xfrm>
                <a:off x="2497707" y="6248400"/>
                <a:ext cx="534960" cy="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F69C444-25EA-9E06-1B4F-70095A77DB3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479707" y="6230400"/>
                  <a:ext cx="570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DBCC1A4-BB1E-627F-B0F8-BB2E17AAAAD4}"/>
                    </a:ext>
                  </a:extLst>
                </p14:cNvPr>
                <p14:cNvContentPartPr/>
                <p14:nvPr/>
              </p14:nvContentPartPr>
              <p14:xfrm>
                <a:off x="2569347" y="6332280"/>
                <a:ext cx="125280" cy="379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DBCC1A4-BB1E-627F-B0F8-BB2E17AAAAD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551707" y="6314280"/>
                  <a:ext cx="1609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4146043-11E1-9A3F-245D-2707287D259A}"/>
                    </a:ext>
                  </a:extLst>
                </p14:cNvPr>
                <p14:cNvContentPartPr/>
                <p14:nvPr/>
              </p14:nvContentPartPr>
              <p14:xfrm>
                <a:off x="2734587" y="6434880"/>
                <a:ext cx="397800" cy="265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4146043-11E1-9A3F-245D-2707287D259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716947" y="6416880"/>
                  <a:ext cx="433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7E5C88B-2CCA-27E2-D567-EFED37D779BD}"/>
                    </a:ext>
                  </a:extLst>
                </p14:cNvPr>
                <p14:cNvContentPartPr/>
                <p14:nvPr/>
              </p14:nvContentPartPr>
              <p14:xfrm>
                <a:off x="3225627" y="6197640"/>
                <a:ext cx="360" cy="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7E5C88B-2CCA-27E2-D567-EFED37D779B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07627" y="61796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6D21D5F-27F5-2192-4BE3-AA294F4FBFA9}"/>
              </a:ext>
            </a:extLst>
          </p:cNvPr>
          <p:cNvGrpSpPr/>
          <p:nvPr/>
        </p:nvGrpSpPr>
        <p:grpSpPr>
          <a:xfrm>
            <a:off x="3463227" y="5681760"/>
            <a:ext cx="2624760" cy="1033200"/>
            <a:chOff x="3463227" y="5681760"/>
            <a:chExt cx="2624760" cy="10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6E24D44-BCF9-1E55-835C-CAC22F2D218C}"/>
                    </a:ext>
                  </a:extLst>
                </p14:cNvPr>
                <p14:cNvContentPartPr/>
                <p14:nvPr/>
              </p14:nvContentPartPr>
              <p14:xfrm>
                <a:off x="3463227" y="5681760"/>
                <a:ext cx="127800" cy="457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6E24D44-BCF9-1E55-835C-CAC22F2D218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445227" y="5664120"/>
                  <a:ext cx="16344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278BA5A-F66B-2539-1E42-122EB4EAF697}"/>
                    </a:ext>
                  </a:extLst>
                </p14:cNvPr>
                <p14:cNvContentPartPr/>
                <p14:nvPr/>
              </p14:nvContentPartPr>
              <p14:xfrm>
                <a:off x="3598227" y="5854200"/>
                <a:ext cx="369360" cy="239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278BA5A-F66B-2539-1E42-122EB4EAF69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80587" y="5836560"/>
                  <a:ext cx="4050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FE7E6A3-5F9D-579A-403D-BAA7CEBDDE00}"/>
                    </a:ext>
                  </a:extLst>
                </p14:cNvPr>
                <p14:cNvContentPartPr/>
                <p14:nvPr/>
              </p14:nvContentPartPr>
              <p14:xfrm>
                <a:off x="3513627" y="6189000"/>
                <a:ext cx="415440" cy="25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FE7E6A3-5F9D-579A-403D-BAA7CEBDDE0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95627" y="6171000"/>
                  <a:ext cx="4510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BCD55E7-09E1-4565-3D25-12D708F17130}"/>
                    </a:ext>
                  </a:extLst>
                </p14:cNvPr>
                <p14:cNvContentPartPr/>
                <p14:nvPr/>
              </p14:nvContentPartPr>
              <p14:xfrm>
                <a:off x="3486627" y="6290880"/>
                <a:ext cx="142920" cy="380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BCD55E7-09E1-4565-3D25-12D708F1713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68627" y="6273240"/>
                  <a:ext cx="1785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4C8D003-CD82-3B8E-DFF2-75689717F101}"/>
                    </a:ext>
                  </a:extLst>
                </p14:cNvPr>
                <p14:cNvContentPartPr/>
                <p14:nvPr/>
              </p14:nvContentPartPr>
              <p14:xfrm>
                <a:off x="3639987" y="6438120"/>
                <a:ext cx="414720" cy="251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4C8D003-CD82-3B8E-DFF2-75689717F1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621987" y="6420480"/>
                  <a:ext cx="4503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09034B5-29EE-3478-9146-41AF070BB023}"/>
                    </a:ext>
                  </a:extLst>
                </p14:cNvPr>
                <p14:cNvContentPartPr/>
                <p14:nvPr/>
              </p14:nvContentPartPr>
              <p14:xfrm>
                <a:off x="4131387" y="6138240"/>
                <a:ext cx="180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09034B5-29EE-3478-9146-41AF070BB02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3747" y="6120600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28D0637-0792-F30B-B029-576D6E4D052D}"/>
                    </a:ext>
                  </a:extLst>
                </p14:cNvPr>
                <p14:cNvContentPartPr/>
                <p14:nvPr/>
              </p14:nvContentPartPr>
              <p14:xfrm>
                <a:off x="4281867" y="5735040"/>
                <a:ext cx="617760" cy="447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28D0637-0792-F30B-B029-576D6E4D052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64227" y="5717400"/>
                  <a:ext cx="6534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9BF8353-A605-23B8-3286-D4DB5908D43E}"/>
                    </a:ext>
                  </a:extLst>
                </p14:cNvPr>
                <p14:cNvContentPartPr/>
                <p14:nvPr/>
              </p14:nvContentPartPr>
              <p14:xfrm>
                <a:off x="4334787" y="6180360"/>
                <a:ext cx="728640" cy="597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9BF8353-A605-23B8-3286-D4DB5908D43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316787" y="6162720"/>
                  <a:ext cx="764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77FFC76-D8AC-EBA1-E825-B5028F16E80B}"/>
                    </a:ext>
                  </a:extLst>
                </p14:cNvPr>
                <p14:cNvContentPartPr/>
                <p14:nvPr/>
              </p14:nvContentPartPr>
              <p14:xfrm>
                <a:off x="4494987" y="6280080"/>
                <a:ext cx="288720" cy="434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77FFC76-D8AC-EBA1-E825-B5028F16E80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476987" y="6262080"/>
                  <a:ext cx="32436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6FBD563-7598-C1D2-B95B-CF4677BBE191}"/>
                    </a:ext>
                  </a:extLst>
                </p14:cNvPr>
                <p14:cNvContentPartPr/>
                <p14:nvPr/>
              </p14:nvContentPartPr>
              <p14:xfrm>
                <a:off x="4799187" y="6434520"/>
                <a:ext cx="222840" cy="212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6FBD563-7598-C1D2-B95B-CF4677BBE19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781547" y="6416880"/>
                  <a:ext cx="258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5A71C11-2F26-2357-24B4-E820207D26C1}"/>
                    </a:ext>
                  </a:extLst>
                </p14:cNvPr>
                <p14:cNvContentPartPr/>
                <p14:nvPr/>
              </p14:nvContentPartPr>
              <p14:xfrm>
                <a:off x="5181507" y="6087480"/>
                <a:ext cx="266040" cy="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5A71C11-2F26-2357-24B4-E820207D26C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163867" y="6069840"/>
                  <a:ext cx="301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63EA913-9644-3C59-BE2C-FFAE712B730C}"/>
                    </a:ext>
                  </a:extLst>
                </p14:cNvPr>
                <p14:cNvContentPartPr/>
                <p14:nvPr/>
              </p14:nvContentPartPr>
              <p14:xfrm>
                <a:off x="5189787" y="6213840"/>
                <a:ext cx="289800" cy="9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63EA913-9644-3C59-BE2C-FFAE712B730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172147" y="6196200"/>
                  <a:ext cx="325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F730351-7622-6F15-6B61-3473171DA0DC}"/>
                    </a:ext>
                  </a:extLst>
                </p14:cNvPr>
                <p14:cNvContentPartPr/>
                <p14:nvPr/>
              </p14:nvContentPartPr>
              <p14:xfrm>
                <a:off x="5706387" y="5959680"/>
                <a:ext cx="197640" cy="391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F730351-7622-6F15-6B61-3473171DA0D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688387" y="5942040"/>
                  <a:ext cx="2332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6D2B1A2-A5F6-C9AE-AB76-308D95AD5AE9}"/>
                    </a:ext>
                  </a:extLst>
                </p14:cNvPr>
                <p14:cNvContentPartPr/>
                <p14:nvPr/>
              </p14:nvContentPartPr>
              <p14:xfrm>
                <a:off x="6087627" y="6112680"/>
                <a:ext cx="360" cy="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6D2B1A2-A5F6-C9AE-AB76-308D95AD5AE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069627" y="60950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86286AE-F6E4-963F-D2BF-BD836DDF3FDC}"/>
              </a:ext>
            </a:extLst>
          </p:cNvPr>
          <p:cNvGrpSpPr/>
          <p:nvPr/>
        </p:nvGrpSpPr>
        <p:grpSpPr>
          <a:xfrm>
            <a:off x="5934987" y="4637400"/>
            <a:ext cx="880920" cy="416160"/>
            <a:chOff x="5934987" y="4637400"/>
            <a:chExt cx="88092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5914424-8C32-FC71-5407-DEDC901ECB28}"/>
                    </a:ext>
                  </a:extLst>
                </p14:cNvPr>
                <p14:cNvContentPartPr/>
                <p14:nvPr/>
              </p14:nvContentPartPr>
              <p14:xfrm>
                <a:off x="5934987" y="4655760"/>
                <a:ext cx="255960" cy="3978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5914424-8C32-FC71-5407-DEDC901ECB2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17347" y="4638120"/>
                  <a:ext cx="2916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6E398DF-B337-28DA-3817-C0369E051F0F}"/>
                    </a:ext>
                  </a:extLst>
                </p14:cNvPr>
                <p14:cNvContentPartPr/>
                <p14:nvPr/>
              </p14:nvContentPartPr>
              <p14:xfrm>
                <a:off x="6315867" y="4791840"/>
                <a:ext cx="360" cy="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6E398DF-B337-28DA-3817-C0369E051F0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98227" y="47742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A43F299-8061-C8DE-29D8-A249010826D3}"/>
                    </a:ext>
                  </a:extLst>
                </p14:cNvPr>
                <p14:cNvContentPartPr/>
                <p14:nvPr/>
              </p14:nvContentPartPr>
              <p14:xfrm>
                <a:off x="6483987" y="4637400"/>
                <a:ext cx="111600" cy="3571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A43F299-8061-C8DE-29D8-A249010826D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466347" y="4619760"/>
                  <a:ext cx="1472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B7E2493-E173-D453-EC28-CD806E487D0D}"/>
                    </a:ext>
                  </a:extLst>
                </p14:cNvPr>
                <p14:cNvContentPartPr/>
                <p14:nvPr/>
              </p14:nvContentPartPr>
              <p14:xfrm>
                <a:off x="6815547" y="4817400"/>
                <a:ext cx="360" cy="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B7E2493-E173-D453-EC28-CD806E487D0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97907" y="47997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9D501F2-1188-53AB-7F41-D4A537FD2925}"/>
              </a:ext>
            </a:extLst>
          </p:cNvPr>
          <p:cNvGrpSpPr/>
          <p:nvPr/>
        </p:nvGrpSpPr>
        <p:grpSpPr>
          <a:xfrm>
            <a:off x="6228747" y="5943120"/>
            <a:ext cx="240120" cy="379800"/>
            <a:chOff x="6228747" y="5943120"/>
            <a:chExt cx="24012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B6D1E28-8BBC-C210-879D-AB3CF7DFD5A9}"/>
                    </a:ext>
                  </a:extLst>
                </p14:cNvPr>
                <p14:cNvContentPartPr/>
                <p14:nvPr/>
              </p14:nvContentPartPr>
              <p14:xfrm>
                <a:off x="6228747" y="5943120"/>
                <a:ext cx="97200" cy="379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B6D1E28-8BBC-C210-879D-AB3CF7DFD5A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10747" y="5925120"/>
                  <a:ext cx="1328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6927AF5-CFF1-B39E-253B-7BECDC95401D}"/>
                    </a:ext>
                  </a:extLst>
                </p14:cNvPr>
                <p14:cNvContentPartPr/>
                <p14:nvPr/>
              </p14:nvContentPartPr>
              <p14:xfrm>
                <a:off x="6468507" y="6104400"/>
                <a:ext cx="360" cy="3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6927AF5-CFF1-B39E-253B-7BECDC95401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50507" y="60864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5E0448F-DF5D-FD93-5FC8-012CF37D5104}"/>
                  </a:ext>
                </a:extLst>
              </p14:cNvPr>
              <p14:cNvContentPartPr/>
              <p14:nvPr/>
            </p14:nvContentPartPr>
            <p14:xfrm>
              <a:off x="6974667" y="4638120"/>
              <a:ext cx="347760" cy="3841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5E0448F-DF5D-FD93-5FC8-012CF37D510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957027" y="4620480"/>
                <a:ext cx="383400" cy="41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51E3E5B-D32D-D15F-4A60-637612F8D6F2}"/>
              </a:ext>
            </a:extLst>
          </p:cNvPr>
          <p:cNvGrpSpPr/>
          <p:nvPr/>
        </p:nvGrpSpPr>
        <p:grpSpPr>
          <a:xfrm>
            <a:off x="6656067" y="5907840"/>
            <a:ext cx="1059120" cy="415440"/>
            <a:chOff x="6656067" y="5907840"/>
            <a:chExt cx="105912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77319B7-F4E8-8553-FA63-4CB43BBFA46D}"/>
                    </a:ext>
                  </a:extLst>
                </p14:cNvPr>
                <p14:cNvContentPartPr/>
                <p14:nvPr/>
              </p14:nvContentPartPr>
              <p14:xfrm>
                <a:off x="6656067" y="5907840"/>
                <a:ext cx="279720" cy="415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77319B7-F4E8-8553-FA63-4CB43BBFA46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38427" y="5890200"/>
                  <a:ext cx="3153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A4BC59D-B2E6-0271-634F-5DB14B8F648A}"/>
                    </a:ext>
                  </a:extLst>
                </p14:cNvPr>
                <p14:cNvContentPartPr/>
                <p14:nvPr/>
              </p14:nvContentPartPr>
              <p14:xfrm>
                <a:off x="7052787" y="6087480"/>
                <a:ext cx="246240" cy="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A4BC59D-B2E6-0271-634F-5DB14B8F648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034787" y="6069840"/>
                  <a:ext cx="281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F915D6C-B618-09C9-2A1C-B267EE1A2A24}"/>
                    </a:ext>
                  </a:extLst>
                </p14:cNvPr>
                <p14:cNvContentPartPr/>
                <p14:nvPr/>
              </p14:nvContentPartPr>
              <p14:xfrm>
                <a:off x="7103547" y="6171360"/>
                <a:ext cx="237600" cy="9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F915D6C-B618-09C9-2A1C-B267EE1A2A2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085907" y="6153720"/>
                  <a:ext cx="273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756EB0B-77C9-1213-CD23-8B14A08FDCD7}"/>
                    </a:ext>
                  </a:extLst>
                </p14:cNvPr>
                <p14:cNvContentPartPr/>
                <p14:nvPr/>
              </p14:nvContentPartPr>
              <p14:xfrm>
                <a:off x="7405227" y="5924760"/>
                <a:ext cx="309960" cy="3751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756EB0B-77C9-1213-CD23-8B14A08FDCD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387587" y="5907120"/>
                  <a:ext cx="345600" cy="41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49BE541-E28C-5344-167C-A96F8E0FB89F}"/>
              </a:ext>
            </a:extLst>
          </p:cNvPr>
          <p:cNvGrpSpPr/>
          <p:nvPr/>
        </p:nvGrpSpPr>
        <p:grpSpPr>
          <a:xfrm>
            <a:off x="7450227" y="4579440"/>
            <a:ext cx="721800" cy="359280"/>
            <a:chOff x="7450227" y="4579440"/>
            <a:chExt cx="72180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8EB861B-B3E6-0EA9-83BF-81AAC347E7B3}"/>
                    </a:ext>
                  </a:extLst>
                </p14:cNvPr>
                <p14:cNvContentPartPr/>
                <p14:nvPr/>
              </p14:nvContentPartPr>
              <p14:xfrm>
                <a:off x="7450227" y="4773480"/>
                <a:ext cx="288000" cy="104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8EB861B-B3E6-0EA9-83BF-81AAC347E7B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432587" y="4755840"/>
                  <a:ext cx="323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2649E1A-1119-2022-8B85-9E6F1F59BCD1}"/>
                    </a:ext>
                  </a:extLst>
                </p14:cNvPr>
                <p14:cNvContentPartPr/>
                <p14:nvPr/>
              </p14:nvContentPartPr>
              <p14:xfrm>
                <a:off x="7543467" y="4902000"/>
                <a:ext cx="204120" cy="9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2649E1A-1119-2022-8B85-9E6F1F59BCD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525827" y="4884000"/>
                  <a:ext cx="239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69B0255-D995-26AA-A036-23A29C49C351}"/>
                    </a:ext>
                  </a:extLst>
                </p14:cNvPr>
                <p14:cNvContentPartPr/>
                <p14:nvPr/>
              </p14:nvContentPartPr>
              <p14:xfrm>
                <a:off x="7923987" y="4579440"/>
                <a:ext cx="248040" cy="359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69B0255-D995-26AA-A036-23A29C49C35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05987" y="4561800"/>
                  <a:ext cx="283680" cy="3949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96" name="Picture 195">
            <a:extLst>
              <a:ext uri="{FF2B5EF4-FFF2-40B4-BE49-F238E27FC236}">
                <a16:creationId xmlns:a16="http://schemas.microsoft.com/office/drawing/2014/main" id="{4B3172DA-17A2-E0DA-8D06-6AE19CDD0148}"/>
              </a:ext>
            </a:extLst>
          </p:cNvPr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8636000" y="-107"/>
            <a:ext cx="3454002" cy="105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92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0519B0-912A-BB90-A1E0-E466F2136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11" y="744980"/>
            <a:ext cx="2934109" cy="1209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3EC73D-89C3-732A-4C7E-93F78769B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11" y="2372624"/>
            <a:ext cx="2934109" cy="478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86F602-959E-1011-D0C3-F630BAF55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464" y="1894434"/>
            <a:ext cx="5259735" cy="4223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9C5B52-F34E-A311-B642-1ADE10BC0CE1}"/>
              </a:ext>
            </a:extLst>
          </p:cNvPr>
          <p:cNvSpPr txBox="1"/>
          <p:nvPr/>
        </p:nvSpPr>
        <p:spPr>
          <a:xfrm>
            <a:off x="3666068" y="1905573"/>
            <a:ext cx="343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or we can simply do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0DAE27-2F73-3783-9986-300EAD5CA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396" y="3611895"/>
            <a:ext cx="4134427" cy="12098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F6631C-20FB-EC92-D707-826166746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311" y="3524651"/>
            <a:ext cx="3505689" cy="12670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2EE459-B524-84B1-64D7-C474FBCB42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853" y="3761682"/>
            <a:ext cx="1695687" cy="914528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CFE5B55-2D98-731B-58EF-48B0193CDAF2}"/>
              </a:ext>
            </a:extLst>
          </p:cNvPr>
          <p:cNvCxnSpPr/>
          <p:nvPr/>
        </p:nvCxnSpPr>
        <p:spPr>
          <a:xfrm>
            <a:off x="0" y="3252894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9A3F64D-7312-9586-97EC-231CA1122B71}"/>
              </a:ext>
            </a:extLst>
          </p:cNvPr>
          <p:cNvSpPr/>
          <p:nvPr/>
        </p:nvSpPr>
        <p:spPr>
          <a:xfrm>
            <a:off x="2331764" y="397663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0E5B2A5-BC23-407F-C1B8-5C52483A68E5}"/>
              </a:ext>
            </a:extLst>
          </p:cNvPr>
          <p:cNvSpPr/>
          <p:nvPr/>
        </p:nvSpPr>
        <p:spPr>
          <a:xfrm>
            <a:off x="7657490" y="391583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F54B7DC-C9CD-D16F-2666-E9F82B98C45A}"/>
              </a:ext>
            </a:extLst>
          </p:cNvPr>
          <p:cNvGrpSpPr/>
          <p:nvPr/>
        </p:nvGrpSpPr>
        <p:grpSpPr>
          <a:xfrm>
            <a:off x="8146694" y="4821739"/>
            <a:ext cx="1370160" cy="478080"/>
            <a:chOff x="8087427" y="3434480"/>
            <a:chExt cx="137016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996AE75-0DE2-1790-9C00-61B77C312996}"/>
                    </a:ext>
                  </a:extLst>
                </p14:cNvPr>
                <p14:cNvContentPartPr/>
                <p14:nvPr/>
              </p14:nvContentPartPr>
              <p14:xfrm>
                <a:off x="8163387" y="3434480"/>
                <a:ext cx="1294200" cy="387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996AE75-0DE2-1790-9C00-61B77C3129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45387" y="3416480"/>
                  <a:ext cx="13298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FA72BFC-3F28-0312-1F83-E1C214AF0A59}"/>
                    </a:ext>
                  </a:extLst>
                </p14:cNvPr>
                <p14:cNvContentPartPr/>
                <p14:nvPr/>
              </p14:nvContentPartPr>
              <p14:xfrm>
                <a:off x="8087427" y="3716720"/>
                <a:ext cx="384480" cy="195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FA72BFC-3F28-0312-1F83-E1C214AF0A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9427" y="3699080"/>
                  <a:ext cx="420120" cy="231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45ADDD75-C7F5-DC96-2147-81F39768D4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7982" y="4858173"/>
            <a:ext cx="2090888" cy="160795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6265DC3-2834-D38B-EABE-1E6C5844D1B6}"/>
              </a:ext>
            </a:extLst>
          </p:cNvPr>
          <p:cNvGrpSpPr/>
          <p:nvPr/>
        </p:nvGrpSpPr>
        <p:grpSpPr>
          <a:xfrm>
            <a:off x="8267654" y="1197555"/>
            <a:ext cx="1249200" cy="629640"/>
            <a:chOff x="8419707" y="1334600"/>
            <a:chExt cx="1249200" cy="62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C1A2F17-A3C0-A215-0D95-B1D9BA510EF6}"/>
                    </a:ext>
                  </a:extLst>
                </p14:cNvPr>
                <p14:cNvContentPartPr/>
                <p14:nvPr/>
              </p14:nvContentPartPr>
              <p14:xfrm>
                <a:off x="8502507" y="1403360"/>
                <a:ext cx="1166400" cy="560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C1A2F17-A3C0-A215-0D95-B1D9BA510EF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493867" y="1394720"/>
                  <a:ext cx="118404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9E6090F-2C5A-239E-D022-AA4147008532}"/>
                    </a:ext>
                  </a:extLst>
                </p14:cNvPr>
                <p14:cNvContentPartPr/>
                <p14:nvPr/>
              </p14:nvContentPartPr>
              <p14:xfrm>
                <a:off x="8419707" y="1334600"/>
                <a:ext cx="139320" cy="164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9E6090F-2C5A-239E-D022-AA414700853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10707" y="1325960"/>
                  <a:ext cx="156960" cy="181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F757C3-99E6-99B3-3EB2-F31845D13DC1}"/>
              </a:ext>
            </a:extLst>
          </p:cNvPr>
          <p:cNvSpPr txBox="1"/>
          <p:nvPr/>
        </p:nvSpPr>
        <p:spPr>
          <a:xfrm>
            <a:off x="4747540" y="558959"/>
            <a:ext cx="7509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tells </a:t>
            </a:r>
            <a:r>
              <a:rPr lang="en-US" dirty="0" err="1"/>
              <a:t>PyTorch</a:t>
            </a:r>
            <a:r>
              <a:rPr lang="en-US" dirty="0"/>
              <a:t> to track operations on the tensor and build a </a:t>
            </a:r>
            <a:r>
              <a:rPr lang="en-US" b="1" dirty="0"/>
              <a:t>computational graph</a:t>
            </a:r>
            <a:r>
              <a:rPr lang="en-US" dirty="0"/>
              <a:t> for automatic differentiation (the graph from the previous slides)</a:t>
            </a:r>
          </a:p>
        </p:txBody>
      </p:sp>
    </p:spTree>
    <p:extLst>
      <p:ext uri="{BB962C8B-B14F-4D97-AF65-F5344CB8AC3E}">
        <p14:creationId xmlns:p14="http://schemas.microsoft.com/office/powerpoint/2010/main" val="391061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58649B-2A95-35FF-6C7F-8EC5C18F8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46" y="478609"/>
            <a:ext cx="4181148" cy="594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0303C0-CB29-8344-A48C-666F3349A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8" y="969134"/>
            <a:ext cx="2675467" cy="547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C1A8CD-49D8-D37E-5F86-734228F59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361" y="1662921"/>
            <a:ext cx="4569278" cy="5470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C45C9F-4322-A86B-887C-F6BA17F7C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98" y="2314130"/>
            <a:ext cx="8623622" cy="109132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6E12DC8-772C-0510-8693-7C6F11568BC7}"/>
              </a:ext>
            </a:extLst>
          </p:cNvPr>
          <p:cNvSpPr/>
          <p:nvPr/>
        </p:nvSpPr>
        <p:spPr>
          <a:xfrm>
            <a:off x="9173314" y="2029713"/>
            <a:ext cx="796171" cy="3604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941CC2AC-82F2-2173-AA6D-EF445C916B23}"/>
              </a:ext>
            </a:extLst>
          </p:cNvPr>
          <p:cNvSpPr/>
          <p:nvPr/>
        </p:nvSpPr>
        <p:spPr>
          <a:xfrm>
            <a:off x="8877620" y="1078937"/>
            <a:ext cx="152399" cy="2228295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E9846C-6FC3-5690-BD19-BE2F5EC0E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3268" y="1908668"/>
            <a:ext cx="2178732" cy="5688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7CD18C-1E7C-5899-92DB-4599522B3A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646" y="3717469"/>
            <a:ext cx="9145276" cy="26387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2A2C9D-8A8C-3627-EFEF-2A0A55EA14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3735" y="4380502"/>
            <a:ext cx="3810532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84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621F-003D-FCEB-7B6E-A1DC9FEAA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6809"/>
            <a:ext cx="10515600" cy="1325563"/>
          </a:xfrm>
        </p:spPr>
        <p:txBody>
          <a:bodyPr/>
          <a:lstStyle/>
          <a:p>
            <a:r>
              <a:rPr lang="en-US" dirty="0"/>
              <a:t>Other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69C53-1449-3219-EBC4-A3982E28D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223" y="1218096"/>
            <a:ext cx="2781629" cy="886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BF0050-4E68-5FE8-658C-D677FAB4D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835" y="4013200"/>
            <a:ext cx="4351325" cy="1789196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B6433328-8675-6E95-464E-F2BCA02BE54A}"/>
              </a:ext>
            </a:extLst>
          </p:cNvPr>
          <p:cNvSpPr/>
          <p:nvPr/>
        </p:nvSpPr>
        <p:spPr>
          <a:xfrm>
            <a:off x="5191721" y="2440263"/>
            <a:ext cx="616412" cy="13528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267A4D-BE56-D08C-2621-C438A616EC37}"/>
              </a:ext>
            </a:extLst>
          </p:cNvPr>
          <p:cNvGrpSpPr/>
          <p:nvPr/>
        </p:nvGrpSpPr>
        <p:grpSpPr>
          <a:xfrm>
            <a:off x="6637707" y="1354387"/>
            <a:ext cx="676080" cy="196920"/>
            <a:chOff x="6637707" y="1354387"/>
            <a:chExt cx="67608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157D50-ACD3-5A7E-37A1-D1A79D1E5CF4}"/>
                    </a:ext>
                  </a:extLst>
                </p14:cNvPr>
                <p14:cNvContentPartPr/>
                <p14:nvPr/>
              </p14:nvContentPartPr>
              <p14:xfrm>
                <a:off x="6637707" y="1430707"/>
                <a:ext cx="54612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157D50-ACD3-5A7E-37A1-D1A79D1E5C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19707" y="1412707"/>
                  <a:ext cx="581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53C537-18F9-D854-9342-ED32F44D2550}"/>
                    </a:ext>
                  </a:extLst>
                </p14:cNvPr>
                <p14:cNvContentPartPr/>
                <p14:nvPr/>
              </p14:nvContentPartPr>
              <p14:xfrm>
                <a:off x="7111827" y="1354387"/>
                <a:ext cx="201960" cy="196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53C537-18F9-D854-9342-ED32F44D25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94187" y="1336747"/>
                  <a:ext cx="23760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E0CF88-F188-9871-86C7-ABE082C6E194}"/>
              </a:ext>
            </a:extLst>
          </p:cNvPr>
          <p:cNvGrpSpPr/>
          <p:nvPr/>
        </p:nvGrpSpPr>
        <p:grpSpPr>
          <a:xfrm>
            <a:off x="7484427" y="5689507"/>
            <a:ext cx="1234800" cy="228240"/>
            <a:chOff x="7484427" y="5689507"/>
            <a:chExt cx="123480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DCD846-68A2-F5A6-91B1-B24BCFE84EE1}"/>
                    </a:ext>
                  </a:extLst>
                </p14:cNvPr>
                <p14:cNvContentPartPr/>
                <p14:nvPr/>
              </p14:nvContentPartPr>
              <p14:xfrm>
                <a:off x="7484427" y="5740267"/>
                <a:ext cx="1185120" cy="43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DCD846-68A2-F5A6-91B1-B24BCFE84E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66427" y="5722267"/>
                  <a:ext cx="1220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3094C5B-8104-3B31-A865-005895955E23}"/>
                    </a:ext>
                  </a:extLst>
                </p14:cNvPr>
                <p14:cNvContentPartPr/>
                <p14:nvPr/>
              </p14:nvContentPartPr>
              <p14:xfrm>
                <a:off x="8517267" y="5689507"/>
                <a:ext cx="201960" cy="22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3094C5B-8104-3B31-A865-005895955E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99267" y="5671507"/>
                  <a:ext cx="237600" cy="2638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6D2C24EF-7297-1E36-6EEC-48E5D12669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89804" y="4966665"/>
            <a:ext cx="2166064" cy="16343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BF6BFAB-18D5-C409-4FB6-39B1983317E6}"/>
              </a:ext>
            </a:extLst>
          </p:cNvPr>
          <p:cNvSpPr txBox="1"/>
          <p:nvPr/>
        </p:nvSpPr>
        <p:spPr>
          <a:xfrm>
            <a:off x="6910767" y="-61849"/>
            <a:ext cx="1471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NOTE</a:t>
            </a:r>
            <a:r>
              <a:rPr lang="en-US" sz="2800" dirty="0"/>
              <a:t>: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6DC75A-8E63-8804-F3E3-BF61779A06EF}"/>
              </a:ext>
            </a:extLst>
          </p:cNvPr>
          <p:cNvSpPr txBox="1"/>
          <p:nvPr/>
        </p:nvSpPr>
        <p:spPr>
          <a:xfrm>
            <a:off x="8061135" y="-12868"/>
            <a:ext cx="41308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operation is essential to avoid accumulating gradients from previous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PyTorch</a:t>
            </a:r>
            <a:r>
              <a:rPr lang="en-US" dirty="0"/>
              <a:t>, the gradients are accumulated (summed up) by default in the </a:t>
            </a:r>
            <a:r>
              <a:rPr lang="en-US" i="1" dirty="0" err="1"/>
              <a:t>x.grad</a:t>
            </a:r>
            <a:r>
              <a:rPr lang="en-US" i="1" dirty="0"/>
              <a:t> </a:t>
            </a:r>
            <a:r>
              <a:rPr lang="en-US" dirty="0"/>
              <a:t>attribute whenever  </a:t>
            </a:r>
            <a:r>
              <a:rPr lang="en-US" i="1" dirty="0"/>
              <a:t>backward() </a:t>
            </a:r>
            <a:r>
              <a:rPr lang="en-US" dirty="0"/>
              <a:t>is called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helpful for cases where you want to accumulate gradients across multiple operations, but it can lead to incorrect or unintended results if you're not explicitly aiming for that</a:t>
            </a:r>
          </a:p>
        </p:txBody>
      </p:sp>
    </p:spTree>
    <p:extLst>
      <p:ext uri="{BB962C8B-B14F-4D97-AF65-F5344CB8AC3E}">
        <p14:creationId xmlns:p14="http://schemas.microsoft.com/office/powerpoint/2010/main" val="86855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86EE59-8571-BA7A-EE66-FF3B485D7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37" y="298870"/>
            <a:ext cx="6992326" cy="1552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5F5724-CDF1-947F-E873-205D34CFA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072" y="2347761"/>
            <a:ext cx="8811855" cy="21624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F0D3EF-8B2D-8169-20D3-72B8D7527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072" y="5006337"/>
            <a:ext cx="9002381" cy="13717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B0B480D-97A4-CEC4-906C-C56E42166BA8}"/>
                  </a:ext>
                </a:extLst>
              </p14:cNvPr>
              <p14:cNvContentPartPr/>
              <p14:nvPr/>
            </p14:nvContentPartPr>
            <p14:xfrm>
              <a:off x="7907427" y="6214400"/>
              <a:ext cx="79560" cy="202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B0B480D-97A4-CEC4-906C-C56E42166B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9787" y="6196760"/>
                <a:ext cx="11520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6B04494F-D357-15FA-4506-FDB6D2A03EDC}"/>
              </a:ext>
            </a:extLst>
          </p:cNvPr>
          <p:cNvGrpSpPr/>
          <p:nvPr/>
        </p:nvGrpSpPr>
        <p:grpSpPr>
          <a:xfrm>
            <a:off x="8229267" y="5714000"/>
            <a:ext cx="1428840" cy="857880"/>
            <a:chOff x="8229267" y="5714000"/>
            <a:chExt cx="1428840" cy="85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163567D-E588-28F6-A8D3-376516FF4CB2}"/>
                    </a:ext>
                  </a:extLst>
                </p14:cNvPr>
                <p14:cNvContentPartPr/>
                <p14:nvPr/>
              </p14:nvContentPartPr>
              <p14:xfrm>
                <a:off x="8229267" y="6009560"/>
                <a:ext cx="383040" cy="562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163567D-E588-28F6-A8D3-376516FF4CB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11627" y="5991920"/>
                  <a:ext cx="41868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7454E1E-3AC5-88E7-D32A-8C550BB56F67}"/>
                    </a:ext>
                  </a:extLst>
                </p14:cNvPr>
                <p14:cNvContentPartPr/>
                <p14:nvPr/>
              </p14:nvContentPartPr>
              <p14:xfrm>
                <a:off x="8601867" y="6256880"/>
                <a:ext cx="180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7454E1E-3AC5-88E7-D32A-8C550BB56F6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84227" y="6239240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1E4325-99AF-9BEF-03CA-F0BB4E7D47B9}"/>
                    </a:ext>
                  </a:extLst>
                </p14:cNvPr>
                <p14:cNvContentPartPr/>
                <p14:nvPr/>
              </p14:nvContentPartPr>
              <p14:xfrm>
                <a:off x="8712027" y="6019280"/>
                <a:ext cx="331560" cy="272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1E4325-99AF-9BEF-03CA-F0BB4E7D47B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94027" y="6001280"/>
                  <a:ext cx="3672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D3DC6B9-3B30-0FB3-D84D-BE8B0CE6C866}"/>
                    </a:ext>
                  </a:extLst>
                </p14:cNvPr>
                <p14:cNvContentPartPr/>
                <p14:nvPr/>
              </p14:nvContentPartPr>
              <p14:xfrm>
                <a:off x="9177507" y="6239600"/>
                <a:ext cx="540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D3DC6B9-3B30-0FB3-D84D-BE8B0CE6C86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159867" y="6221960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16C1D15-20F9-D44B-7B12-B36CDD582272}"/>
                    </a:ext>
                  </a:extLst>
                </p14:cNvPr>
                <p14:cNvContentPartPr/>
                <p14:nvPr/>
              </p14:nvContentPartPr>
              <p14:xfrm>
                <a:off x="9285507" y="5714000"/>
                <a:ext cx="372600" cy="602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16C1D15-20F9-D44B-7B12-B36CDD58227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67507" y="5696360"/>
                  <a:ext cx="408240" cy="63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DF045D0-F6FB-090C-4D27-5B1897E2FC52}"/>
                  </a:ext>
                </a:extLst>
              </p14:cNvPr>
              <p14:cNvContentPartPr/>
              <p14:nvPr/>
            </p14:nvContentPartPr>
            <p14:xfrm>
              <a:off x="9914427" y="624824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DF045D0-F6FB-090C-4D27-5B1897E2FC5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896427" y="623024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6924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649758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57B5B-E824-69E6-4003-9972F1EE1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636" y="0"/>
            <a:ext cx="6256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17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AB47EC-D61E-E9B3-D41A-E2DB4C02F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2209"/>
            <a:ext cx="6753870" cy="934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9CE691-F601-460B-9F56-F898EC1E8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000" y="1689941"/>
            <a:ext cx="7415361" cy="507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68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ABB2AC-F7A7-B528-D4D1-2CA3B4608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427024" cy="16679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E729DF-363C-AA21-DDD9-9473DB4BC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75" y="2608548"/>
            <a:ext cx="11736936" cy="316571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A8E385E-3CFB-5B1D-1A24-278C4C5002E0}"/>
              </a:ext>
            </a:extLst>
          </p:cNvPr>
          <p:cNvGrpSpPr/>
          <p:nvPr/>
        </p:nvGrpSpPr>
        <p:grpSpPr>
          <a:xfrm>
            <a:off x="2666907" y="4155920"/>
            <a:ext cx="5766120" cy="678960"/>
            <a:chOff x="2666907" y="4155920"/>
            <a:chExt cx="5766120" cy="67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A1B1656-0972-F005-9289-CFD945C5D847}"/>
                    </a:ext>
                  </a:extLst>
                </p14:cNvPr>
                <p14:cNvContentPartPr/>
                <p14:nvPr/>
              </p14:nvContentPartPr>
              <p14:xfrm>
                <a:off x="2666907" y="4163120"/>
                <a:ext cx="5763240" cy="671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A1B1656-0972-F005-9289-CFD945C5D84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57907" y="4154480"/>
                  <a:ext cx="578088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DE04217-2D72-53E8-AEB5-07A734793D15}"/>
                    </a:ext>
                  </a:extLst>
                </p14:cNvPr>
                <p14:cNvContentPartPr/>
                <p14:nvPr/>
              </p14:nvContentPartPr>
              <p14:xfrm>
                <a:off x="8229627" y="4155920"/>
                <a:ext cx="203400" cy="115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DE04217-2D72-53E8-AEB5-07A734793D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20627" y="4147280"/>
                  <a:ext cx="221040" cy="133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582FC6B-BACE-1445-3CF3-E896B06009F7}"/>
              </a:ext>
            </a:extLst>
          </p:cNvPr>
          <p:cNvSpPr txBox="1"/>
          <p:nvPr/>
        </p:nvSpPr>
        <p:spPr>
          <a:xfrm>
            <a:off x="8430147" y="3955865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why this? </a:t>
            </a:r>
            <a:r>
              <a:rPr lang="en-US" sz="2000" b="1" dirty="0">
                <a:solidFill>
                  <a:schemeClr val="bg1"/>
                </a:solidFill>
                <a:sym typeface="Wingdings" panose="05000000000000000000" pitchFamily="2" charset="2"/>
              </a:rPr>
              <a:t> 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311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75D6-8E59-C83B-B179-9F9B71B96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32291"/>
            <a:ext cx="11988800" cy="6480175"/>
          </a:xfrm>
        </p:spPr>
        <p:txBody>
          <a:bodyPr/>
          <a:lstStyle/>
          <a:p>
            <a:r>
              <a:rPr lang="en-US" dirty="0"/>
              <a:t>by default, </a:t>
            </a:r>
            <a:r>
              <a:rPr lang="en-US" i="1" dirty="0" err="1"/>
              <a:t>y.backward</a:t>
            </a:r>
            <a:r>
              <a:rPr lang="en-US" i="1" dirty="0"/>
              <a:t>() </a:t>
            </a:r>
            <a:r>
              <a:rPr lang="en-US" dirty="0"/>
              <a:t>computes the gradient of </a:t>
            </a:r>
            <a:r>
              <a:rPr lang="en-US" i="1" dirty="0"/>
              <a:t>y</a:t>
            </a:r>
            <a:r>
              <a:rPr lang="en-US" dirty="0"/>
              <a:t> with respect to </a:t>
            </a:r>
            <a:r>
              <a:rPr lang="en-US" i="1" dirty="0"/>
              <a:t>x</a:t>
            </a:r>
            <a:r>
              <a:rPr lang="en-US" dirty="0"/>
              <a:t>, assuming </a:t>
            </a:r>
            <a:r>
              <a:rPr lang="en-US" i="1" dirty="0"/>
              <a:t>y</a:t>
            </a:r>
            <a:r>
              <a:rPr lang="en-US" dirty="0"/>
              <a:t> is a scalar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however, if </a:t>
            </a:r>
            <a:r>
              <a:rPr lang="en-US" b="1" i="1" dirty="0">
                <a:highlight>
                  <a:srgbClr val="FFFF00"/>
                </a:highlight>
              </a:rPr>
              <a:t>y</a:t>
            </a:r>
            <a:r>
              <a:rPr lang="en-US" b="1" dirty="0">
                <a:highlight>
                  <a:srgbClr val="FFFF00"/>
                </a:highlight>
              </a:rPr>
              <a:t> is not a scalar </a:t>
            </a:r>
            <a:r>
              <a:rPr lang="en-US" dirty="0"/>
              <a:t>(e.g., </a:t>
            </a:r>
            <a:r>
              <a:rPr lang="en-US" i="1" dirty="0"/>
              <a:t>y</a:t>
            </a:r>
            <a:r>
              <a:rPr lang="en-US" dirty="0"/>
              <a:t> has multiple elements like in this case, where </a:t>
            </a:r>
            <a:r>
              <a:rPr lang="en-US" i="1" dirty="0"/>
              <a:t>y </a:t>
            </a:r>
            <a:r>
              <a:rPr lang="en-US" dirty="0"/>
              <a:t>has 3 elements), </a:t>
            </a:r>
            <a:r>
              <a:rPr lang="en-US" b="1" dirty="0" err="1">
                <a:highlight>
                  <a:srgbClr val="FFFF00"/>
                </a:highlight>
              </a:rPr>
              <a:t>PyTorch</a:t>
            </a:r>
            <a:r>
              <a:rPr lang="en-US" b="1" dirty="0">
                <a:highlight>
                  <a:srgbClr val="FFFF00"/>
                </a:highlight>
              </a:rPr>
              <a:t> requires you to specify the gradient of </a:t>
            </a:r>
            <a:r>
              <a:rPr lang="en-US" b="1" i="1" dirty="0">
                <a:highlight>
                  <a:srgbClr val="FFFF00"/>
                </a:highlight>
              </a:rPr>
              <a:t>y</a:t>
            </a:r>
            <a:r>
              <a:rPr lang="en-US" b="1" dirty="0">
                <a:highlight>
                  <a:srgbClr val="FFFF00"/>
                </a:highlight>
              </a:rPr>
              <a:t> itself</a:t>
            </a:r>
          </a:p>
          <a:p>
            <a:endParaRPr lang="en-US" i="1" dirty="0"/>
          </a:p>
          <a:p>
            <a:r>
              <a:rPr lang="en-US" dirty="0"/>
              <a:t>this gradient is often called the "</a:t>
            </a:r>
            <a:r>
              <a:rPr lang="en-US" b="1" dirty="0"/>
              <a:t>vector of ones</a:t>
            </a:r>
            <a:r>
              <a:rPr lang="en-US" dirty="0"/>
              <a:t>“</a:t>
            </a:r>
          </a:p>
          <a:p>
            <a:endParaRPr lang="en-US" i="1" dirty="0"/>
          </a:p>
          <a:p>
            <a:r>
              <a:rPr lang="en-US" dirty="0"/>
              <a:t>using </a:t>
            </a:r>
            <a:r>
              <a:rPr lang="en-US" b="1" i="1" dirty="0" err="1"/>
              <a:t>torch.ones_like</a:t>
            </a:r>
            <a:r>
              <a:rPr lang="en-US" b="1" i="1" dirty="0"/>
              <a:t>(x) </a:t>
            </a:r>
            <a:r>
              <a:rPr lang="en-US" dirty="0"/>
              <a:t>effectively ensures you're computing the derivative of y with respect to </a:t>
            </a:r>
            <a:r>
              <a:rPr lang="en-US" i="1" dirty="0"/>
              <a:t>x</a:t>
            </a:r>
            <a:r>
              <a:rPr lang="en-US" dirty="0"/>
              <a:t> for each component of </a:t>
            </a:r>
            <a:r>
              <a:rPr lang="en-US" i="1" dirty="0"/>
              <a:t>y</a:t>
            </a:r>
            <a:r>
              <a:rPr lang="en-US" dirty="0"/>
              <a:t>, treating each output dimension equally (as having a gradient of 1). This is crucial for multi-dimensional tensors</a:t>
            </a:r>
          </a:p>
        </p:txBody>
      </p:sp>
    </p:spTree>
    <p:extLst>
      <p:ext uri="{BB962C8B-B14F-4D97-AF65-F5344CB8AC3E}">
        <p14:creationId xmlns:p14="http://schemas.microsoft.com/office/powerpoint/2010/main" val="316056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FDE26-C9AF-44E4-499B-E08A92234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0460" y="0"/>
            <a:ext cx="12031134" cy="6858000"/>
          </a:xfrm>
        </p:spPr>
        <p:txBody>
          <a:bodyPr/>
          <a:lstStyle/>
          <a:p>
            <a:r>
              <a:rPr lang="en-US" dirty="0"/>
              <a:t>or you can use </a:t>
            </a:r>
            <a:r>
              <a:rPr lang="en-US" i="1" dirty="0" err="1"/>
              <a:t>y.sum</a:t>
            </a:r>
            <a:r>
              <a:rPr lang="en-US" i="1" dirty="0"/>
              <a:t>() </a:t>
            </a:r>
            <a:r>
              <a:rPr lang="en-US" dirty="0"/>
              <a:t>to achieve the same effect, both variants are correct: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why .sum() works?</a:t>
            </a:r>
          </a:p>
          <a:p>
            <a:pPr lvl="1"/>
            <a:r>
              <a:rPr lang="en-US" i="1" dirty="0" err="1"/>
              <a:t>y.sum</a:t>
            </a:r>
            <a:r>
              <a:rPr lang="en-US" i="1" dirty="0"/>
              <a:t>()</a:t>
            </a:r>
            <a:r>
              <a:rPr lang="en-US" dirty="0"/>
              <a:t> collapses the tensor </a:t>
            </a:r>
            <a:r>
              <a:rPr lang="en-US" i="1" dirty="0"/>
              <a:t>y</a:t>
            </a:r>
            <a:r>
              <a:rPr lang="en-US" dirty="0"/>
              <a:t> into a scalar by summing all its elements</a:t>
            </a:r>
          </a:p>
          <a:p>
            <a:pPr lvl="1"/>
            <a:r>
              <a:rPr lang="en-US" dirty="0"/>
              <a:t>during backpropagation, the gradient of the sum operation assigns a gradient of 1 to each element of </a:t>
            </a:r>
            <a:r>
              <a:rPr lang="en-US" i="1" dirty="0"/>
              <a:t>y</a:t>
            </a:r>
            <a:r>
              <a:rPr lang="en-US" dirty="0"/>
              <a:t> (since the derivative of a sum with respect to each term is 1)</a:t>
            </a:r>
          </a:p>
          <a:p>
            <a:pPr lvl="1"/>
            <a:r>
              <a:rPr lang="en-US" dirty="0"/>
              <a:t>this is effectively the same as providing </a:t>
            </a:r>
            <a:r>
              <a:rPr lang="en-US" i="1" dirty="0" err="1"/>
              <a:t>torch.ones_like</a:t>
            </a:r>
            <a:r>
              <a:rPr lang="en-US" i="1" dirty="0"/>
              <a:t>(x) </a:t>
            </a:r>
            <a:r>
              <a:rPr lang="en-US" dirty="0"/>
              <a:t>in </a:t>
            </a:r>
            <a:r>
              <a:rPr lang="en-US" i="1" dirty="0"/>
              <a:t>backward()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A3701-0294-5FA1-58B5-E9BD372D4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6139"/>
            <a:ext cx="12192000" cy="33182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2A0EBAF-1F34-9F8F-A59F-DEC17450F3F0}"/>
              </a:ext>
            </a:extLst>
          </p:cNvPr>
          <p:cNvGrpSpPr/>
          <p:nvPr/>
        </p:nvGrpSpPr>
        <p:grpSpPr>
          <a:xfrm>
            <a:off x="1993800" y="433917"/>
            <a:ext cx="4102200" cy="2775240"/>
            <a:chOff x="1892907" y="1710440"/>
            <a:chExt cx="4102200" cy="277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FC72F7D-53CA-B389-190F-F64932825E68}"/>
                    </a:ext>
                  </a:extLst>
                </p14:cNvPr>
                <p14:cNvContentPartPr/>
                <p14:nvPr/>
              </p14:nvContentPartPr>
              <p14:xfrm>
                <a:off x="1940787" y="1710440"/>
                <a:ext cx="4054320" cy="2693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FC72F7D-53CA-B389-190F-F64932825E6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932147" y="1701440"/>
                  <a:ext cx="4071960" cy="27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0F0D8D-02DD-4BA8-1368-71BB882B1BCB}"/>
                    </a:ext>
                  </a:extLst>
                </p14:cNvPr>
                <p14:cNvContentPartPr/>
                <p14:nvPr/>
              </p14:nvContentPartPr>
              <p14:xfrm>
                <a:off x="1892907" y="4317560"/>
                <a:ext cx="145800" cy="168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0F0D8D-02DD-4BA8-1368-71BB882B1BC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83907" y="4308920"/>
                  <a:ext cx="163440" cy="185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25F2EBA-3E39-9CA5-EED4-5FA18F82D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0370" y="4004393"/>
            <a:ext cx="1911630" cy="146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53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F7F7BD-1A92-148E-904E-D1CD84633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5000" cy="1973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057CCB-2104-A168-8229-E6D2126A9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68" y="2367729"/>
            <a:ext cx="6570133" cy="3803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769C09-4514-1ED4-6127-633EEFCCB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305" y="2308628"/>
            <a:ext cx="3951695" cy="3921297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EA268B31-6F11-AC9E-0C96-FDE6ED957FBF}"/>
              </a:ext>
            </a:extLst>
          </p:cNvPr>
          <p:cNvSpPr/>
          <p:nvPr/>
        </p:nvSpPr>
        <p:spPr>
          <a:xfrm>
            <a:off x="6911781" y="40269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22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4AC7F6-13B8-B15B-B12C-2EFECF26B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17665" cy="16425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91CBC0-E4A6-89B5-3A1A-5E0465B03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021" y="1789411"/>
            <a:ext cx="8628152" cy="500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345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96910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</Words>
  <Application>Microsoft Office PowerPoint</Application>
  <PresentationFormat>Widescreen</PresentationFormat>
  <Paragraphs>103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Wingdings</vt:lpstr>
      <vt:lpstr>Office Theme</vt:lpstr>
      <vt:lpstr>Bazele inteligenței artificiale</vt:lpstr>
      <vt:lpstr>PowerPoint Presentation</vt:lpstr>
      <vt:lpstr>Content</vt:lpstr>
      <vt:lpstr>1) Data manipulation in PyTorch </vt:lpstr>
      <vt:lpstr>PowerPoint Presentation</vt:lpstr>
      <vt:lpstr>PowerPoint Presentation</vt:lpstr>
      <vt:lpstr>PowerPoint Presentation</vt:lpstr>
      <vt:lpstr>PowerPoint Presentation</vt:lpstr>
      <vt:lpstr>Automatic differentiation</vt:lpstr>
      <vt:lpstr>PowerPoint Presentation</vt:lpstr>
      <vt:lpstr>PowerPoint Presentation</vt:lpstr>
      <vt:lpstr>Many ways to create tensors…</vt:lpstr>
      <vt:lpstr>Many mathematical operations…</vt:lpstr>
      <vt:lpstr>Other useful stuffs…</vt:lpstr>
      <vt:lpstr>Otherwise we have the same operations as with numpy arrays…</vt:lpstr>
      <vt:lpstr>2) Linear algebra in PyTorch  </vt:lpstr>
      <vt:lpstr>PowerPoint Presentation</vt:lpstr>
      <vt:lpstr>Matrix-matrix multiplication</vt:lpstr>
      <vt:lpstr>PowerPoint Presentation</vt:lpstr>
      <vt:lpstr>3) Automatic differentiation in PyTorch  </vt:lpstr>
      <vt:lpstr>PowerPoint Presentation</vt:lpstr>
      <vt:lpstr>PowerPoint Presentation</vt:lpstr>
      <vt:lpstr>Automatic differentiation (back here )</vt:lpstr>
      <vt:lpstr>PowerPoint Presentation</vt:lpstr>
      <vt:lpstr>A simple example</vt:lpstr>
      <vt:lpstr>A simple example</vt:lpstr>
      <vt:lpstr>A simple example</vt:lpstr>
      <vt:lpstr>PowerPoint Presentation</vt:lpstr>
      <vt:lpstr>PowerPoint Presentation</vt:lpstr>
      <vt:lpstr>Other example</vt:lpstr>
      <vt:lpstr>PowerPoint Presentation</vt:lpstr>
      <vt:lpstr>Exercises</vt:lpstr>
      <vt:lpstr>PowerPoint Presentation</vt:lpstr>
      <vt:lpstr>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Grigore Atimut, Ionut Orlando (FT D EU RO IFA AI DN)</cp:lastModifiedBy>
  <cp:revision>36</cp:revision>
  <dcterms:created xsi:type="dcterms:W3CDTF">2024-10-01T10:20:11Z</dcterms:created>
  <dcterms:modified xsi:type="dcterms:W3CDTF">2025-05-06T15:46:12Z</dcterms:modified>
</cp:coreProperties>
</file>