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1" r:id="rId4"/>
    <p:sldId id="380" r:id="rId5"/>
    <p:sldId id="375" r:id="rId6"/>
    <p:sldId id="378" r:id="rId7"/>
    <p:sldId id="440" r:id="rId8"/>
    <p:sldId id="439" r:id="rId9"/>
    <p:sldId id="444" r:id="rId10"/>
    <p:sldId id="445" r:id="rId11"/>
    <p:sldId id="453" r:id="rId12"/>
    <p:sldId id="450" r:id="rId13"/>
    <p:sldId id="270" r:id="rId14"/>
    <p:sldId id="371" r:id="rId15"/>
    <p:sldId id="441" r:id="rId16"/>
    <p:sldId id="442" r:id="rId17"/>
    <p:sldId id="443" r:id="rId18"/>
    <p:sldId id="446" r:id="rId19"/>
    <p:sldId id="447" r:id="rId20"/>
    <p:sldId id="449" r:id="rId21"/>
    <p:sldId id="451" r:id="rId22"/>
    <p:sldId id="452" r:id="rId23"/>
    <p:sldId id="448" r:id="rId24"/>
    <p:sldId id="474" r:id="rId25"/>
    <p:sldId id="475" r:id="rId26"/>
    <p:sldId id="476" r:id="rId27"/>
    <p:sldId id="480" r:id="rId28"/>
    <p:sldId id="481" r:id="rId29"/>
    <p:sldId id="482" r:id="rId30"/>
    <p:sldId id="379" r:id="rId31"/>
    <p:sldId id="377" r:id="rId32"/>
    <p:sldId id="454" r:id="rId33"/>
    <p:sldId id="455" r:id="rId34"/>
    <p:sldId id="456" r:id="rId35"/>
    <p:sldId id="457" r:id="rId36"/>
    <p:sldId id="372" r:id="rId37"/>
    <p:sldId id="376" r:id="rId38"/>
    <p:sldId id="461" r:id="rId39"/>
    <p:sldId id="458" r:id="rId40"/>
    <p:sldId id="374" r:id="rId41"/>
    <p:sldId id="460" r:id="rId42"/>
    <p:sldId id="477" r:id="rId43"/>
    <p:sldId id="478" r:id="rId44"/>
    <p:sldId id="479" r:id="rId45"/>
    <p:sldId id="366" r:id="rId46"/>
    <p:sldId id="343" r:id="rId47"/>
    <p:sldId id="368" r:id="rId48"/>
    <p:sldId id="369" r:id="rId49"/>
    <p:sldId id="463" r:id="rId50"/>
    <p:sldId id="464" r:id="rId51"/>
    <p:sldId id="465" r:id="rId52"/>
    <p:sldId id="466" r:id="rId53"/>
    <p:sldId id="467" r:id="rId54"/>
    <p:sldId id="370" r:id="rId55"/>
    <p:sldId id="468" r:id="rId56"/>
    <p:sldId id="469" r:id="rId57"/>
    <p:sldId id="470" r:id="rId58"/>
    <p:sldId id="471" r:id="rId59"/>
    <p:sldId id="472" r:id="rId60"/>
    <p:sldId id="34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86" d="100"/>
          <a:sy n="86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1T11:04:27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400 1178 24575,'-13'0'0,"1"0"0,0 0 0,-25-4 0,32 3 0,0-1 0,0 1 0,1-1 0,-1 0 0,1 0 0,-1 0 0,1-1 0,0 1 0,0-1 0,-7-7 0,-10-13 0,1 0 0,1-2 0,-30-51 0,9 13 0,25 39 0,1-1 0,1 0 0,1-1 0,1 0 0,-13-50 0,14 28 0,1 0 0,-4-74 0,13 112 0,0 1 0,1-1 0,0 1 0,1 0 0,-1 0 0,2-1 0,-1 1 0,2 1 0,-1-1 0,1 0 0,0 1 0,1 0 0,0 0 0,0 0 0,1 0 0,-1 1 0,2 0 0,13-12 0,8-4 0,2 1 0,0 1 0,51-25 0,-57 33 0,24-14 0,135-70 0,-147 81 0,0 1 0,1 2 0,49-11 0,-26 14 0,1 3 0,1 2 0,72 5 0,2083 2 0,-1122-4 0,-681 14 0,-60 0 0,718 27 0,-982-34 0,682 23 0,-391-5 0,-18 0 0,-216-21 0,163 23 0,-29 18 0,-261-39 0,0 2 0,0 0 0,29 12 0,5 3 0,2-2 0,-1 2 0,0 3 0,-2 3 0,-1 1 0,-1 3 0,-2 2 0,-1 2 0,49 47 0,-20 3 0,-75-82 0,0-1 0,0 1 0,0 0 0,-1 0 0,1 0 0,-1 0 0,0 0 0,0 0 0,0 1 0,0-1 0,0 0 0,0 1 0,-1-1 0,0 0 0,0 1 0,0 4 0,-1-2 0,0-1 0,-1 1 0,1-1 0,-1 1 0,0-1 0,0 1 0,-1-1 0,-6 9 0,-4 4 0,-2 0 0,0-1 0,-32 27 0,40-38 0,-52 50 0,26-23 0,-57 42 0,67-58 0,-66 43 0,52-37 0,30-18 0,-1 0 0,1 0 0,-1 0 0,0-1 0,-1 0 0,1-1 0,-1 0 0,1 0 0,-1-1 0,0 0 0,-10 1 0,-62-1 0,-34 3 0,-247 24 0,265-21 0,-61 7 0,-188 19 0,211-24 0,-72 2 0,-76 0 0,-83 1 0,-846-14 0,837 24 0,73 0 0,-432-20 0,386-5 0,-6 20 0,-83-11 0,259-9 0,-1854 2 0,2023-1 0,-1 0 0,1 0 0,0-1 0,-1 0 0,1 0 0,0-1 0,0 0 0,0-1 0,-8-5 0,-3-2 0,1-1 0,-29-25 0,41 32 17,0 1-1,-1 0 0,1 0 1,-1 1-1,0-1 0,0 2 1,-12-4-1,-34-12-1512,38 8-5330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2:31:24.0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2:25.1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24575,'0'3'0,"0"7"0,4 8 0,1 14 0,0 5 0,-1 5 0,-1-2 0,-1 6 0,-1 6 0,-1-2 0,0 7 0,0 1 0,0 0 0,0-7 0,0 1 0,0-2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2:33.3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1:02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452 2078 24575,'2'-1'0,"-1"0"0,1 0 0,-1 0 0,1-1 0,-1 1 0,1-1 0,-1 1 0,0-1 0,0 1 0,0-1 0,0 0 0,0 0 0,0 1 0,0-1 0,-1 0 0,1 0 0,-1 0 0,1 0 0,-1 0 0,0 0 0,1 0 0,-1 0 0,0 0 0,0 0 0,-1 0 0,1 0 0,0 0 0,-1 0 0,0-2 0,-2-9 0,-1 0 0,0 0 0,-8-14 0,10 22 0,-153-292 0,49 105 0,103 185 0,-5-10 0,0 1 0,-1 0 0,-1 0 0,-1 1 0,0 1 0,-23-24 0,27 30 0,0 0 0,0-1 0,1 1 0,0-1 0,0 0 0,1-1 0,0 1 0,1-1 0,-6-17 0,4 3 0,0 1 0,1-1 0,-2-30 0,6 43 0,-1 0 0,2 0 0,0 0 0,0 0 0,1 0 0,0 0 0,1 0 0,0 1 0,1-1 0,0 0 0,1 1 0,0 0 0,0 0 0,1 0 0,1 0 0,6-9 0,27-28 0,2 2 0,2 1 0,57-45 0,6-1 0,169-112 0,-198 153 0,123-58 0,-174 95 0,172-70 0,-151 65 0,0 3 0,69-12 0,485-46 0,-492 66 0,-1 5 0,0 5 0,168 27 0,-275-31 0,118 27 0,-106-23 0,0 0 0,-1 1 0,1 0 0,-1 1 0,0 1 0,20 14 0,-24-14 0,-1 1 0,0 0 0,0 0 0,0 1 0,-1 0 0,-1 0 0,10 19 0,-6-7 0,-1 1 0,9 37 0,-4 11 0,-2 0 0,1 80 0,-16 143 0,3-272 0,-2-1 0,-1 1 0,0-1 0,-2 0 0,-13 33 0,-52 88 0,34-71 0,12-26 0,-1-2 0,-2 0 0,-2-2 0,-2-2 0,-2 0 0,-1-3 0,-41 34 0,-41 22 0,-133 80 0,186-133 0,-103 45 0,140-73 0,0-1 0,-33 7 0,-19 5 0,-8 9 0,-144 44 0,189-64 0,0-2 0,-1-1 0,-72 1 0,-342-12 0,448 4-124,1 0 0,-1-1 0,0 0 0,0 0 0,1-1 0,-1 0-1,1 0 1,-1-1 0,1 0 0,-10-6 0,2 0-6702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1:08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499 2518 24575,'-8'0'0,"1"0"0,-1 0 0,0 0 0,1-1 0,-1-1 0,1 1 0,0-1 0,-1 0 0,1-1 0,0 1 0,0-1 0,1-1 0,-1 1 0,0-1 0,1-1 0,0 1 0,0-1 0,1 0 0,-1 0 0,-8-11 0,-107-157 0,105 148 0,2-1 0,1 0 0,-19-51 0,-17-92 0,15 46 0,25 89 0,2-1 0,-5-51 0,-7-35 0,13 92 0,0 1 0,2-1 0,1 0 0,2 0 0,1 0 0,1 0 0,1 0 0,9-41 0,-4 50 0,0 1 0,2 0 0,0 1 0,1 0 0,1 0 0,1 1 0,0 1 0,17-18 0,22-32 0,-12 19 0,1 2 0,3 2 0,64-52 0,-73 66 0,57-47 0,3 4 0,3 4 0,3 4 0,3 5 0,152-63 0,-251 120 0,372-146 0,-288 118 0,2 4 0,131-20 0,263 9 0,3 36 0,-273 3 0,-198-2 0,0 0 0,1 1 0,-1 1 0,0 1 0,-1 0 0,1 1 0,22 9 0,-29-9 0,1 2 0,-1-1 0,0 1 0,0 0 0,-1 1 0,0 0 0,0 0 0,-1 1 0,0 0 0,0 0 0,0 0 0,6 13 0,0 3 0,-1 0 0,-1 0 0,-1 1 0,-2 0 0,0 1 0,-1 0 0,-2 1 0,2 26 0,0 34 0,-6 97 0,-2-117 0,0-31 0,-1 0 0,-2 0 0,-16 69 0,13-80 0,-1 0 0,-2-1 0,-1 0 0,0 0 0,-2-1 0,-19 27 0,-56 75 0,-108 145 0,162-229 0,-115 131 0,97-120 0,-1-2 0,-3-3 0,-2-3 0,-108 64 0,-116 40 0,193-106 0,-116 37 0,57-23 0,-18 5 0,139-54 0,1 0 0,-1-2 0,0-1 0,-44 0 0,21-5 0,23 0 0,0 1 0,-1 1 0,1 1 0,-33 7 0,-5 5 0,-85 7 0,125-17 0,-48 14 0,50-11 0,0-1 0,-31 3 0,-164 15-1365,193-23-5461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1:13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381 2120 24575,'-1'0'0,"0"-1"0,0 0 0,0 1 0,0-1 0,0 0 0,0 0 0,0 0 0,0 0 0,0 0 0,0 0 0,1 0 0,-1 0 0,0 0 0,1 0 0,-1 0 0,1 0 0,-1-1 0,0-1 0,-3-6 0,-68-132 0,6-3 0,6-2 0,7-3 0,-35-159 0,80 261 0,1-1 0,3 0 0,1 0 0,6-68 0,-2 106 0,0-1 0,1 1 0,1 0 0,-1 0 0,2 0 0,-1 0 0,1 0 0,1 1 0,0-1 0,0 1 0,1 1 0,7-10 0,12-11 0,54-52 0,-68 71 0,78-67 0,4 4 0,132-80 0,-129 98 0,3 4 0,197-73 0,-228 101 0,0 3 0,2 3 0,108-11 0,214 9 0,-343 19 0,1 3 0,82 15 0,-126-16 0,1 1 0,-1-1 0,1 1 0,-1 0 0,0 1 0,0-1 0,-1 1 0,1 1 0,-1-1 0,0 1 0,0-1 0,0 2 0,-1-1 0,5 7 0,7 11 0,-1 1 0,12 26 0,-21-39 0,7 13 0,-1 1 0,-1 0 0,-1 1 0,-1 0 0,-1 0 0,-1 0 0,-2 1 0,0 1 0,0 45 0,-9 436 0,3-484 0,-1 0 0,-2 0 0,0 0 0,-2 0 0,0-1 0,-2 0 0,0 0 0,-17 30 0,-14 19 0,-58 80 0,82-131 0,-16 23 0,-62 71 0,73-95 0,0-1 0,-2-1 0,0-2 0,-1 0 0,-28 16 0,-45 24 0,-52 27 0,119-70 0,0-1 0,0-1 0,-43 10 0,16-11 0,-101 8 0,79-8 0,49-6 0,-46 1 0,34-6 0,0 1 0,0 1 0,0 3 0,0 1 0,-50 16 0,-22 22 123,40-15-1611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1:18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169 2237 24575,'-1'0'0,"0"0"0,-1-1 0,1 1 0,0 0 0,0-1 0,0 1 0,-1-1 0,1 0 0,0 1 0,0-1 0,0 0 0,0 1 0,0-1 0,0 0 0,1 0 0,-1 0 0,0 0 0,0 0 0,0-1 0,-15-26 0,11 17 0,-9-17 0,1-2 0,1 0 0,-11-43 0,-13-98 0,23 87 0,-3-127 0,17-89 0,2 116 0,-4 163 0,1 0 0,1 0 0,1 0 0,1 0 0,1 0 0,0 1 0,2-1 0,0 1 0,16-32 0,3 9 0,3 1 0,56-67 0,79-65 0,-121 135 0,1 2 0,2 2 0,1 2 0,53-29 0,-20 20 0,156-58 0,-151 73 0,1 3 0,1 5 0,1 3 0,114-6 0,357 12 0,-447 12 0,-82-2 0,1 1 0,50 9 0,-69-8 0,-1 1 0,1 0 0,-1 1 0,0 0 0,0 1 0,-1 0 0,1 1 0,-1-1 0,0 2 0,14 12 0,-11-7 0,23 19 0,-2 2 0,-1 1 0,-1 2 0,32 49 0,-25-25 0,38 66 0,-70-113 0,-2 0 0,1 1 0,-1-1 0,-1 1 0,0-1 0,-1 1 0,0 15 0,-4 102 0,-1-61 0,3-60 0,-9 190 0,5-166 0,-2 1 0,-1-1 0,-20 59 0,-20 32 0,-117 219 0,136-295 0,-3-1 0,-1-1 0,-3-2 0,-1-1 0,-2-2 0,-3-2 0,-45 36 0,60-58 0,0-1 0,-1-1 0,-40 17 0,-91 28 0,61-25 0,24-10 0,-119 26 0,-80-2 0,233-43 0,0 0 0,-5 1 0,-83 4 0,-406-13 0,524 1 0,0 0 0,0-1 0,1 0 0,-1 0 0,0-1 0,0 0 0,-14-6 0,18 5 0,-1 0 0,1 0 0,0 0 0,0-1 0,0 0 0,0 0 0,1 0 0,0-1 0,0 1 0,0-1 0,-6-10 0,-2-2-1365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12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24575,'0'7'0,"1"-1"0,0 1 0,0 0 0,1 0 0,0-1 0,0 1 0,1-1 0,0 0 0,0 1 0,4 5 0,43 58 0,-40-58 0,78 89 0,138 123 0,-85-89 0,-99-94 0,1-1 0,1-2 0,3-2 0,0-3 0,98 52 0,472 155 0,-408-167 0,684 208 0,-822-265-1365,-7-2-5461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16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 24575,'0'8'0,"12"15"0,23 15 0,15 9 0,6 5 0,-2-2 0,-2-7 0,-10-5 0,-17-10 0,-32-10 0,-39-3 0,-27-5 0,-10 0 0,-2 2 0,12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20.1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24575,'2'23'0,"2"0"0,0 0 0,2 0 0,0-1 0,1 0 0,19 38 0,-17-37 0,134 290 0,-126-284 9,0 0-1,2-1 1,25 28-1,71 70-164,-45-53-1087,-33-31-5583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22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1 305 24575,'36'10'0,"-8"-1"0,12-1 0,-18-2 0,0-1 0,1-1 0,-1-1 0,1-1 0,44-3 0,-64 1 0,0-1 0,-1 0 0,1 0 0,-1 0 0,1 0 0,-1 0 0,0-1 0,1 1 0,-1-1 0,0 1 0,0-1 0,0 0 0,0 0 0,-1 0 0,1 0 0,0 0 0,-1 0 0,1-1 0,-1 1 0,0 0 0,0-1 0,0 1 0,0-1 0,0 0 0,0 1 0,-1-1 0,1 0 0,-1-2 0,2-12 0,-1 0 0,0 0 0,-3-24 0,1 18 0,0-13-87,-1 8-339,2 0 0,3-32 0,2 34-6400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3:14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1394 2 24575,'-9'0'0,"-7"-1"0,0 1 0,0 0 0,0 2 0,-1-1 0,1 2 0,0 0 0,1 1 0,-1 1 0,-15 6 0,-140 89 0,74-40 0,-33 28 0,25-16 0,-51 38 0,118-73 0,33-31 0,-1 1 0,0-1 0,0-1 0,-1 1 0,0-1 0,-12 8 0,4-4 0,-1 2 0,2 0 0,-1 0 0,2 1 0,-1 1 0,-13 18 0,-14 12 0,-40 31-682,-116 83-1,173-140-6143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29.9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5845 0 24575,'-52'48'0,"-3"-2"0,-1-2 0,-1-4 0,-3-1 0,-91 42 0,-337 122 0,-610 173 0,736-257 0,-166 23 0,-1-39 0,287-58 0,165-30 0,-379 59 0,157-27 0,113-14 0,25-7 0,-131 19 0,158-41 0,94-4 0,-71 8 0,28 1-188,-156-3-1,177-6-799,35 0-5838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32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274 0 24575,'-1'6'0,"-2"0"0,1-1 0,0 1 0,-1-1 0,0 0 0,-1 0 0,1 0 0,-1 0 0,0 0 0,-7 6 0,4-4 0,-21 25 0,-1-2 0,-1-1 0,-64 47 0,89-73 0,1 0 0,0 0 0,-1 1 0,2-1 0,-1 1 0,0 0 0,1 0 0,0 0 0,-5 8 0,8-11 0,-1 0 0,1 0 0,-1 1 0,1-1 0,0 0 0,0 0 0,-1 0 0,1 0 0,0 0 0,0 0 0,0 1 0,0-1 0,0 0 0,0 0 0,1 0 0,-1 0 0,0 0 0,1 0 0,0 2 0,0-1 0,0-1 0,1 1 0,-1-1 0,0 0 0,1 1 0,-1-1 0,1 0 0,-1 0 0,1 0 0,0 0 0,0 0 0,-1 0 0,1-1 0,0 1 0,3 0 0,40 10 30,55 5-1,-68-12-314,0 1 0,-1 1 1,1 2-1,47 19 0,-62-19-6541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3:20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0 24575,'0'17'0,"1"2"0,-1 0 0,-1-1 0,0 1 0,-2 0 0,0-1 0,-1 1 0,-9 25 0,10-39 0,1 0 0,0 0 0,1 1 0,-1-1 0,1 0 0,0 0 0,1 1 0,-1 9 0,1-13 0,1 0 0,-1-1 0,1 1 0,-1 0 0,1 0 0,0-1 0,0 1 0,0-1 0,0 1 0,0-1 0,0 1 0,0-1 0,1 1 0,-1-1 0,0 0 0,1 0 0,-1 0 0,1 0 0,-1 0 0,1 0 0,0 0 0,-1 0 0,1-1 0,0 1 0,0 0 0,0-1 0,-1 0 0,1 1 0,0-1 0,2 0 0,30 4 0,0-2 0,0-1 0,50-5 0,10-1 0,45 6-1365,-119-1-5461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3:44.7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0,'530'0,"-504"0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3:47.4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1,'0'2,"1"0,-1 0,0 0,1 0,-1 0,1 0,0 0,0 0,0 0,0 0,0 0,0-1,0 1,0 0,1-1,-1 1,1-1,-1 1,1-1,0 0,-1 0,1 0,0 0,0 0,0 0,0 0,0 0,0-1,0 1,0-1,3 1,9 1,0 0,1-2,22 0,-21 0,514-2,-501 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3:50.2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1,'15'0,"19"0,18 0,9 0,5 0,-3 0,-6 0,-7 0,-9 0,-8 0,0 0,5 0,4 0,-4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3:52.3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0,'500'0,"-475"0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04.9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0,'20'0,"15"0,13 0,14 0,6 0,2 0,-3 0,-8 0,-6 0,-9 0,-7 0,-6 0,-5 0,-6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06.1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0,'719'0,"-669"0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08.5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63,'4'0,"13"0,20-4,23-1,22 0,1 1,-10-3,-9 0,5 1,10 1,4-2,-9 1,-16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11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0,'0'1,"0"1,1-1,-1 0,1 0,-1 0,1 0,0 0,-1-1,1 1,0 0,-1 0,1 0,0 0,0-1,0 1,0 0,0-1,0 1,0-1,0 1,0-1,0 0,0 1,0-1,0 0,0 0,3 1,35 3,-35-4,43 2,-16-1,0 1,37 8,-28-4,0-1,0-3,68-3,-35-1,165 1,-199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13.5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1,'781'0,"-718"0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16.6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0,'0'1,"0"0,1 0,-1 0,1-1,-1 1,1 0,-1 0,1-1,0 1,-1 0,1-1,0 1,-1 0,1-1,0 1,0-1,0 1,0-1,-1 0,1 1,0-1,0 0,0 0,0 0,0 1,0-1,1 0,33 3,-28-3,410 7,-256-9,-91-2,-36-1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56.4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0,'742'0,"-711"0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57.7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0,'0'4,"7"0,21 5,41-1,45-1,21-2,-5-1,-22-2,-21-1,-25-1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00.3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0 485,'644'0,"-634"1,1-2,-1 1,0-1,1 0,-1-1,14-5,-20 5,0 0,0 0,0 0,0-1,0 1,-1-1,1 0,-1 0,0-1,0 1,0-1,0 1,0-1,-1 0,0 0,3-7,9-22,-1 0,-2 0,-1-1,5-41,-7 22,1-79,-9 110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03.2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45,'41'-12,"1"2,0 2,82-5,132 12,-121 3,108-2,-204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05.9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0,'466'16,"-245"-10,-186-6,14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10.4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0,'4'4,"0"0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17.6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30,'25'-1,"39"-7,12-2,153 7,48-3,-273 5,1 1,0-1,0 2,-1-1,1 0,0 1,-1 0,1 0,0 0,-1 1,1-1,6 5,-8-4,-1 0,1 0,-1 1,0-1,0 1,0-1,0 1,0 0,0-1,-1 1,1 0,-1 0,0 0,0 0,0 1,0-1,-1 0,1 0,-1 4,3 37,-8 85,0-23,4-91,0 0,-1 0,-1 0,0-1,-1 1,0-1,-2 0,-10 23,14-34,0-1,0 1,0-1,0 1,0-1,-1 0,1 0,-1 0,1 0,-1 0,0 0,0-1,0 0,0 1,0-1,0 0,0 0,-4 0,-6 1,-1-1,1 0,-17-2,8 1,-407-6,400 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21.6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1 534,'0'-459,"0"456,0-1,0 1,0 0,0-1,1 1,-1 0,1-1,0 1,0 0,0 0,0 0,0 0,1 0,0 0,3-6,-2 7,0 0,0 0,0 0,0 1,1-1,-1 1,0 0,1 0,-1 0,1 0,-1 0,1 1,-1 0,1-1,4 2,271 0,-90 2,-177-3,0 0,-1 0,0 0,0 2,18 2,-27-3,1 0,0 0,0 0,-1 0,1 1,0-1,-1 0,1 1,-1 0,0 0,0 0,0 0,0 0,0 0,0 0,0 1,-1-1,1 1,-1-1,1 1,-1 0,0-1,1 4,2 21,0 1,-2-1,-1 1,-1 0,-5 36,1 8,4-68,-1 23,0 1,-2 0,-9 39,11-64,0 0,-1-1,1 1,-1 0,1-1,-1 1,0-1,0 0,0 0,0 0,-1 0,1 0,0 0,-1 0,0-1,1 1,-1-1,0 0,0 0,1 0,-1 0,0 0,-3 0,-10 2,0-1,-1-1,-17 0,15-1,-230-3,144 1,80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26.0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0 467,'1'-290,"-1"281,0 1,1 0,0 0,1 0,3-13,-4 18,0 1,0 0,0 0,1 0,-1 0,1 0,-1 0,1 0,0 0,-1 0,1 1,0-1,0 1,0-1,0 1,1 0,-1 0,0 0,0 0,1 0,-1 1,4-2,18-1,1 1,0 2,49 3,-15 1,364 3,-406-9,-1 0,1-1,-1-1,1-1,-1 0,0-1,20-11,45-14,-76 30,26-7,-30 7,0 1,0 0,0-1,0 1,0 0,0 0,0 0,0 0,0 0,0 0,0 0,0 0,0 1,0-1,0 0,0 0,0 1,0-1,0 1,0-1,0 1,1 0,-4 4,1-1,-1 0,0 0,0 1,-1-1,1-1,-1 1,1 0,-1-1,-4 4,4-2,-13 14,3-4,0 1,2 0,0 1,0 0,2 0,0 1,-11 31,14-30,-1-1,-11 22,12-27,-1 1,2 0,-1 0,2 1,-4 18,8-30,-1 0,0 1,0-1,0 0,0 0,0 0,-1 0,1 0,-1 0,0 0,0 0,0-1,0 1,-1-1,-3 4,0-2,1 0,-1 0,0-1,0 0,0 0,-1-1,-9 3,-9 0,0-1,-1-1,-31 0,46-3,-209-2,72-1,120 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30.3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0 502,'0'-335,"0"331,1 1,-1-1,1 0,0 1,-1-1,2 1,-1-1,0 1,1-1,-1 1,1 0,0 0,0 0,1 0,-1 0,0 0,1 1,0-1,0 1,0-1,0 1,0 0,0 0,0 1,1-1,-1 1,4-2,11-3,1 1,-1 1,1 0,20-1,-28 4,53-4,88 5,2 0,-142-2,-1 0,0 0,1-2,-1 1,0-1,14-8,-17 8,1 0,-1 0,1 1,0 0,0 0,0 1,0 0,1 1,15 0,-23 1,0 0,-1 1,1 0,0-1,0 1,-1 0,1 0,0 0,-1 0,1 0,-1 0,1 0,-1 1,0-1,0 1,1-1,-1 1,0-1,0 1,0-1,-1 1,1 0,0 0,-1-1,1 1,-1 0,1 0,-1 0,0 3,2 9,-2-1,1 0,-3 17,1-12,0 139,-4 83,5-238,-1 1,1 0,-1 0,0-1,0 1,0-1,-1 1,1-1,-1 1,1-1,-1 0,0 1,0-1,0 0,0 0,0-1,0 1,0 0,-1-1,1 1,-1-1,1 0,-1 0,1 0,-1 0,0 0,0 0,-3-1,-11 4,-1-1,0-1,-23-1,29-1,-240-2,70-1,164 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49.4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22 382,'-11'-129,"0"4,12 122,-1 0,1-1,0 1,0-1,0 1,0 0,1 0,-1-1,1 1,0 0,0 0,0 1,0-1,1 0,-1 1,1-1,-1 1,1 0,0 0,0 0,0 0,0 0,0 1,0-1,6-1,10-4,1 1,-1 1,24-3,-40 7,79-12,1 3,95 2,-149 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51.1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0,'7'4,"7"1,11 0,8 2,3 0,-2 0,1-3,-1-1,-4-1,-3-1,-3-1,-1-1,-2 1,0 0,3 0,9-1,2 1,-5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53.3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0,'4'0,"26"0,15 0,8 0,-3 0,-5 0,-7 0,-6 0,-6 0,-3 0,-2 0,0 0,-2 0,1 0,1 0,-5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55.0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0,'11'0,"11"0,5 0,1 0,0 0,-1 0,-2 0,3 0,2 0,1 0,-1 0,-3 0,-6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56.9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0 223,'4'0,"0"-4,1-11,-1-8,-2-6,0-3,-1 2,-1-3,0 2,0 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11.0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0,'659'0,"-641"0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14.0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1,'739'0,"-735"0,5 0,0 0,1 0,-1 1,1 1,13 3,-20-4,-1-1,0 1,0 1,0-1,1 0,-1 0,0 1,0-1,-1 1,1 0,0 0,0-1,-1 1,1 0,-1 0,0 1,0-1,0 0,0 0,0 0,0 1,0-1,-1 1,1-1,-1 0,1 5,-1 12,-1 0,0 0,-2 0,-6 26,1 1,4-24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16.7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0 107,'11'0,"10"-3,13-6,8-4,11-3,0 0,-6 4,-6 3,-7 4,1-1,6 0,6 1,18 2,8 1,2 1,-12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18.5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0,'15'0,"22"0,12 0,2 0,-5 0,1 0,7 0,-2 0,-7 0,-3 0,-6 0,-5 0,3 0,3 0,2 0,-1 0,-4 0,-8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20.3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 0,'0'4,"0"4,0 6,0 2,0 3,0 2,0 1,-3 4,-6 4,0 5,1-4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22.4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39,'137'1,"1"2,203-24,-267 4,-58 13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25.7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0,'0'1,"1"1,-1-1,1 0,-1 0,1 0,-1 1,1-1,0 0,0 0,-1 0,1 0,0 0,0 0,0-1,0 1,0 0,0 0,0-1,0 1,1-1,-1 1,0-1,0 1,3 0,31 8,19-2,65 0,48 7,-76-2,164 1,-230-13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27.0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0,'25'0,"20"0,4 0,6 0,12 0,4 0,-6 0,-10 0,-7 0,-9 0,-3 0,-5 0,-3 0,-7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28.0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33.4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1 307,'0'-6,"-1"-20,2-1,0 0,2 1,11-46,-13 65,1 1,1 0,-1 0,1-1,0 2,1-1,0 0,-1 1,2-1,-1 1,0 0,1 1,0-1,0 1,1 0,-1 0,1 0,0 1,0 0,0 0,0 1,1-1,-1 1,9-1,17-1,0 1,0 2,0 1,38 5,15 0,25-6,57 3,-164-2,-1 1,0-1,0 1,0 0,0-1,0 1,0 0,0 0,0 1,0-1,-1 0,1 1,0-1,-1 1,1-1,-1 1,1 0,-1-1,0 1,0 0,0 0,0 0,0 0,0 0,-1 0,1 0,-1 0,1 1,-1 3,2 8,-1 0,0 1,-2 21,0-19,0 106,-3 68,4-189,0 0,0 1,-1-1,1 1,-1-1,0 0,0 1,0-1,0 0,0 0,0 0,0 1,-1-1,1-1,-1 1,0 0,1 0,-1 0,0-1,0 1,0-1,0 0,0 0,-1 1,1-1,0-1,-1 1,1 0,0 0,-4 0,-7 1,-1-1,1 0,-1-1,-20-3,5 2,-426-4,444 6,1 0,0 0,-1 1,1 1,0 0,-17 7,6-1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44.1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0 784,'23'-364,"-8"180,-14 131,-2 37,1 1,1-1,0 0,5-18,-5 31,1 0,-1 0,1 0,0 1,0-1,0 1,0 0,0-1,0 1,1 0,-1 0,1 0,0 1,-1-1,1 1,0-1,0 1,0 0,0 0,4-1,12-3,0 1,21-2,-21 3,56-8,100-2,-170 13,-1 0,0 0,0 0,1 1,-1-1,0 1,0 0,0 0,0 1,0-1,0 1,0 0,7 5,-9-5,0 0,1 1,-1-1,0 1,-1 0,1 0,0 0,-1 0,0 0,0 0,0 0,0 0,0 1,0-1,-1 0,0 0,1 7,6 135,1 87,-6-153,0-39,-7 80,4-117,0-1,0 1,0-1,0 1,-1-1,1 0,-1 1,1-1,-1 0,0 0,0 0,0 0,0 0,0-1,0 1,0-1,-1 1,1-1,-1 0,1 0,-1 0,1 0,-1 0,0-1,1 1,-4-1,-11 3,-1 0,-31-1,43-2,-146-3,91 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45.8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0,'7'4,"6"4,1 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50.7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40 657,'-3'-5,"0"-1,0 1,1-1,0 1,0-1,0 0,0 0,1 0,0 0,1 0,-1-1,1 1,1-10,-2-9,-6-58,1 37,3 0,1-1,3 1,9-69,-9 108,1-6,1 1,0-1,0 1,1-1,7-12,-10 22,1 0,0 0,0 0,1 0,-1 0,1 1,-1-1,1 1,0-1,0 1,0 0,0 0,0 0,0 1,1-1,-1 1,1 0,-1 0,1 0,-1 0,1 0,5 1,188-7,-82 4,-66 0,-28 1,0 1,1 0,-1 2,0 1,27 5,-44-6,0 0,0 1,0 0,0 0,0 0,-1 0,1 0,-1 1,1 0,-1-1,0 1,0 1,0-1,-1 0,1 1,-1-1,0 1,0 0,0 0,0 0,-1 0,1 0,0 6,2 8,-1 0,-1 1,0-1,-2 19,0-27,-10 351,10-357,0 1,-1-1,1 0,-1 1,0-1,0 0,-1 0,1 0,-1 0,0 0,0 0,0 0,-1-1,1 1,-1-1,0 1,-3 2,-1-1,0 0,0-1,0 0,-1-1,1 1,-1-1,0-1,-10 3,-280 54,267-54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52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266 0,'0'4,"0"4,0 5,-11 8,-17 10,-16 8,-7 0,-2-6,8-5,12-8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55.6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44 647,'-2'-32,"-1"0,-11-48,-2-20,8-142,7 235,2 0,-1 0,1 0,0 0,0 0,1 0,0 1,0-1,1 1,0-1,0 1,7-11,-6 12,1 0,-1 1,1 0,0 0,0 0,0 0,0 1,1 0,-1 0,1 0,0 1,0 0,0 0,11-2,22-1,1 1,0 3,0 1,45 6,33-1,-108-5,-3 0,-1 0,0 0,1 1,-1-1,0 1,0 1,7 1,-11-2,0 0,0 1,-1-1,1 0,0 1,0-1,-1 1,1-1,-1 1,0 0,1 0,-1 0,0 0,0 0,0 0,0 0,-1 0,1 0,0 0,-1 0,1 1,-1-1,0 4,3 33,-4 55,-1-60,2 0,6 52,0-47,-1 0,-2 0,-4 76,0-113,1 0,-1 0,0 0,0 1,0-1,0 0,0 0,-1 0,1-1,0 1,-1 0,0 0,1-1,-1 1,0-1,0 1,0-1,0 0,0 0,0 0,0 0,0 0,0 0,-1-1,1 1,0-1,0 1,-4-1,-11 2,0 0,-33-2,29 0,-297-3,297 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12.0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0,'7'0,"7"0,7 0,4 0,1 0,0 0,7 4,11 0,6 1,2-1,-1-2,5 0,-3-1,-8-1,-10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14.3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0,'7'0,"10"0,6 0,2 0,0 0,15 0,14 0,2 0,-5 0,-8 0,3 0,-2 0,2 0,-3 0,-6 0,-8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18.0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1,'597'0,"-593"0,0 0,0 0,-1 0,1 1,0-1,0 1,-1 0,1 0,0 0,-1 1,1-1,-1 1,1 0,5 4,-7-3,1 0,-1-1,0 2,0-1,0 0,0 0,-1 1,1-1,-1 1,0-1,0 1,0-1,-1 1,1 0,-1 6,2 51,-8 92,6-150,-1 0,1-1,0 1,-1-1,1 1,-1 0,0-1,0 1,0-1,0 0,0 1,0-1,-1 0,1 0,-1 0,0 0,0 0,1 0,-1 0,0 0,0-1,-1 1,1-1,-3 2,-3 0,-1-1,1 0,-1 0,0 0,0-1,-9 0,-297 1,194-5,92 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20.1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0,'0'7,"4"3,4-1,20 3,8-2,5-3,7-1,2-3,-4-1,-6-2,-7 0,-1 0,-2-1,-3 1,-3 0,-5-1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21.9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1,'172'-1,"169"3,-329-2,0 0,0 0,0 2,19 3,-29-5,0 1,0-1,0 1,0-1,0 1,0 0,0 0,0 0,0 0,-1 1,1-1,0 0,-1 1,1-1,-1 1,1 0,-1-1,0 1,0 0,0 0,0 0,0 0,0 0,0 0,1 4,-1 12,-1 0,0 0,-2 0,-5 33,-2 10,7-39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25.5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5 390,'-2'-90,"0"43,2 0,9-69,-9 112,1 0,0 0,1 0,-1 0,1 0,-1 0,1 0,0 1,1-1,-1 1,1 0,-1-1,1 1,0 0,0 0,1 1,-1-1,0 1,1 0,0-1,-1 2,1-1,0 0,0 1,0-1,6 0,9-2,1 2,0 0,0 0,26 3,-20-1,293 8,-316-8,-1 0,0 0,1 0,-1 1,0-1,0 1,1-1,-1 1,0 0,0-1,1 1,-1 0,0 0,0 1,0-1,-1 0,1 1,0-1,0 1,1 2,-1-1,0 0,0 0,-1 1,0-1,1 0,-1 1,-1-1,1 0,0 1,-1-1,0 1,0 4,-1 10,-1 1,-1 0,-1-1,-7 21,7-25,-2 11,-4 12,-19 48,27-81,-1 0,0 0,0 0,0 0,0-1,0 1,-1-1,1 0,-1 0,0 0,0-1,0 1,0-1,-1 0,1 0,-1 0,1-1,-1 0,-6 2,-12 1,-1-1,-37 1,47-3,-265 7,228-6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42.6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1,'526'0,"-496"0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46.2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1,'1'1,"0"0,0 0,0-1,0 1,0 0,0 0,0-1,0 1,1-1,-1 1,0-1,0 1,1-1,-1 0,0 0,0 1,1-1,1 0,0 0,56 7,1-3,90-6,-47 0,-25 2,-64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47.7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1,'0'3,"3"0,4 1,18-1,13-1,6-1,-1 0,-6-1,-5 0,-7 0,-3 0,-1 0,6 0,0 0,5 0,-1 0,-5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48.9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1,'8'0,"12"0,9 0,4 0,5 0,6 0,-3 0,-4 0,-1 0,-4 0,-3 0,-8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52.0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2,'99'-1,"107"3,-203-2,0 0,0 0,0 0,0 1,-1-1,1 1,0 0,0 0,-1 0,1 0,-1 1,1-1,-1 1,1-1,-1 1,0 0,0 0,0 0,0 0,0 0,0 0,1 3,0 2,0 1,-1-1,0 0,0 1,-1-1,1 13,1 3,2 19,-1 63,-4-87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22.4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1,'569'0,"-566"0,-1 0,1 0,0 0,0 0,0 1,-1-1,1 1,0-1,0 1,-1 0,1 0,-1 0,1 0,-1 1,1-1,3 4,-4-2,0-1,-1 1,1 0,-1-1,0 1,0 0,0 0,0 0,-1 0,1 0,-1 0,1 0,-1 0,0 0,-1 5,-1 97,-16 245,18-348,0 0,-1 0,1 0,0 0,-1 0,0 0,1 0,-1 0,0 0,0-1,0 1,0 0,0 0,-1-1,1 1,0-1,-1 1,1-1,-1 0,0 1,1-1,-1 0,0 0,0 0,1 0,-1-1,-3 2,-4 0,0-1,0 0,1-1,-1 1,-12-3,-1 2,-42-1,-161-6,215 7,1-2,-1 1,0-1,1 0,0-1,-1-1,1 1,0-1,1-1,-10-5,14 7,-1-1,1 1,-1-1,1 0,0-1,1 1,-1-1,1 0,0 0,0 0,0 0,0 0,1-1,0 1,1-1,-1 1,0-8,-1-12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24.4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0,'0'2,"0"0,1 0,-1 0,1 0,-1 0,1 0,0 0,0 0,0-1,0 1,0 0,0 0,1-1,-1 1,1-1,-1 0,1 1,-1-1,1 0,0 0,-1 0,1 0,0 0,0 0,0 0,0-1,3 1,6 3,1-2,-1 0,16 2,-26-4,99 15,-56-8,58 3,167-10,-256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26.1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31,'523'0,"-495"-2,1-1,54-13,-61 11,-1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28.2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0,'584'0,"-562"0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29.4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1,'9'0,"17"0,19 0,15 0,10 0,1 0,1 0,-1 0,1 0,-7 0,-16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31.1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10,'5'0,"12"0,13 0,5 0,5 0,-2 0,3 0,1 0,-3 0,1 0,-1 0,-4 0,-5 0,-2 0,-3 0,-6-3,-3 0,-4-1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32.9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0 182,'1'2,"-1"-1,1 1,-1-1,1 0,-1 1,1-1,0 0,0 1,0-1,0 0,0 0,0 0,0 0,0 0,0 0,0 0,1 0,-1 0,0 0,1-1,1 2,32 11,-4-4,1-2,0-1,53 2,99-7,-83-3,-98 2,0 0,0 0,-1 0,1 0,0-1,-1 1,1-1,0 1,-1-1,1 0,-1 0,1-1,-1 1,0 0,1-1,2-2,-2 1,-1 0,0 0,0-1,0 1,0 0,-1-1,1 1,-1-1,0 0,0 1,1-7,6-37,3-65,-10 84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36.1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39 327,'-1'-1,"-1"1,1-1,0 1,0-1,-1 0,1 0,0 1,0-1,0 0,0 0,0 0,0-1,0 1,0 0,0 0,1 0,-1-1,0 1,1 0,-1-1,1 1,-1 0,1-3,-9-33,5 14,2 0,1-1,1 1,0 0,8-41,-7 61,0-1,1 1,0 0,-1 0,1 0,0 0,0 0,1 0,-1 0,1 1,-1-1,1 1,0 0,0 0,0 0,0 0,0 0,0 1,0-1,1 1,4-2,10-1,0-1,36-2,-38 5,11-2,-1 1,1 1,0 1,-1 2,47 6,-71-6,0 0,0 0,0 0,0 0,0 0,0 1,0-1,0 0,0 1,-1 0,1-1,0 1,-1 0,0 0,1 0,-1 0,0 0,0 0,0 0,0 0,0 0,-1 0,1 1,-1-1,1 0,-1 4,1 7,0 1,-1 0,-3 19,1-11,-1 126,3-146,0 0,-1 0,1 0,0 0,-1 0,0 0,1-1,-1 1,0 0,0 0,0 0,0-1,-1 1,1-1,0 1,-1-1,1 1,-1-1,1 0,-1 0,0 0,1 0,-1 0,0 0,0 0,0 0,0-1,0 1,-2 0,-7 1,0-1,0 0,-1-1,-13-1,6 1,-26-1,4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40.4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 0,'1'1,"0"0,-1 0,1 0,0-1,0 1,0 0,0-1,0 1,-1-1,1 1,0-1,0 1,0-1,1 0,-1 1,0-1,0 0,0 0,0 0,0 0,0 0,2 0,0 0,78 8,139-6,-111-4,-31 1,85 2,-160-2,-1 1,1 0,-1 1,1-1,0 0,-1 1,1 0,-1-1,1 1,-1 0,1 0,-1 0,0 1,4 1,-5-1,0-1,0 1,-1-1,1 1,0 0,-1 0,1-1,-1 1,0 0,1-1,-1 1,0 0,0 0,0 0,0-1,-1 1,1 0,0 0,-1-1,1 1,-2 2,-1 11,1 0,0 1,1 15,1-15,-1-1,-5 25,6-37,-1-1,0 0,0 0,-1 0,1 1,0-1,-1-1,1 1,-1 0,1 0,-1 0,0-1,0 1,0-1,0 0,0 1,0-1,0 0,-1 0,1 0,0 0,0-1,-1 1,1-1,-4 1,-9 1,0-1,0 0,-17-2,9 0,-61 6,-87 15,-31 2,100-20,86-3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44.2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74,'37'-3,"0"0,71-18,-22 4,91-8,-141 22,0 2,70 5,-105-4,-1 0,1 0,0 0,0 1,0-1,0 0,-1 0,1 1,0-1,0 0,0 1,-1-1,1 1,0-1,-1 1,1 0,0-1,-1 1,1-1,-1 1,1 0,-1 0,1-1,-1 1,0 0,1 0,-1 1,1 0,-1 1,0-1,0 1,0-1,0 1,0-1,0 1,-1-1,0 5,-4 7,0 0,-12 21,12-26,-9 18,-29 44,39-69,1 1,-1-1,1 0,-1 1,0-2,0 1,1 0,-1-1,-1 0,1 0,0 0,0 0,0-1,0 1,-1-1,-5-1,-1 2,-351 18,352-19,0 0,-1 1,-13 4,10-2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48.5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33 262,'-2'-54,"0"33,2 1,0-1,1 0,5-26,-5 44,0 1,0 0,0 0,0-1,0 1,1 0,-1 0,1 0,-1 0,1 1,0-1,0 0,0 1,0-1,0 1,0 0,0 0,1-1,-1 1,0 1,1-1,-1 0,0 1,1-1,-1 1,5-1,9 0,0 0,1 2,17 1,-3 0,40 0,0-4,0-3,86-16,-143 17,-2 1,0 1,-1 0,1 0,13 1,-23 1,0-1,-1 1,1 0,0 1,-1-1,1 0,-1 0,1 1,0-1,-1 1,1-1,-1 1,1 0,-1 0,0-1,1 1,-1 0,0 0,1 0,-1 1,0-1,0 0,0 0,0 1,0-1,0 0,0 1,-1-1,1 1,0-1,-1 1,1-1,-1 1,0 0,0-1,1 4,-6 81,0-14,4-68,1 0,-1-1,0 1,0 0,0 0,-1 0,0 0,1-1,-1 1,0-1,0 1,-1-1,1 0,-1 0,0 0,0 0,0-1,0 1,-3 2,-10 6,-1-1,-30 14,32-16,-5 1,0-1,-1-1,0-1,0-1,0 0,-38 2,-132-7,89-2,39 2,46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51.6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2 506,'-2'-126,"6"-141,-4 263,0 0,1 0,0-1,0 1,0 0,1 0,-1 0,1 0,0 0,0 1,1-1,-1 0,1 1,-1 0,6-5,-3 3,1 1,0 0,-1 0,1 1,1 0,-1 0,0 0,14-3,1 2,0 1,0 0,0 2,0 0,29 4,47 11,-69-8,0-2,43 1,-68-5,0 0,0 0,0 0,0 1,0-1,0 1,0-1,0 1,0 0,0 0,0 0,0 1,0-1,-1 1,4 2,-4-2,0 0,-1 0,1 1,-1-1,1 1,-1-1,0 1,0 0,0-1,0 1,0 0,-1 0,1 0,-1 0,0-1,0 7,-4 231,5-238,-1 0,0 0,0 0,0-1,0 1,-1 0,1 0,0 0,-1 0,1-1,-1 1,0 0,0-1,1 1,-1 0,0-1,0 1,-1-1,1 1,0-1,0 0,-3 3,-1-3,1 1,0 0,-1-1,1 0,0 0,-1 0,1-1,-8 1,-193 3,154-1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58.7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0,'2'0,"5"0,12 0,12 0,6 0,5 0,2 0,-7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13.9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1,'462'0,"-447"0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20.2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0,'547'0,"-545"0,0 0,0 0,0 1,0-1,0 0,0 1,0 0,0-1,0 1,0 0,0 0,-1 0,1 0,0 0,-1 0,1 1,-1-1,1 0,-1 1,1 0,-1-1,0 1,0 0,0-1,0 1,0 0,0 0,0 0,-1 0,1 0,-1 0,0 0,1 3,0 9,0 1,0-1,-2 0,-2 16,1 4,2 57,0-78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25.6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1 559,'0'-515,"-1"514,1-1,0 0,0 1,1-1,-1 0,0 1,0-1,1 0,-1 1,1-1,0 1,-1-1,1 1,0-1,0 1,0-1,0 1,0 0,0 0,0-1,0 1,1 0,-1 0,0 0,1 0,-1 1,1-1,-1 0,1 0,-1 1,1-1,-1 1,3-1,5 0,0 1,0-1,0 1,0 1,11 2,7-1,9 0,1 2,69 16,-88-16,-1-2,0 0,1-1,24-1,15 0,-56 0,0 0,1 1,-1-1,0 0,0 0,0 1,0-1,0 1,0-1,0 1,0-1,0 1,0-1,0 1,0 0,-1 0,1 0,0-1,0 1,-1 0,2 2,-1 0,1 0,-1 0,0 0,0 0,-1 0,1 0,0 6,-1 6,0-1,-4 24,4-33,-10 53,5-36,2 0,-2 36,6-6,-1 54,-1-105,1 1,0-1,-1 0,1 0,-1 1,0-1,1 0,-1 0,0 0,0 0,0 0,0 0,0 0,0 0,0 0,0-1,0 1,0 0,0-1,-1 1,1-1,0 1,0-1,-1 1,1-1,0 0,-1 0,1 1,0-1,-3 0,-52-2,37 1,7 2,0 0,0 1,0 1,1 0,-17 7,1-2,-37 13,55-19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39.1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32 356,'-2'-37,"-11"-65,6 68,3 0,-1-41,5 72,0 0,0 0,0 0,1 0,-1 0,1 0,-1 0,1 1,0-1,0 0,0 0,1 1,-1-1,1 0,-1 1,1 0,0-1,0 1,3-3,0 2,-1 1,0 0,0 0,1 0,-1 1,1 0,-1 0,1 0,-1 0,1 1,7-1,194 4,-54 1,-150-4,0-1,-1 1,1 0,0 0,-1 0,1 1,0-1,-1 0,1 0,0 1,-1 0,1-1,-1 1,1 0,-1-1,1 1,-1 0,1 0,-1 0,0 0,1 1,-1-1,0 0,0 0,0 1,1 2,0 1,-1-1,0 1,0 0,-1 0,0 0,1 0,-2 8,0-3,0 233,1-242,0 0,-1 1,1-1,0 0,-1 1,1-1,-1 0,1 0,-1 0,0 1,0-1,1 0,-1 0,0 0,0 0,0 0,0 0,0-1,0 1,0 0,-1 0,1-1,0 1,0-1,-1 1,1-1,0 1,0-1,-2 0,-47 7,37-6,-195 4,183-5,13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45.2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23 450,'0'0,"0"0,0 0,0 1,0-1,0 0,-1 0,1 0,0 0,0 0,0 0,0 0,0 0,0 0,0 0,-1 0,1 0,0 0,0 0,0 1,0-1,0 0,-1 0,1 0,0 0,0 0,0-1,0 1,0 0,0 0,-1 0,1 0,0 0,0 0,0 0,0 0,0 0,0 0,-1 0,1 0,0 0,0 0,0-1,0 1,0 0,0 0,0 0,0 0,0 0,0 0,0-1,-1 1,1 0,0 0,-3-13,2-22,1 31,-2-78,4-173,-1 252,-1 1,1-1,0 1,0-1,0 1,1 0,-1 0,0-1,1 1,-1 0,1 0,0 0,0 0,0 1,0-1,0 0,0 1,0 0,0-1,1 1,-1 0,0 0,1 0,-1 0,1 1,4-2,8-1,1 1,-1 0,18 0,-30 2,-3 0,18-2,0 1,-1 1,1 1,0 0,-1 1,1 1,-1 1,33 11,-46-13,0-1,0 1,-1 0,1-1,-1 1,1 1,-1-1,0 0,3 4,-5-4,1 0,-1 1,0-1,0 1,0 0,0-1,-1 1,1-1,-1 1,1 0,-1-1,0 1,-1 5,0 26,-2 0,-2 0,-1 0,-20 61,21-72,0-1,-1 40,5-45,-1 0,0 0,-1 0,-1 0,-10 28,13-43,0-1,0 0,1 0,-1 0,0 1,0-1,0 0,-1 0,1 0,0 0,0-1,0 1,-1 0,1 0,0-1,-1 1,1-1,-1 1,1-1,0 0,-1 1,1-1,-1 0,1 0,-1 0,-2-1,-46-9,22 3,-148-16,165 21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58.7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77 587,'-1'-8,"0"-1,-1 1,1-1,-1 1,-6-13,-1-7,-6-35,2 0,3-1,2-1,2-95,6 146,0 8,0 0,0 0,0 0,1 0,2-8,-3 13,0-1,1 1,-1 0,1 0,0 0,-1 0,1-1,0 1,0 0,-1 0,1 0,0 1,0-1,0 0,0 0,0 0,1 1,-1-1,0 0,0 1,0-1,1 1,-1 0,0-1,0 1,1 0,-1 0,0 0,3 0,242 2,-68 0,-138-3,45 2,-84 0,1-1,-1 0,0 1,0-1,0 1,0-1,0 1,0 0,0-1,-1 1,1 0,0 0,0-1,0 1,-1 0,1 0,0 0,-1 0,1 0,-1 0,1 0,-1 0,0 0,1 0,-1 1,0-1,0 0,0 2,3 38,-3-31,0 24,-2 151,0-158,-1-1,-2 0,0-1,-18 50,22-72,0-1,-1 1,0-1,1 1,-1-1,0 0,0 1,0-1,-1 0,1 0,0-1,-1 1,1 0,-1-1,0 1,0-1,1 0,-1 0,0 0,0-1,-4 2,-8 0,0-1,0 0,-18-1,5-1,-114 2,133-1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59.9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0,'371'0,"-362"0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7:00:03.4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12,'-2'112,"0"-34,13 133,-11-208,1 1,-1-1,1 0,0 0,0 0,0 0,1 0,-1 0,1 0,-1-1,1 1,0-1,0 1,0-1,0 1,1-1,-1 0,1 0,-1 0,1 0,0-1,0 1,0-1,-1 0,7 2,4 0,1 0,-1-1,1-1,25 0,-10-1,226 1,-252-1,0 0,-1-1,1 0,-1 1,1-1,0 0,-1 0,0 0,1-1,-1 1,0-1,1 1,-1-1,0 0,0 0,0 0,-1 0,1 0,0 0,-1 0,1 0,-1-1,0 1,0-1,0 1,0-1,0 1,0-4,3-10,-1 0,-1 0,1-27,-2 22,5-42,-2 28,-2 0,-3-58,0 89,0 0,0 0,-1 0,0 0,0 0,0 0,0 0,0 1,-1-1,1 1,-1 0,0 0,0 0,-1 0,1 0,-1 0,1 1,-1 0,0 0,0 0,1 0,-2 0,-5-1,-7-3,0 2,-1 0,1 0,-26-1,-69 5,58 1,45-1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7:00:09.6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69 494,'-6'-51,"-1"13,-2-239,9 272,0 0,0 0,0 0,1 0,0 0,0 0,0 1,0-1,1 0,0 0,3-6,-2 8,-1 0,1 0,0 1,0-1,0 1,0-1,0 1,0 0,1 0,-1 1,1-1,0 1,-1-1,1 1,5-1,40-8,0 2,1 3,0 1,0 3,70 7,-118-6,-1 0,1 1,-1-1,0 1,0-1,1 1,-1-1,0 1,0 0,0 0,0 0,1-1,-1 1,-1 0,1 0,0 1,0-1,0 0,0 0,-1 0,1 1,-1-1,1 0,-1 0,1 1,-1-1,0 0,1 1,-1-1,0 3,0 48,-1-43,-26 290,27-296,0 0,0 0,-1 0,1 0,-1 0,0 0,1 0,-2 0,1 0,0 0,0 0,-1-1,0 1,1 0,-3 2,1-3,0 0,0 0,-1-1,1 1,0-1,0 1,-1-1,1 0,-1 0,1-1,-1 1,1-1,-5 1,-55 2,-72-6,23 0,96 3,10 0,-1 1,1-2,-1 1,1-1,-9-1,13 1,0 0,0 1,1-1,-1 0,0 0,1 0,-1 0,1 0,-1-1,1 1,-1 0,1-1,0 1,0-1,-1 1,1-1,0 0,1 0,-1 1,0-1,0 0,0-2,-3-18,0 0,2-1,0 1,1-1,4-36,0-5,-3-9,0 49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7:00:13.3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1 464,'11'-303,"-12"173,2 128,-1 1,0 0,0-1,1 1,-1 0,1-1,-1 1,1 0,0 0,-1 0,1-1,0 1,0 0,0 0,-1 0,1 0,0 1,1-1,-1 0,0 0,0 0,0 1,0-1,1 1,-1-1,0 1,0-1,1 1,-1 0,0 0,3-1,5 0,1 1,0-1,14 3,-8-1,378 5,-392-6,-1 0,1 0,0 0,-1 1,1-1,0 1,-1-1,1 1,0-1,-1 1,1 0,-1 0,1 0,-1 0,0 0,1 0,-1 0,0 1,0-1,0 0,0 1,0-1,0 1,0-1,0 1,-1-1,1 1,0 0,-1-1,0 1,1 0,-1-1,0 1,0 2,2 9,-2 1,0-1,-3 23,1-6,1 234,1-263,0 1,-1 0,1-1,-1 1,1 0,-1-1,1 1,-1 0,0-1,0 1,0-1,0 0,0 1,0-1,0 0,0 1,-1-1,1 0,-1 0,1 0,0 0,-1 0,1-1,-1 1,0 0,1-1,-1 1,0-1,1 1,-1-1,0 0,-3 0,-9 2,0-1,-1-1,-15-2,8 1,-238-1,251 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02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1516 48 24575,'-36'-2'0,"-68"-13"0,15 2 0,-488-4 0,557 18 0,-1 1 0,1 1 0,-1 1 0,1 1 0,0 0 0,1 2 0,-1 0 0,1 2 0,-27 15 0,-4 7 0,2 2 0,-49 44 0,87-70 0,-39 33 0,2 1 0,2 2 0,-45 56 0,84-90 0,0 0 0,1 1 0,0-1 0,1 1 0,0 0 0,0 1 0,1-1 0,0 0 0,1 1 0,-1 17 0,1 10 0,4 64 0,1-40 0,2 577 0,-6-631 0,1 1 0,1 0 0,-1-1 0,2 1 0,-1 0 0,1-1 0,0 1 0,1-1 0,0 0 0,0 0 0,1 0 0,0 0 0,0-1 0,1 1 0,0-1 0,0 0 0,1-1 0,7 8 0,13 10 0,2-1 0,0-1 0,1-1 0,2-2 0,0-1 0,1-1 0,0-2 0,1-1 0,1-1 0,0-2 0,1-2 0,0-1 0,0-2 0,1-1 0,0-2 0,36-1 0,-43-2 0,17 0 0,71-10 0,-102 7 0,-1 0 0,1-1 0,-1 0 0,1-1 0,-1-1 0,-1 0 0,1-1 0,23-16 0,164-140 0,-72 56 0,-36 26 0,-3-4 0,85-105 0,-160 171 0,-1-1 0,-1 0 0,-1-1 0,0 0 0,-2-1 0,14-39 0,30-145 0,-52 198 0,9-57 0,-3-1 0,-2 1 0,-3-2 0,-10-103 0,7 167 0,-1-1 0,0 1 0,0-1 0,0 1 0,0 0 0,0-1 0,-1 1 0,1 0 0,-1 0 0,0 0 0,0 0 0,0 0 0,-1 1 0,1-1 0,0 1 0,-1-1 0,0 1 0,0 0 0,1 0 0,-1 0 0,0 0 0,-1 1 0,-2-2 0,-11-4 0,0 1 0,0 1 0,-26-5 0,2 0 0,-9-3-1365,29 8-5461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13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687 30 24575,'-8'0'0,"0"1"0,0 0 0,0 0 0,0 1 0,0 0 0,1 1 0,-1-1 0,1 1 0,-1 1 0,1-1 0,-7 6 0,-8 7 0,0 0 0,-18 20 0,9-9 0,-4 6 0,2 1 0,1 2 0,-51 73 0,46-54 0,-33 71 0,-26 120 0,64-153 0,18-51 0,3 1 0,1 0 0,2 1 0,-3 69 0,11 182 0,3-140 0,-3-118 0,2 1 0,11 68 0,-10-91 0,1-1 0,1 1 0,0-1 0,1 0 0,1-1 0,0 1 0,0-1 0,2 0 0,-1-1 0,12 12 0,-10-12 0,2 0 0,0 0 0,0-1 0,1-1 0,0 0 0,1-1 0,0 0 0,1-1 0,0-1 0,0 0 0,0-1 0,1-1 0,0 0 0,31 5 0,32 2 0,1-4 0,134-2 0,-207-7 0,-1 0 0,1 0 0,-1-1 0,1 0 0,-1 0 0,0-1 0,0 1 0,0-1 0,0-1 0,-1 1 0,1-1 0,4-4 0,10-9 0,31-36 0,-1 1 0,122-119 0,-45 41 0,-97 100 0,-2-1 0,-2-1 0,26-41 0,59-111 0,-37 56 0,-50 89 0,107-157 0,-113 170 0,-2-1 0,0 0 0,16-40 0,-20 41 0,-2 4 0,-1-1 0,-1 0 0,-1 0 0,0 0 0,-2-1 0,-1 0 0,-1 0 0,-1 0 0,-2-37 0,-2 49 0,0 1 0,0 0 0,-1 0 0,0 0 0,-1 0 0,0 1 0,-1-1 0,-1 1 0,1 0 0,-1 0 0,-1 1 0,0 0 0,-13-14 0,-12-8 0,0 1 0,-45-30 0,36 28 0,-4 0 0,0 1 0,-2 3 0,-2 1 0,-53-20 0,84 40 0,1 2 0,-1 0 0,0 0 0,0 2 0,-37-2 0,-96 7 0,62 1 0,65-3 0,1 1 0,0 0 0,0 2 0,0 1 0,-37 10 0,19 1-1365,5-1-5461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16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994 0 24575,'-178'7'0,"148"-3"0,1 1 0,-1 1 0,-52 18 0,43-9 0,1 1 0,-44 26 0,66-33 0,1 2 0,0 0 0,1 0 0,0 2 0,1 0 0,0 0 0,-16 23 0,3 2 0,1 2 0,2 0 0,2 2 0,2 0 0,2 2 0,-23 86 0,-46 132 0,26-91 0,50-136 0,1 1 0,2 0 0,1 0 0,2 1 0,2 0 0,1-1 0,7 64 0,-4-88 0,1-1 0,0 0 0,1 0 0,1 0 0,-1 0 0,2-1 0,-1 1 0,2-1 0,-1-1 0,10 11 0,13 13 0,41 38 0,-53-55 0,-4-3 0,11 11 0,2-1 0,38 27 0,-56-45 0,2 1 0,-1-1 0,0 0 0,1-1 0,0 0 0,0-1 0,0 0 0,1-1 0,-1 0 0,1 0 0,19 0 0,22-4 0,98-14 0,-122 11 0,-1-2 0,0-1 0,0-1 0,0-1 0,26-16 0,-45 22 0,17-8 0,0-2 0,-1 0 0,-1-1 0,-1-2 0,39-35 0,20-35 0,21-21 0,96-133 0,-171 203 0,31-58 0,-51 82 0,0-1 0,-1 0 0,-1 0 0,0-1 0,-1 0 0,-1 0 0,2-26 0,-4-178 0,-3 108 0,2 99 0,-1 0 0,0 0 0,-1 0 0,0 0 0,-1 1 0,0-1 0,-1 1 0,-1 0 0,0 0 0,-1 0 0,0 0 0,0 1 0,-1 0 0,-1 1 0,0-1 0,0 2 0,-13-12 0,-11-13 0,16 16 0,-1 0 0,-1 1 0,-1 1 0,0 0 0,-36-20 0,30 21 34,0-1-1,-22-19 0,28 19-399,-1 2 0,-1 0-1,-31-15 1,28 19-6460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21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1250 53 24575,'-96'-1'0,"24"-1"0,-1 3 0,1 3 0,-98 18 0,150-16 0,1 0 0,0 1 0,0 1 0,1 0 0,0 2 0,0 0 0,1 1 0,0 1 0,-29 27 0,-2 9 0,-68 88 0,58-64 0,17-24 0,12-16 0,1 2 0,2 1 0,-33 56 0,35-46 0,1 1 0,2 1 0,-26 92 0,33-61 0,3 1 0,4 0 0,4 120 0,4-189 0,0 0 0,0 0 0,2 1 0,-1-2 0,1 1 0,0 0 0,1 0 0,0-1 0,1 0 0,0 0 0,0 0 0,1-1 0,0 1 0,1-1 0,0-1 0,0 1 0,13 10 0,12 6 0,0-1 0,2-1 0,39 19 0,-60-34 0,21 10 0,1-1 0,1-2 0,0-1 0,1-2 0,0-2 0,0-1 0,1-2 0,0-2 0,0-1 0,1-2 0,43-5 0,-55 1 0,0-2 0,-1-2 0,50-17 0,74-41 0,-127 54 0,40-21 0,-2-2 0,-2-2 0,-1-4 0,-2-1 0,-2-3 0,-2-3 0,74-84 0,-97 95 0,-1-1 0,32-58 0,-2 3 0,-35 58 0,-1-2 0,-2 0 0,27-67 0,23-75 0,-43 116 0,-2-2 0,-3-1 0,20-100 0,-40 152 0,0 0 0,-1 0 0,-1 0 0,0-1 0,0 1 0,-3-15 0,1 23 0,1-1 0,-1 1 0,0-1 0,0 1 0,0 0 0,-1 0 0,0 0 0,0 0 0,0 0 0,-1 1 0,1 0 0,-1-1 0,0 1 0,0 1 0,-1-1 0,-7-5 0,-6-2 0,-1 2 0,1 0 0,-2 0 0,1 2 0,-1 0 0,0 2 0,0 0 0,-1 1 0,-23-1 0,-29 1 0,-93 6 0,67 1 0,-58-2-1365,134-1-5461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24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1413 100 24575,'-208'-14'0,"118"4"0,-515-58 0,591 66 0,-87-3 0,90 5 0,1 1 0,0 0 0,-1 0 0,1 1 0,0 1 0,0 0 0,-13 5 0,18-5 0,1-1 0,0 1 0,1 0 0,-1 0 0,0 0 0,1 0 0,0 0 0,0 1 0,0 0 0,0-1 0,0 1 0,1 0 0,-1 1 0,-2 7 0,-2 7 0,1 0 0,-5 26 0,-5 13 0,1-22 0,-2-2 0,-25 38 0,23-43 0,2 1 0,2 1 0,-13 34 0,7-13 0,15-38 0,0 0 0,1 0 0,1 1 0,0-1 0,-2 22 0,3 187 0,5-114 0,-1-93 0,1 0 0,0-1 0,1 1 0,0 0 0,1-1 0,1 0 0,1 0 0,0 0 0,1-1 0,0 1 0,1-2 0,1 1 0,0-1 0,1-1 0,0 1 0,23 19 0,12 7 0,2-3 0,1-1 0,61 32 0,-92-57 0,19 12 0,1-1 0,1-3 0,1-1 0,1-1 0,0-3 0,1-1 0,0-2 0,1-2 0,0-2 0,0-1 0,0-3 0,68-3 0,-94-1 0,-1-1 0,0 0 0,1-1 0,-2-1 0,1 0 0,-1-1 0,1-1 0,-2 0 0,19-12 0,10-11 0,55-49 0,-44 31 0,-2-2 0,-2-3 0,-2-2 0,-3-1 0,-2-3 0,-3-1 0,-2-2 0,-3-1 0,42-113 0,-67 146 0,-1 1 0,-1-1 0,-2 0 0,3-57 0,-13-123 0,4 200 0,0-1 0,0 1 0,-1 0 0,0 0 0,-1 0 0,0 1 0,-8-17 0,8 21 0,0 1 0,1 0 0,-2-1 0,1 1 0,0 0 0,-1 1 0,0-1 0,0 1 0,0 0 0,0 0 0,0 0 0,-1 0 0,1 1 0,-1-1 0,0 1 0,-9-2 0,-34-7 25,-1 1 0,-53-2-1,2 1-1463,71 6-5387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27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24575,'1'6'0,"0"0"0,0 0 0,0 0 0,1 0 0,-1-1 0,2 1 0,-1 0 0,0-1 0,1 0 0,0 0 0,5 7 0,47 55 0,-39-49 0,42 45 0,90 74 0,81 46 0,129 66 0,-263-192 0,203 85 0,451 116 0,-432-184 0,6-24 0,-193-31 0,17-2-1365,-92-12-5461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28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0 24575,'0'2'0,"1"0"0,-1 0 0,1 0 0,-1 0 0,1 0 0,0-1 0,0 1 0,0 0 0,0 0 0,0-1 0,0 1 0,0-1 0,1 1 0,-1-1 0,3 2 0,28 23 0,-15-13 0,10 10 0,2-3 0,41 24 0,-60-38 0,-8-5 0,0 0 0,0 1 0,0-1 0,0 0 0,0 1 0,-1 0 0,1-1 0,0 1 0,-1 0 0,1 0 0,-1 0 0,0 0 0,1 0 0,-1 0 0,0 0 0,0 0 0,0 0 0,-1 1 0,1-1 0,0 4 0,-1-3 0,0-1 0,-1 1 0,1 0 0,-1-1 0,1 1 0,-1 0 0,0-1 0,0 1 0,0-1 0,0 1 0,-1-1 0,1 0 0,-1 1 0,1-1 0,-1 0 0,0 0 0,0 0 0,-2 2 0,-16 11 2,1-1 0,-2 0 1,0-2-1,-1 0 0,0-2 0,-38 14 0,-20 9-1382,51-18-5446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30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24575,'1'0'0,"1"0"0,0 1 0,0-1 0,-1 1 0,1-1 0,0 1 0,0 0 0,-1 0 0,1 0 0,-1 0 0,1 0 0,-1 0 0,1 0 0,-1 0 0,0 0 0,1 1 0,-1-1 0,0 1 0,0-1 0,0 1 0,0-1 0,0 1 0,0 2 0,19 48 0,-12-29 0,12 27 0,2-1 0,2-2 0,3 0 0,1-2 0,47 57 0,-43-66 0,1-2 0,2-1 0,1-2 0,79 53 0,-105-78-341,-1 1 0,0 0-1,12 15 1,-4-2-6485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31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0 380 24575,'4'0'0,"14"0"0,15 0 0,22 0 0,18 0 0,4 0 0,-6 0 0,-12 0 0,-16-8 0,-15-23 0,-13-17 0,-12-6 0,-7-1 0,-3 5 0,0 7 0,-3 7 0,1 5 0,1 8-8191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32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24575,'1'2'0,"0"1"0,-1-1 0,1 1 0,0-1 0,0 1 0,1-1 0,-1 0 0,0 1 0,1-1 0,0 0 0,-1 0 0,4 3 0,9 15 0,-9-6 0,0 1 0,-1 0 0,-1 0 0,-1 0 0,1 26 0,1 1 0,2-1 0,2 0 0,2-1 0,1 0 0,2 0 0,27 55 0,-33-82 0,0 5 0,2-1 0,0 0 0,1-1 0,24 30 0,27 16-1365,-42-46-5461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34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0 340 24575,'122'1'0,"133"-3"0,-251 2 0,-1 0 0,1 0 0,-1-1 0,1 1 0,-1-1 0,1 0 0,-1 0 0,1 0 0,-1-1 0,0 1 0,0-1 0,1 1 0,-1-1 0,-1 0 0,7-5 0,-7 4 0,0 0 0,0-1 0,0 1 0,0 0 0,0-1 0,-1 0 0,0 1 0,1-1 0,-1 0 0,-1 1 0,1-1 0,0 0 0,-1 0 0,0-5 0,-4-128 127,0 47-1619,4 59-5334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37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4270 1 24575,'0'2'0,"-1"0"0,1 0 0,-1 0 0,1 1 0,-1-1 0,0 0 0,0 0 0,1 0 0,-2 0 0,1 0 0,0-1 0,0 1 0,-1 0 0,1 0 0,-3 1 0,-27 23 0,24-21 0,-52 34 0,-2-4 0,-1-1 0,-81 30 0,110-50 0,-31 14 0,-128 35 0,-290 51 0,181-31 0,-360 67 0,348-95 0,-35 8 0,87-9 0,4-24 0,-261 82 0,489-103 0,1 1 0,-39 19 0,-22 9 0,27-18-22,-70 28-1321,79-23-5483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39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1 24575,'-1'6'0,"0"1"0,0-1 0,0 0 0,-1 1 0,0-1 0,0 0 0,-1 0 0,1 0 0,-1 0 0,-8 9 0,-44 56 0,36-49 0,-84 97 0,102-118 0,-1 0 0,1 0 0,0 0 0,0 0 0,0 1 0,0-1 0,1 0 0,-1 1 0,0-1 0,0 0 0,1 1 0,-1-1 0,1 1 0,-1-1 0,1 1 0,0-1 0,0 1 0,-1 0 0,1-1 0,0 1 0,0-1 0,1 1 0,-1-1 0,0 1 0,0-1 0,1 1 0,-1 0 0,1-1 0,-1 0 0,1 1 0,0-1 0,0 1 0,-1-1 0,1 0 0,0 1 0,0-1 0,0 0 0,1 0 0,-1 0 0,0 0 0,0 0 0,0 0 0,1 0 0,-1 0 0,1-1 0,-1 1 0,0 0 0,4 0 0,7 4 0,0-1 0,1-1 0,0 0 0,20 3 0,157 29 0,-3 0 0,39 7-1365,-162-30-5461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41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7516 0 24575,'-7'5'0,"2"0"0,-15 12 0,-1-1 0,0 0 0,-1-2 0,0-1 0,-33 14 0,19-9 0,-784 339 0,164-102 0,337-136 0,-363 82 0,-344 30 0,591-138 0,232-49 0,-429 91 0,374-90 0,190-37 0,-118-1 0,20-2 0,22 2 0,-61 6 0,1 30 0,138-27 0,-103 14 0,51-28 0,84-3 0,0 1 0,-55 8 0,-64 11 0,-6 1 0,81-9-143,-1-3-1,-139-5 1,153-3-792,24 0-5891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6:46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508 1 24575,'-6'1'0,"1"0"0,-1 0 0,1 1 0,-1 0 0,1 0 0,0 1 0,0-1 0,0 1 0,-5 4 0,-12 5 0,-26 12 0,1 3 0,1 1 0,-52 43 0,11-14 0,-1 1 0,87-58 0,0 1 0,0 0 0,0-1 0,0 1 0,1 0 0,-1 0 0,0 0 0,0 0 0,0 0 0,1 0 0,-1 0 0,0 0 0,1 0 0,-1 0 0,1 0 0,0 0 0,-1 0 0,1 0 0,0 0 0,-1 0 0,1 2 0,0-2 0,1 0 0,-1 0 0,1 0 0,-1 0 0,1 0 0,-1 0 0,1 0 0,-1 0 0,1 0 0,0 0 0,0-1 0,-1 1 0,1 0 0,0-1 0,0 1 0,0 0 0,0-1 0,2 2 0,7 2 0,0 0 0,1 0 0,20 3 0,-16-3 0,60 16-110,240 73-1145,-273-76-5571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8:04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1365 238 24575,'-1'-2'0,"1"1"0,0-1 0,-1 1 0,1 0 0,-1-1 0,0 1 0,1-1 0,-1 1 0,0 0 0,0-1 0,0 1 0,1 0 0,-2 0 0,1 0 0,0 0 0,0 0 0,0 0 0,-3-2 0,-27-15 0,20 12 0,-145-86 0,133 78 0,-1 2 0,-1 1 0,0 1 0,-1 1 0,1 1 0,-2 1 0,-26-3 0,-12 3 0,-115 1 0,131 5 0,23 0 0,0 1 0,-41 6 0,59-5 0,0 1 0,0 0 0,0 0 0,0 1 0,1 0 0,-1 0 0,1 1 0,0 0 0,0 1 0,0-1 0,0 1 0,-8 9 0,-211 251 0,219-257 0,-12 19 0,0 1 0,2 1 0,1 1 0,1 0 0,2 1 0,1 0 0,-14 56 0,15-35 0,2 1 0,2 0 0,3 0 0,2 58 0,4-75 0,1 0 0,2-1 0,2 1 0,1-1 0,2-1 0,1 0 0,17 37 0,-9-28 0,1 0 0,2-2 0,34 49 0,-18-35 0,-28-39 0,0 0 0,1 0 0,1-1 0,1 0 0,0-1 0,1-1 0,29 23 0,-16-20 0,1 0 0,0-1 0,1-2 0,1-1 0,0-2 0,1-1 0,0-1 0,0-1 0,1-2 0,-1-1 0,1-2 0,0-1 0,0-1 0,49-7 0,-72 5 0,1-1 0,0 0 0,-1 0 0,1-1 0,-1-1 0,0 1 0,-1-1 0,1-1 0,-1 0 0,0 0 0,11-11 0,5-7 0,-2-2 0,21-31 0,-4 5 0,-18 28-92,-7 7-332,-1 0-1,23-37 1,-28 37-6402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48:06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 24575,'49'-3'0,"0"-1"0,49-12 0,-46 7 0,-49 9 0,0-1 0,-1 1 0,1 0 0,0 0 0,0 0 0,0 0 0,-1 0 0,1 1 0,0-1 0,0 1 0,-1 0 0,1 0 0,0 0 0,-1 0 0,1 0 0,-1 0 0,1 1 0,-1-1 0,0 1 0,0 0 0,1 0 0,-1 0 0,0 0 0,-1 0 0,1 0 0,0 0 0,-1 1 0,1-1 0,1 4 0,3 7 0,-1 1 0,-1 0 0,0 0 0,4 25 0,1 6 0,-7-39-170,0 1-1,1 0 0,0-1 1,0 1-1,0-1 0,1 0 1,5 7-1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51:49.4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15 24575,'1'8'0,"-1"1"0,2-1 0,-1 0 0,1 0 0,1 0 0,5 13 0,-4-9 0,-5-20 0,0-1 0,1 1 0,0 0 0,1-12 0,1-7 0,-3 10 0,0 26 0,-4 20 0,-33 86-1365,33-100-5461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53:43.1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131 1 24575,'0'2'0,"0"8"0,0 4 0,-3 6 0,-3 11 0,-5 6 0,1-1 0,1-3 0,0-4 0,-2-5 0,1-3 0,3-11 0,-4-22 0,-3-23 0,1-14 0,3-2 0,3 8-8191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53:45.0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53:48.0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24575,'12'0'0,"12"0"0,5 0 0,0 0 0,2 0 0,0 0 0,-1 0 0,-4 0 0,-2 0 0,-1 0 0,-3-3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53:49.5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170 1 24575,'0'5'0,"0"0"0,-1 0 0,0 0 0,1 0 0,-2 0 0,1 0 0,0 0 0,-1 0 0,0-1 0,0 1 0,-1-1 0,-4 7 0,-1 0 0,-1-1 0,-1 0 0,-13 11 0,5-4 0,8-6 0,1 1 0,1 0 0,0 0 0,-11 24 0,0-3 0,13-15 0,17-23 0,21-22 0,-19 15 0,-7 7 0,0 0 0,0-1 0,0 0 0,-1 0 0,0 0 0,0 0 0,6-13 0,-10 18 0,-1 1 0,0-1 0,0 1 0,0 0 0,0-1 0,0 1 0,1-1 0,-1 1 0,0-1 0,0 1 0,0-1 0,0 1 0,-1-1 0,1 1 0,0-1 0,0 1 0,0 0 0,0-1 0,0 1 0,-1-1 0,1 1 0,0-1 0,0 1 0,-1 0 0,1-1 0,0 1 0,0 0 0,-1-1 0,0 0 0,-16-5 0,-25 6 0,36 1 0,-12-1-1365,2 1-5461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54:00.9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248 1 24575,'1'0'0,"-1"1"0,1 0 0,0 0 0,0-1 0,-1 1 0,1 0 0,-1 0 0,1 0 0,0 0 0,-1 0 0,0-1 0,1 1 0,-1 0 0,0 0 0,1 0 0,-1 0 0,0 0 0,0 2 0,5 20 0,-3 35 0,-3-48 0,1 1 0,0 0 0,1-1 0,0 1 0,1-1 0,3 14 0,-4-23 0,-1 0 0,0-1 0,1 1 0,-1 0 0,0-1 0,1 1 0,-1 0 0,0-1 0,1 1 0,-1-1 0,1 1 0,-1-1 0,1 1 0,0-1 0,-1 1 0,1-1 0,-1 0 0,1 1 0,0-1 0,-1 0 0,1 1 0,0-1 0,-1 0 0,1 0 0,0 0 0,0 0 0,-1 1 0,2-1 0,0-1 0,0 1 0,0 0 0,0-1 0,0 0 0,0 1 0,0-1 0,0 0 0,0 0 0,0 0 0,3-2 0,-3 2 0,0 0 0,-1-1 0,1 1 0,0-1 0,0 1 0,-1-1 0,1 0 0,-1 0 0,1 1 0,-1-1 0,0 0 0,0 0 0,1 0 0,-2-1 0,1 1 0,0 0 0,0 0 0,-1 0 0,1-1 0,0-3 0,-3 1 0,0 0 0,0 0 0,-1 1 0,1-1 0,-1 0 0,0 1 0,0 0 0,0 0 0,-1 0 0,1 0 0,-1 1 0,0-1 0,0 1 0,-1 0 0,-7-4 0,-1-1 0,-1 0 0,-1 2 0,-28-10 0,19 8 0,-1 1 0,0 2 0,0 0 0,-1 2 0,-46-1 0,100 7-1365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54:31.0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7195 298 24575,'-52'-3'0,"-1"-3"0,1-1 0,-53-17 0,-9 0 0,-222-23 0,-158-18 0,135 14 0,-443-8 0,-4 48 0,713 11 0,-759 7 0,10 27 0,739-29 0,39-2 0,-105 17 0,144-13 0,1 0 0,0 2 0,0 1 0,-39 23 0,5-3 0,-12 5 0,-62 28 0,106-50 0,0 1 0,2 0 0,0 2 0,0 1 0,-21 20 0,-52 37 0,94-72 0,-126 81 0,-158 76 0,91-58 0,190-98 0,-14 7 0,1 1 0,0 1 0,0 0 0,2 1 0,-1 2 0,2-1 0,-16 19 0,-306 400 0,266-317-1203,71-113 1041,-19 32-6664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1:54:33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24575,'-1'96'0,"3"106"0,-2-200 0,0 1 0,0 0 0,1-1 0,-1 1 0,1 0 0,-1-1 0,1 1 0,0-1 0,0 1 0,0-1 0,1 1 0,-1-1 0,0 0 0,1 1 0,0-1 0,-1 0 0,1 0 0,0 0 0,0 0 0,0-1 0,0 1 0,3 1 0,-1-1 0,0 0 0,1-1 0,-1 0 0,0 0 0,1 0 0,-1 0 0,1 0 0,-1-1 0,1 0 0,-1 0 0,1 0 0,-1-1 0,5 0 0,5-2 0,0-1 0,0 0 0,0-1 0,-1 0 0,16-9 0,64-41 0,-37 21 0,105-60-1365,-119 68-5461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8:33.6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1,'17'1,"-1"0,1 2,31 9,-31-8,0 1,1-2,19 2,17-1,88 20,-30-4,-74-17,76-2,-54-3,-33 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8:36.2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17,'0'399,"-1"-394,1 0,1 0,-1-1,1 1,-1 0,1 0,1-1,-1 1,1-1,-1 1,1-1,5 7,-5-8,1 0,-1-1,1 0,0 0,0 1,0-1,0-1,0 1,0 0,0-1,1 0,-1 0,0 0,1 0,-1 0,1-1,-1 1,5-1,237-1,-98-2,-132 3,0-1,0 0,0 0,14-5,-23 5,-1-1,0 0,0 0,0-1,0 1,0-1,0 0,-1 0,1-1,-1 1,0-1,0 0,7-9,-2 0,1 0,-2-1,0 0,-1-1,0 1,-1-1,0-1,-2 1,0-1,0 0,-2 0,0 0,-1 0,-1-25,-11-94,6 86,3 33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8:42.9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1 303,'-1'-81,"3"-87,-2 166,0 0,0 0,1 0,-1 0,1 0,-1 0,1 1,0-1,0 0,0 0,0 1,0-1,0 0,0 1,0-1,1 1,-1-1,1 1,-1 0,1 0,-1 0,1 0,0 0,0 0,-1 0,1 0,0 0,0 1,0-1,0 1,4-1,6 0,0 1,1 0,-1 0,16 3,4 0,308-2,-273-9,-55 5,0 1,1 1,-1 0,1 0,20 3,-30-1,1-1,-1 1,0 0,1 1,-1-1,0 1,0-1,0 1,0 0,0 0,0 0,-1 0,1 1,-1-1,1 1,-1 0,0 0,0 0,0 0,0 0,-1 0,1 0,-1 0,2 5,2 12,-1 0,0 1,-2-1,0 1,-1-1,-1 1,-1-1,-1 1,-9 39,10-56,0 0,0-1,0 1,-1 0,1-1,-1 1,0-1,0 1,-1-1,1 0,0 0,-1 0,0 0,-6 4,4-4,-1 0,0 0,0-1,0 0,0 0,0-1,-1 1,-9 0,-79 5,-126-5,107-3,112 1,0 0,0 1,0-1,0 0,0 0,0 0,0 0,0-1,0 1,0-1,0 1,0-1,0 1,1-1,-1 0,0 0,0 0,1 0,-1 0,0-1,1 1,-1 0,1-1,0 1,-1-1,1 1,0-1,0 0,0 1,0-1,0 0,0 0,1 0,-1 0,1 0,-1 0,1-2,-4-25,1 0,2 0,2-29,-1 38,1-12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8:46.5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8:51.2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0,'644'0,"-621"0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8:57.5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59 476,'-2'-24,"-1"1,0 1,-14-46,1 7,10 28,-4-37,10 62,-1-1,1 1,0 0,1-1,0 1,0 0,1-1,0 1,0 0,4-8,-2 11,0 1,0-1,0 0,0 1,1 0,-1 0,1 0,0 1,0-1,1 1,-1 0,1 1,0 0,-1-1,1 2,0-1,7-1,16-2,0 1,34-1,-59 5,238 2,-163 5,56 2,-132-9,0 0,0 0,-1 0,1 0,0 1,0-1,0 1,0-1,-1 1,1 0,0 0,-1 1,1-1,0 0,2 3,-4-2,1 0,0 0,-1 1,1-1,-1 1,0-1,0 1,0-1,0 1,0 0,-1-1,1 1,-1 0,1 0,-1 5,1 41,-7 63,0-69,-13 48,9-52,-7 66,17-101,0-1,0 0,-1 1,1-1,-1 1,0-1,0 0,0 0,0 0,-1 1,1-1,-1 0,0-1,0 1,0 0,0 0,-1-1,-4 4,3-3,-1 0,0-1,-1 0,1 0,0 0,-1-1,1 1,-1-1,1-1,-11 1,-251-1,109-3,95 3,41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9:21.8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107 668,'-1'0,"-1"0,1 0,-1 0,0-1,1 1,-1 0,1-1,0 1,-1-1,1 1,-1-1,1 0,0 0,-1 0,1 0,0 0,0 0,0 0,0 0,0 0,0 0,0-1,0 1,0 0,1-1,-1 1,0-3,-2-3,1-1,0 1,1-1,-1-11,0 4,-14-146,-14-83,26 226,1 6,1 1,0-1,0 0,1-16,1 25,0 1,0-1,1 1,-1-1,1 1,-1-1,1 1,0-1,0 1,0 0,0-1,1 1,-1 0,1 0,-1 0,1 0,0 0,-1 0,1 0,0 1,0-1,1 1,-1-1,0 1,4-1,12-4,1 1,0 2,0 0,1 1,-1 0,1 2,19 2,-9-2,452 5,-444-11,-30 5,0-1,-1 1,1 0,0 0,9 1,-16 1,1-1,-1 0,1 0,-1 1,1-1,-1 1,1-1,-1 1,0 0,1-1,-1 1,0 0,1 0,-1 0,0 0,0 0,0 0,0 1,0-1,0 0,0 0,-1 1,1-1,0 0,-1 1,1-1,-1 1,1-1,-1 1,1 1,2 23,-2-1,0 1,-4 40,-1 0,4 362,0-424,0 0,0 0,0 0,0 0,-1 0,0 0,-2 7,2-10,0 1,0-1,0 1,0-1,-1 1,1-1,0 0,-1 0,1 0,-1 1,1-1,-1-1,1 1,-1 0,0 0,1-1,-1 1,0-1,0 1,1-1,-3 1,-52 5,0-2,-112-8,58 1,-50 2,138 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9:25.2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216 23,'-1'0,"0"1,1-1,-1 0,0 1,0-1,1 1,-1-1,0 1,0-1,1 1,-1 0,1-1,-1 1,0 0,1-1,0 1,-1 0,1 0,-1 0,1-1,0 1,-1 0,1 0,0 0,0 0,0 0,0-1,0 1,0 1,-1 28,1-27,0-1,1 1,-1-1,1 0,0 1,-1-1,1 0,0 0,0 0,0 1,1-1,1 2,-2-3,-1 0,1-1,0 1,0 0,0-1,0 1,0 0,0-1,0 1,0-1,0 0,1 1,-1-1,0 0,0 0,0 1,0-1,2 0,1-1,0 0,-1 0,1 0,-1 0,1-1,-1 1,1-1,-1 0,0 0,0 0,0 0,0-1,5-4,-8 6,1 1,0-1,-1 0,1 1,-1-1,1 0,-1 1,1-1,-1 0,1 0,-1 1,0-1,1 0,-1 0,0 0,0 0,1 1,-1-1,0 0,0 0,0 0,0 0,0 0,-1 1,1-1,0 0,-1-1,0 0,0 0,0 1,0-1,0 1,-1-1,1 1,0 0,-1-1,1 1,-1 0,-3-2,-2 0,-1-1,0 1,0 0,-14-3,7 4,-1 0,31-2,281-12,-287 16,-151-2,-163 8,270-2,9 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9:36.3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86 651,'-5'-6,"0"0,0 0,1-1,0 0,0 1,1-2,-1 1,2 0,-1-1,-1-9,-3-14,-2-40,2 18,-3-30,3 0,4-97,3 177,0 1,1-1,-1 0,1 1,-1-1,1 1,0-1,0 1,0 0,0-1,0 1,0 0,1-1,-1 1,1 0,0 0,0 0,-1 1,1-1,0 0,0 1,1-1,-1 1,0 0,0-1,1 1,-1 0,1 1,-1-1,1 0,-1 1,4-1,10-1,0 1,0 0,-1 1,21 3,-16-2,95 7,178 4,-211-13,120 2,-198-1,-1 0,0 1,0-1,0 0,0 1,0 0,0 0,0 0,0 0,0 0,-1 0,1 1,0-1,-1 1,1 0,-1 0,0 0,4 4,-4-3,0 1,0 0,0 0,-1 0,0 0,1 0,-1 0,-1 0,1 0,-1 0,1 1,-1-1,-1 5,1 81,-8 109,-18-54,10-70,16-72,-1-1,0 0,0 0,0 0,0-1,0 1,0 0,-1 0,1 0,-1-1,1 1,-1-1,0 1,1-1,-1 0,0 0,0 1,0-1,0-1,0 1,0 0,0 0,-3 0,-8 2,0 0,-24 1,27-3,-301 3,159-7,147 3,0 0,0 0,0-1,0 0,1 0,-1 0,0 0,0-1,1 0,-8-3,11 4,0 0,-1 0,1 0,0 0,0-1,0 1,0 0,0-1,0 1,0 0,0-1,1 1,-1-1,1 1,-1-1,1 0,-1 1,1-1,0 0,0 1,0-1,0 1,0-1,0 0,0 1,0-1,1 0,-1 1,1-1,-1 1,1-1,0 1,-1-1,1 1,0-1,1 0,4-7,0 0,1 0,0 1,0 0,0 1,1-1,1 1,8-6,8-3,44-23,-50 30,1 2,31-8,-36 12,-1-1,0 0,0-2,0 1,22-14,-36 19,0 0,-1 0,1 0,0 0,0 1,0-1,0 0,0 0,-1 0,1 0,0 0,0 0,0-1,0 1,0 0,-1 0,1 0,0 0,0 0,0 0,0 0,0 0,-1 0,1 0,0 0,0 0,0 0,0-1,0 1,0 0,0 0,0 0,-1 0,1 0,0 0,0-1,0 1,0 0,0 0,0 0,0 0,0 0,0-1,0 1,0 0,0 0,0 0,0 0,0-1,0 1,0 0,0 0,0 0,0 0,0 0,0 0,1-1,-1 1,0 0,0 0,0 0,0 0,0 0,0 0,0-1,1 1,-19 0,-52 10,1 4,-103 33,115-30,2 1,36-8,19-10,0 0,0 0,0 1,0-1,0 0,0 0,0 0,0 0,0 0,0 1,0-1,0 0,0 0,0 0,0 0,0 0,0 0,0 1,0-1,0 0,1 0,-1 0,0 0,0 0,0 0,0 0,0 1,0-1,0 0,0 0,0 0,1 0,-1 0,0 0,0 0,0 0,0 0,0 0,0 0,1 0,-1 0,0 0,0 0,0 0,0 0,0 0,0 0,1 0,-1 0,0 0,0 0,0 0,0 0,0 0,0 0,1 0,-1 0,35-3,158-39,6-2,-158 37,-9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9:43.3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10 512,'2'-116,"-4"-129,-3 222,0-8,5 29,0 1,0 0,1 0,-1-1,0 1,1 0,-1-1,1 1,-1 0,1 0,-1 0,1 0,0 0,0-1,-1 1,1 0,0 1,0-1,0 0,0 0,2-1,4-2,1 1,-1-1,1 1,0 0,0 1,14-3,58-4,-46 6,53-8,-6 1,99-1,-135 10,-30 0,0 0,0 1,-1 1,1 0,22 6,-34-6,-1 0,0 0,0 0,0 1,0-1,0 1,0-1,0 1,0 0,-1 0,1 0,-1 0,1 0,-1 0,0 0,0 0,0 1,0-1,0 0,0 1,-1-1,1 1,-1-1,0 1,0 2,1 10,0 1,-4 30,0-20,2-4,1 137,0-157,0 0,1 0,-1 0,0-1,0 1,0 0,0 0,0 0,0-1,-1 1,1 0,-1 0,1 0,-1-1,0 1,1 0,-1-1,0 1,0-1,0 1,0-1,-1 1,1-1,0 0,-1 0,1 1,0-1,-1 0,0 0,1 0,-1-1,1 1,-1 0,0 0,0-1,1 1,-1-1,0 0,-2 1,-36 5,0-1,-1-2,1-1,-70-8,3 2,-40 4,711 0,-559 0,-1 1,1-1,-1 1,1 0,-1 0,0 1,1-1,-1 1,6 3,-9-4,0-1,0 1,0 0,0-1,0 1,-1 0,1 0,0-1,0 1,0 0,-1 0,1 0,0 0,-1 0,1 0,-1 0,1 0,-1 0,0 0,1 1,-1-1,0 0,0 0,0 0,0 0,0 0,0 1,0-1,0 0,0 0,-1 0,1 0,0 0,-1 0,1 0,-1 0,1 0,-1 0,0 0,1 0,-1 0,0 0,-1 1,-2 2,1 0,-1-1,0 0,0 0,-1 0,1 0,0-1,-1 0,0 0,-8 3,-54 10,52-13,-62 9,-1-5,-122-4,149-3,31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9:50.1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92 559,'0'-27,"-1"-1,-1 1,-1 0,-11-45,-6 3,-23-89,40 145,2 7,-1 1,1-1,0 0,1 1,0-1,-1 0,2-7,0 11,0-1,0 1,0-1,0 1,0 0,1 0,-1 0,0-1,1 1,0 1,0-1,0 0,-1 0,1 1,1-1,-1 1,0-1,0 1,5-2,6-3,0 1,0 1,1-1,-1 2,1 0,22-2,90 3,-4-1,-40-4,147 5,-226 2,-1 0,1 0,-1 1,0-1,1 0,-1 1,0-1,1 1,-1 0,0 0,1 0,-1 0,0 0,0 0,0 1,0-1,0 1,-1-1,1 1,0 0,-1-1,1 1,-1 0,1 0,-1 0,1 3,0 2,-1 0,1 0,-1 0,-1 0,1 0,-1 0,-2 12,-2 244,5-178,-2-82,1-1,0 1,-1 0,1-1,-1 1,0-1,0 1,0-1,0 1,0-1,-1 0,1 1,-1-1,1 0,-1 0,0 0,0 0,0 0,0-1,0 1,0-1,-1 1,1-1,0 0,-1 0,1 0,-1 0,1 0,-1 0,1-1,-1 1,-3-1,-12 3,0-2,-1 0,-30-2,31 0,-126-9,-30-1,147 11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1:59:58.1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2 546,'0'-60,"-1"-36,15-123,-12 162,-3 44,1 1,1-1,2-15,-2 26,0 0,-1 0,1 1,0-1,0 0,0 1,0-1,0 1,0-1,1 1,-1 0,0-1,1 1,-1 0,1 0,0 0,-1 0,1 0,-1 0,1 1,0-1,2 0,43-8,-38 9,100-8,134 9,23-1,-258-1,0 1,-1 0,1 0,0 1,-1 0,10 2,-16-2,1-1,0 1,0 0,0 0,-1 0,1 0,0 0,-1 0,1 0,-1 1,1-1,-1 1,0-1,1 1,-1-1,0 1,0 0,0 0,0-1,-1 1,1 0,0 0,-1 0,1 0,-1 0,0 0,0 0,1 3,-5 108,0-19,5 109,-2-201,1 0,0-1,0 1,-1 0,1-1,-1 1,0 0,1-1,-1 1,0-1,0 1,0-1,0 0,0 1,0-1,0 0,-1 0,1 0,0 0,-1 0,1 0,-1 0,1 0,-1 0,1-1,-1 1,-2 0,-6 2,1 0,-1-1,-15 1,20-2,-60 3,-116-5,108-3,-78 8,80 8,51-9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0:08.9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89 581,'-1'-6,"-1"0,1 0,-1 1,1-1,-2 0,1 1,-1 0,1 0,-6-8,-10-20,8 2,1 1,1-2,2 1,1-1,2 0,1 0,2-33,-1 22,0 26,1 1,0 0,5-31,-4 44,0 0,0 0,1 0,-1 0,1 0,0 0,0 1,0-1,0 1,0-1,0 1,1 0,-1 0,1 0,0 0,-1 1,1-1,0 1,0-1,0 1,0 0,0 0,1 0,2 0,12-2,-1 0,0 2,22-1,-25 2,294 2,-103 1,-202-4,0 1,0 0,0 0,0 1,0-1,0 0,0 1,0 0,0 0,0 0,0 0,0 0,-1 1,1-1,0 1,2 2,-3-1,0-1,-1 1,1 0,-1-1,1 1,-1 0,0 0,0 0,0 0,0 1,-1-1,1 0,-1 0,0 0,-1 6,-2 474,3-480,0-1,0 1,0 0,-1 0,1-1,-1 1,1-1,-1 1,0 0,0-1,0 1,0-1,0 0,-1 1,1-1,-1 0,0 0,-3 4,1-3,-1-1,1 1,0-1,-1 0,0 0,1 0,-1-1,0 0,0 0,-5 1,-56 4,-1-2,-107-7,55-1,112 4,-61-4,64 3,1 1,-1-1,1 0,-1 0,1 0,-1 0,1-1,0 1,0-1,0 0,0 0,0 0,0 0,0 0,-3-5,5 6,1 0,-1 0,1 0,-1-1,1 1,0 0,0 0,-1 0,1 0,0-1,0 1,0 0,0 0,1 0,-1 0,0 0,0-1,1 1,-1 0,1 0,-1 0,1 0,-1 0,1 0,-1 0,1 0,0 0,0 0,0 0,-1 1,1-1,0 0,2-1,41-26,-33 22,190-113,-176 103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8:35.8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10,'699'0,"-647"-5,-42 3,1 1,-1 0,0 0,1 1,-1 1,0 0,1 0,9 3,-17-3,-1 1,0-1,0 0,1 1,-1 0,-1-1,1 1,0 0,0 0,-1 0,1 0,-1 0,1 0,-1 1,0-1,0 0,0 1,0-1,0 1,-1-1,1 1,-1 0,0-1,1 5,-1 9,0 0,-4 31,2-20,-1 55,4-51,-2 1,-1-1,-2 0,-1 0,-14 50,17-76,-1-1,1 0,-1 0,1 0,-1 0,-1 0,1-1,0 1,-1-1,0 0,0 0,0 0,0 0,0-1,-1 0,1 0,-1 0,1 0,-1-1,0 1,1-1,-10 0,-12 2,1-1,-1-1,-29-4,29 2,-394-3,297 4,120 0,1 0,-1 0,1 0,-1 0,1 0,-1-1,1 1,-1-1,1 0,-1 1,1-1,0 0,-1-1,1 1,0 0,0-1,-2-1,2 1,1-1,-1 1,1-1,-1 0,1 1,0-1,0 0,1 0,-1 0,0 0,1 0,0 0,0 0,0-3,1-52,0 42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8:41.9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42 697,'0'-63,"1"-18,-12-104,-1 41,4 34,3 78,3 23,0 0,1-1,0 1,1-11,0 19,1 0,-1 0,1 0,-1 0,1 0,-1-1,1 1,0 0,-1 0,1 0,0 1,0-1,0 0,0 0,0 0,0 1,0-1,0 0,0 1,0-1,0 1,1-1,-1 1,0 0,0-1,0 1,3 0,42-4,-35 4,354 0,-178 3,-165-5,19 1,-40 1,0 1,0-1,0 0,0 0,0 1,1-1,-1 1,0-1,0 1,0 0,0-1,-1 1,1 0,0-1,0 1,0 0,0 0,-1 0,1 0,0 0,-1 0,1 0,-1 0,1 0,-1 0,0 0,1 0,-1 1,0 0,3 32,-2-1,-5 51,1-2,3 239,0-318,0 1,1-1,-1 0,-1 0,1 1,0-1,-1 0,0 0,0 0,0 0,0 0,0 0,0 0,-1 0,1 0,-1 0,0 0,0-1,0 1,0-1,-1 0,1 0,-1 1,1-1,-1-1,0 1,0 0,1-1,-1 1,0-1,-1 0,1 0,-4 1,-16 4,-1-1,1 0,-1-2,-28 1,-100-6,50-1,-76 11,165-7,30-16,193-141,-185 135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8:48.5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1 597,'0'-497,"0"493,0 1,0 0,0-1,1 1,-1-1,1 1,-1 0,1 0,0-1,1 1,2-6,-2 7,0 0,0 0,0 1,0-1,0 0,1 1,-1-1,0 1,1 0,-1 0,1 0,-1 0,1 0,0 1,3-1,45-7,0 3,1 2,85 5,-27 1,-68-3,0-2,77-13,-115 14,0 0,0 0,0 0,-1 1,1 0,0 0,0 0,0 0,0 1,0-1,0 1,7 3,-9-3,0 1,0-1,1 1,-1 0,0 0,-1 0,1 0,0 0,-1 0,1 1,-1-1,1 0,-1 1,0-1,0 1,0 0,-1-1,1 1,0 4,4 25,-1 0,-1 0,-2 1,-5 49,-2-26,-25 98,28-142,1 0,-2 0,1 0,-8 15,9-24,1 0,-1 0,0-1,0 1,0 0,0-1,0 1,-1-1,1 0,-1 0,1 0,-1 0,0 0,0-1,0 1,0-1,-5 2,-23 2,1-1,-1-1,0-2,0-1,-31-4,-15 1,-145 2,196 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8:53.3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121 752,'-2'-23,"-1"0,-2 0,0 0,-1 0,-2 1,-15-35,-3-9,16 39,2-1,0-1,2 1,2-1,0 0,1-54,4 53,-2 18,1-1,1 1,1-1,3-18,-3 27,-1-1,1 1,0 0,0 0,1 0,-1 0,1 0,0 0,0 1,0-1,0 1,1 0,-1 0,1 0,8-4,7-3,0 1,1 0,0 2,0 0,0 2,1 0,0 1,25-1,25 2,78 6,-37 0,-85-4,-17 0,0 1,0 0,1 0,11 3,-20-3,0 1,0-1,0 1,0 0,0-1,0 1,0 0,0 0,0 0,-1 1,1-1,0 0,-1 1,1-1,-1 1,1-1,-1 1,0 0,1 0,-1-1,0 1,0 0,-1 0,1 0,1 2,2 22,-1-1,-2 1,0-1,-1 1,-2-1,-8 47,0 21,6-42,-2-1,-20 79,23-113,2-13,1 1,-1-1,1 0,-1 1,0-1,0 0,-1 0,1 1,-1-1,1 0,-1 0,0 0,0-1,0 1,-1 0,1-1,0 0,-1 1,0-1,0 0,-5 3,-13 2,0-1,-1-1,1-1,-1-1,0 0,-29-2,-10 2,56-2,0-1,1 1,-1-1,0-1,0 1,1-1,-1 1,0-2,1 1,-7-3,9 3,1 0,-1 0,1 0,-1 0,1-1,0 1,-1-1,1 1,0-1,0 1,0-1,0 0,0 0,0 1,1-1,-1 0,1 0,-1 0,1 0,0 0,-1 0,1 0,0 0,0 0,0 1,1-1,0-4,1-3,0 1,0-1,1 1,0 0,0 0,1 0,0 0,7-9,45-55,-44 57,24-27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8:57.7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1 618,'0'-542,"0"540,-1 0,1-1,1 1,-1-1,0 1,1-1,-1 1,1-1,-1 1,1 0,0-1,0 1,1 0,-1 0,0 0,1 0,-1 0,1 0,-1 0,1 0,4-2,-1 1,1 0,-1 1,1 0,0 0,-1 0,1 1,0 0,7 0,49-4,1 2,71 7,1 0,-74-5,74 3,-133-2,0 1,0 0,0-1,0 1,0 0,0 0,0 0,0 1,0-1,-1 0,1 1,0-1,-1 1,1-1,-1 1,0 0,0 0,1 0,-1-1,0 1,0 0,-1 0,1 0,0 1,-1-1,1 0,-1 0,0 4,3 8,-2 1,0 29,-1-39,-4 394,4-396,0-1,-1 1,1 0,-1-1,1 1,-1-1,0 1,0-1,0 1,0-1,-1 1,1-1,-1 0,1 0,-1 0,0 0,0 0,0 0,0 0,0-1,0 1,0-1,0 1,-1-1,1 0,-1 0,1 0,-5 1,-9 2,0-1,1 0,-31 1,14-1,-25 1,-62-2,-26 0,127 1,0 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9:04.7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0 700,'0'-641,"0"639,0 0,1 0,-1-1,0 1,1 0,0 0,-1-1,1 1,0 0,0 0,0 0,0 0,0 0,1 0,-1 0,1 1,-1-1,1 0,0 1,-1-1,1 1,0 0,0 0,0-1,0 1,0 0,0 1,0-1,1 0,3 0,7-2,0 1,0 1,1 0,16 2,-12-1,494 4,-508-4,0 0,0 0,0 0,0 0,0 1,0 0,-1 0,1 0,0 0,0 0,-1 1,7 3,-8-3,0 0,0 0,-1 0,1 1,0-1,-1 1,0-1,0 1,0 0,0-1,0 1,0 0,0 0,-1-1,0 1,1 0,-1 0,-1 4,0 68,-3-1,-4 0,-19 79,20-109,2 0,0 67,5-109,0 1,0-1,-1 1,1 0,0-1,-1 1,0-1,0 1,0-1,0 1,0-1,0 1,-1-1,1 0,-1 0,1 0,-4 3,1-2,1 0,-1 0,0-1,0 0,0 0,0 0,-1 0,1-1,-7 2,-9 1,0-2,-1 0,-35-3,38 1,-53-2,15 0,0 2,-64 9,101-5,-31 4,48-7,0-1,1 0,-1 0,0 0,1 0,-1 0,0 0,1 0,-1-1,0 1,1-1,-1 1,1-1,-1 1,1-1,-1 0,1 0,-1 0,1 0,0 0,-3-2,4 2,-1-1,1 1,-1 0,1-1,0 1,0 0,0-1,0 1,0 0,0-1,0 1,0 0,0-1,0 1,1 0,-1-1,1 1,-1 0,1 0,-1-1,1 1,0 0,0-1,24-29,-21 27,31-32,61-48,4-3,-72 58,-15 15,30-25,-31 31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9:18.0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46 481,'-1'-17,"0"1,-2-1,-5-19,-4-27,-2-128,12 172,0 11,1 0,0-1,0 1,1 0,0-1,1 1,0 0,0-1,3-7,-3 14,1 0,-1 0,1 0,-1 0,1 1,0-1,0 1,0-1,0 1,0 0,0-1,0 1,1 0,-1 1,0-1,1 0,-1 1,3-1,49-4,-45 4,146 1,-67 2,-72-2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9:20.1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0 590,'129'2,"131"-4,-256 2,-1-1,1 1,-1 0,1-1,-1 0,1 0,-1 0,0 0,1-1,-1 1,0-1,0 0,0 0,0 0,0 0,4-5,-4 2,0 1,0-1,-1 0,1 1,-1-1,0-1,-1 1,1 0,-1 0,1-8,4-49,-3 0,-2 0,-10-81,0-13,9 139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9:22.8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28,'148'-7,"7"0,-87 8,-32 1,0-1,0-2,0-2,39-8,-75 11,1-1,0 1,0 0,0-1,0 1,0 0,0 0,0 0,0 0,0 0,-1 0,1 0,0 0,0 0,0 0,0 0,0 1,0-1,0 0,0 1,0-1,-1 0,1 1,0-1,0 1,0 0,-1-1,1 1,0 0,-1-1,1 1,-1 0,1 0,-1-1,1 1,-1 0,1 0,-1 0,0 0,1 0,-1-1,0 1,0 0,0 0,0 0,0 0,0 2,0 6,-1 0,0-1,-1 1,-3 12,0-3,-81 307,81-306,1 0,1 1,1-1,0 1,2 0,2 34,7-28,-3-18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9:25.4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0 406,'0'-375,"0"345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9:32.8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40 610,'-30'-440,"21"362,9 76,0 0,0-1,0 1,0-1,0 1,1-1,-1 1,1-1,-1 1,1 0,0-1,0 1,0 0,0 0,0 0,1-1,-1 1,3-1,-1-1,0 1,1 1,-1-1,1 0,0 1,0 0,0 0,0 0,6-2,9-1,-1 1,1 1,34-2,-44 5,250-2,-127 4,-128-2,-1 0,0 0,0 0,1 0,-1 1,0-1,0 1,0 0,0 0,0 0,0 1,5 2,-6-2,0-1,-1 1,1 0,0 0,-1 1,0-1,1 0,-1 1,0-1,0 0,0 1,-1-1,1 1,0-1,-1 1,1 4,4 66,-7 120,-2-73,5-88,0-21,-1-1,0 1,0 0,-1 0,-4 14,5-22,-1 0,-1 0,1 0,0-1,0 1,-1-1,0 1,1-1,-1 0,0 1,0-1,0 0,-1 0,1 0,0-1,-1 1,1 0,-1-1,0 0,1 1,-1-1,0 0,0-1,-4 2,-30 3,-1-1,1-2,-68-5,15 1,70 3,-19-1,37 0,0 0,1 0,-1-1,0 1,0-1,1 1,-1-1,0 0,1 1,-1-1,1 0,-1 0,1 0,-1 0,1 0,0-1,-2-1,-5-9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9:33.5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9:40.4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1 495,'0'-382,"0"381,0-1,0 1,0-1,1 0,-1 1,0-1,1 1,-1-1,1 1,0-1,-1 1,1-1,0 1,0 0,0-1,0 1,0 0,0 0,0 0,1 0,-1 0,0 0,0 0,1 0,-1 0,1 1,-1-1,3 0,4-2,0 1,1 1,-1-1,13 1,9-3,67-17,-46 8,0 2,1 3,81-3,-131 11,0 0,0 1,0-1,0 0,0 1,-1-1,1 1,0-1,0 1,-1 0,1 0,0 0,-1 0,1 0,-1 0,1 0,-1 1,1-1,-1 0,0 1,0-1,0 1,0-1,0 1,0 0,0 0,0-1,-1 1,1 0,-1 0,1 0,-1 0,1 2,0 8,0 1,-1 0,0 0,-3 14,1 3,3 58,1-53,-2 1,-7 52,2-56,-16 49,20-79,0-1,0 0,1 1,-1-1,0 0,0 0,0 0,0 0,0 0,-1 0,1 0,0 0,0 0,-1-1,1 1,0 0,-1-1,1 1,-3 0,-31 4,27-4,-231 2,163-4,54 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9:50.2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2 485,'-2'-128,"4"-137,-2 262,0 0,1 1,-1-1,1 0,0 1,-1-1,1 1,0-1,0 1,1-1,-1 1,0 0,1-1,0 1,-1 0,1 0,0 0,0 1,0-1,0 0,0 1,1-1,-1 1,0 0,1-1,-1 1,1 0,-1 1,1-1,-1 0,6 0,8-1,0 1,0 1,1 0,21 3,1 0,0-4,0-2,45-10,-41 6,53-2,-95 9,1 0,0 0,0 0,-1 0,1 0,0 0,0 1,-1-1,1 1,0-1,0 1,-1 0,1 0,-1 0,1 0,-1 0,1 0,-1 0,0 0,1 0,-1 1,0-1,0 0,0 1,0-1,0 1,0-1,-1 1,1 0,0-1,-1 1,1 0,-1 0,0-1,1 1,-1 0,0 0,0 2,0 9,-1 0,-1 0,0 0,-5 18,2-6,-32 145,-1 7,37-174,0-1,0 1,0-1,0 1,0-1,-1 0,1 0,0 1,-1-1,0 0,0-1,0 1,1 0,-1 0,-1-1,1 1,0-1,0 0,-1 1,1-1,0 0,-1 0,1-1,-1 1,0-1,1 1,-1-1,-2 0,-13 2,1-1,-1-1,-19-2,20 1,-137-2,132 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9:55.5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7 553,'0'-397,"-3"361,2 31,0-1,0 0,1 1,0-1,0 0,0 1,3-11,-3 14,1 0,0 0,1 0,-1 0,0 1,0-1,1 0,-1 1,1-1,0 0,-1 1,1 0,0-1,0 1,0 0,0 0,0 0,0 0,0 1,0-1,0 0,0 1,0 0,5-1,167-27,-147 25,1 2,43 2,-18 0,-52-1,1 0,0 0,0 1,0-1,0 1,0-1,-1 1,1 0,0 0,-1 0,1 0,0 0,-1 0,1 0,-1 0,0 1,1-1,-1 0,0 1,0-1,0 1,0 0,0-1,0 1,0 0,0 0,-1-1,1 1,-1 0,0 0,1 3,1 9,-1 0,0 0,-2 20,1-15,-3 101,-22 136,25-253,-1 0,0-1,0 1,0 0,0 0,0-1,0 1,-1-1,1 1,-1-1,1 0,-1 0,0 1,0-1,0-1,0 1,-1 0,1 0,0-1,-1 1,1-1,-1 0,0 0,1 0,-1 0,0 0,0 0,-2 0,-11 1,-1 0,1-2,0 1,-16-3,-8 1,-42 11,69-8,-12 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09:59.9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3 540,'-2'-161,"4"-168,-1 326,-1 1,1 0,-1 0,1 0,0 0,0 0,0 0,0 0,1 0,-1 0,0 0,1 0,-1 1,1-1,0 1,0-1,-1 1,1 0,0-1,0 1,0 0,0 0,0 1,0-1,1 0,-1 1,0-1,4 0,9-1,0 0,0 1,17 0,-27 1,138 9,7 0,-147-9,-1 1,1-1,-1 0,1 1,-1-1,1 1,-1 0,1 0,-1 0,0 0,1 0,-1 1,0-1,0 1,0-1,0 1,0 0,0 0,-1-1,1 2,0-1,-1 0,0 0,1 0,-1 1,0-1,0 0,-1 1,1-1,0 1,-1-1,1 1,-1 4,2 10,-1 0,-1 0,-4 34,3-41,-12 97,-4 58,17-161,-1 0,1 0,-1 0,1 1,-1-1,-1 0,1 0,0 0,-1 0,0-1,0 1,-3 4,3-6,0 1,-1-1,1 0,-1 0,1 0,-1 0,0-1,0 1,0-1,0 0,0 0,0 0,0 0,-1 0,1 0,-5-1,-46 4,-74-6,81 0,12 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0:32.3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46 502,'-2'-43,"-12"-68,7 64,4 24,-5-27,-1-86,8 115,0-11,1 31,0 0,1 0,-1-1,1 1,-1 0,1 0,-1 0,1 0,0 0,0 0,-1 0,1 0,0 0,0 0,0 0,0 0,0 1,0-1,0 0,0 1,1-1,0 0,16-4,0 1,0 1,1 1,-1 0,0 2,1 0,29 4,6-1,146-5,-198 2,-1 0,0 1,0-1,1 1,-1-1,0 1,0-1,1 1,-1 0,0 0,0-1,0 1,0 0,0 0,0 0,0 0,-1 0,1 0,0 1,0-1,-1 0,1 0,-1 0,1 1,-1-1,1 0,-1 1,0-1,0 0,0 1,0-1,0 2,1 9,-1 0,-3 23,2-18,0 76,2-56,-2 0,-1 0,-7 39,7-69,1 1,-1-1,0 0,-1 0,0 0,-7 13,8-17,0-1,-1 1,0 0,0-1,1 1,-1-1,-1 0,1 0,0 0,0-1,-1 1,1-1,-1 0,0 0,-4 1,-16 3,-38 2,5 0,40-4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0:36.0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36 432,'-2'-43,"-10"-59,6 61,-2-71,0 29,8 82,1-1,-1 1,0 0,0 0,0 0,1 0,-1 0,0 0,1 0,-1 0,1 0,0 0,-1 0,1 0,0 0,-1 0,1 0,0 0,0 1,0-1,0 0,0 1,0-1,0 1,0-1,0 1,0-1,0 1,0 0,0-1,0 1,2 0,47-6,-35 5,98-6,-66 6,47-8,-93 9,1 0,0 0,-1-1,1 1,-1 0,1 0,-1 1,1-1,-1 0,1 0,-1 1,1-1,-1 1,1-1,-1 1,1 0,-1 0,0-1,1 1,-1 0,0 0,2 2,-2-1,1 1,0 0,-1-1,1 1,-1 0,0 0,0 0,0 0,0 0,0 5,1 7,-2 1,0-1,-3 26,3-37,-7 55,2-16,0 48,6-58,0-24,0 1,0 0,-1 0,-1 0,0 0,-4 19,4-28,0 1,0 0,0 0,-1-1,1 1,0-1,-1 1,1-1,-1 0,0 0,1 1,-1-1,0 0,1 0,-1-1,0 1,0 0,0-1,0 1,0-1,0 1,0-1,-3 0,-53-1,39 0,-73-1,66 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0:43.4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16 551,'-12'-177,"9"-172,3 348,0 0,0 0,0 0,0 0,0 0,0 0,1 0,-1 0,0 0,1 0,-1 0,0 0,1 0,-1 0,1 1,0-1,-1 0,1 0,0 1,-1-1,1 0,0 1,0-1,0 1,-1-1,1 1,0-1,0 1,0-1,0 1,0 0,0 0,0-1,0 1,0 0,0 0,0 0,1 0,46 6,-34-4,123 21,-95-19,102 5,-123-10,-14 0,1 1,-1-1,0 2,0-1,8 2,-13-1,0-1,-1 0,1 1,-1 0,0-1,1 1,-1 0,0 0,1 0,-1 0,0 0,0 0,0 0,1 0,-1 0,-1 0,1 1,0-1,0 0,0 1,-1-1,1 1,0-1,-1 1,0-1,1 1,-1-1,0 3,3 47,-6 85,1-114,-4 35,-2 1,-18 61,26-117,-1-1,0 1,1 0,-1 0,0 0,0 0,-1-1,1 1,0 0,0-1,-1 1,1-1,-1 1,0-1,1 0,-1 0,0 0,0 0,1 0,-1 0,0 0,0-1,0 1,0 0,0-1,0 0,0 0,0 1,-3-1,-7 0,0-1,0 0,-22-4,19 2,-51-7,0 3,-71 0,125 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0:50.7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1 582,'0'-21,"-1"-34,3-1,2 2,14-77,-14 110,-2 0,0-1,-2 1,-2-29,2-38,0 86,1 0,-1 0,1 0,-1 0,1 1,0-1,0 0,0 0,0 1,0-1,0 1,0-1,1 1,-1 0,1-1,-1 1,1 0,-1 0,1 0,0 0,-1 0,1 0,0 0,0 1,-1-1,1 1,0-1,0 1,2 0,9-2,0 0,0 1,15 2,-14-1,-6 0,257 3,-262-3,0 1,-1-1,1 0,-1 1,1 0,0 0,-1 0,1 0,-1 0,0 0,1 0,-1 1,0-1,0 1,0 0,0 0,0-1,0 1,-1 0,1 1,0-1,-1 0,0 0,1 1,-1-1,0 1,0-1,-1 1,1-1,0 1,0 4,0 10,0-1,0 1,-2 0,-2 19,0 2,3 203,0-239,0 0,0 0,-1 0,1 0,0 0,-1 0,1-1,-1 1,0 0,0 0,1-1,-1 1,0 0,-1-1,1 1,0-1,0 1,-1-1,-2 3,1-2,-1 0,0 0,0 0,0 0,0 0,0-1,0 0,-7 1,-9 1,1-2,0 0,-23-3,31 2,-26-2,19 0,-1 0,1 2,-1 0,1 1,0 1,-23 6,24-1,3 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0:52.6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1,'3'0,"7"2,13 2,8-1,5-1,-2 0,-4-1,-5 0,-2-1,5 0,5 0,1 0,-2 0,-7-3,-8-3,-6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0:58.6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1 570,'0'-503,"0"500,-1 1,1-1,1 1,-1-1,0 1,1-1,-1 1,1-1,0 1,-1 0,1-1,0 1,1 0,-1 0,0 0,1 0,-1 0,1 0,1-2,1 2,-1 0,1 0,-1 0,1 1,0-1,0 1,0 0,0 0,-1 0,1 1,5-1,44-2,73 6,-24 0,-49-4,-20-1,47 5,-79-2,1-1,-1 1,0-1,1 1,-1 0,0-1,1 1,-1 0,0 0,0 0,0 0,0 0,0 0,0 1,0-1,0 0,0 0,-1 1,1-1,0 0,-1 1,1-1,-1 1,1-1,-1 1,0-1,0 1,0-1,0 3,0 55,-2-43,2-15,1 10,-1 0,-1 0,0 0,-1 0,0 0,-1 0,0-1,-5 14,4-15,1 1,1-1,0 0,0 1,-1 18,-3 18,-11 48,16-91,1 0,-1 0,1 0,-1 0,0 0,-1 0,1 0,0 0,-1 0,1 0,-1-1,0 1,0 0,0-1,0 0,-1 0,1 1,-1-1,1 0,-1-1,0 1,1 0,-1-1,0 0,0 0,0 0,-5 2,-7-1,0 1,-1-2,1 0,-25-2,14 1,-225-2,229 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1:04.0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0 555,'0'-493,"0"490,0 0,0-1,0 1,1 0,-1-1,1 1,-1 0,1 0,0 0,0 0,1 0,2-5,-3 6,1 1,0 0,-1-1,1 1,0 0,0 0,0 0,0 0,0 0,0 0,0 0,0 1,0-1,1 1,-1 0,0 0,0-1,0 2,1-1,1 0,137 16,-21-2,64-11,-182-2,-1-1,0 1,1-1,-1 1,0-1,1 1,-1 0,0 0,0-1,0 1,0 0,0 0,0 0,0 0,0 1,0-1,0 0,0 0,-1 0,1 1,0-1,-1 0,1 1,-1-1,0 1,1-1,-1 1,0-1,0 0,0 3,0 55,-1-41,2 123,-5 145,4-283,-1-1,1 0,-1 0,0 0,1 0,-1 0,0 0,0-1,0 1,-1 0,1 0,0-1,-1 1,1-1,-1 1,1-1,-1 1,0-1,1 0,-1 0,0 0,0 0,0 0,0 0,0-1,0 1,0-1,0 1,0-1,-3 0,-11 2,0 0,1-2,-19-1,13 1,-259-6,266 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1:14.5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1 626,'0'-541,"0"538,0 0,0 0,0 0,0-1,1 1,-1 0,1 0,0 0,0 0,0 0,1 0,-1 0,0 0,1 1,0-1,0 0,0 1,0-1,0 1,1 0,-1 0,4-3,0 2,0 0,0 1,1 0,-1 0,0 0,1 1,-1 0,1 0,-1 0,9 1,319 4,-332-4,0 0,0 0,0 0,0 0,0 0,0 0,0 1,0-1,0 1,-1-1,1 1,0 0,0 0,0 0,-1 0,1 0,0 0,-1 0,1 0,-1 1,1-1,-1 1,0-1,2 3,-1 1,0-1,-1 1,0 0,0 0,0 0,-1 0,1 0,-2 10,-2 546,3-558,0 0,0-1,0 1,0 0,-1 0,1 0,-1-1,0 1,0 0,0-1,0 1,0-1,0 1,-4 4,3-5,-1 0,0 1,0-1,0-1,0 1,0 0,0-1,0 0,0 1,-1-1,1-1,-5 2,-19 2,0-1,0-1,0-1,-41-5,28 2,-44 3,-8 12,78-12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1:15.4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145 0,'-2'0,"-3"0,-4 2,-2 4,-2 0,-6 2,-1 2,-4 2,1 0,5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2:27.2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70 545,'-2'-17,"0"0,0 0,-2 0,0 1,-8-19,6 15,0 0,-6-41,9 1,2 35,-6-43,4 51,0 0,2 0,0 0,1 0,2-23,-2 38,1 0,0 0,0 0,0 0,0 0,0 0,0 0,0 0,1 0,-1 1,1-1,-1 0,1 1,-1-1,1 1,0 0,0-1,0 1,0 0,0 0,0 0,0 1,0-1,0 0,4 0,6-1,0 0,0 0,17 1,-23 0,255 2,-101 2,-154-4,0 1,0 1,0-1,0 1,0 0,0 0,9 4,-13-4,1 0,-1 1,0-1,0 1,0 0,0-1,-1 1,1 0,0 0,-1 0,1 1,-1-1,0 0,0 1,0-1,0 0,0 1,0-1,-1 1,1 3,3 18,-1 0,-1-1,-1 1,-1 0,-6 42,-1-25,-2 0,-20 58,6-11,22-85,0 0,0-1,-1 1,1-1,-1 1,1-1,-1 0,0 1,0-1,0 0,0 0,0-1,-1 1,1 0,0-1,-1 1,1-1,-1 0,0 0,1 0,-1 0,-4 0,-8 3,0-2,-29 3,34-5,-175 0,77-3,88 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2:32.6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1 514,'0'-458,"0"456,0 0,0 0,0 0,0 0,1 1,-1-1,1 0,-1 0,1 0,0 1,0-1,0 0,0 1,0-1,0 0,0 1,0-1,3-1,-1 1,0-1,1 2,-1-1,0 0,0 1,1-1,-1 1,1 0,5-1,9 0,0 1,0 1,26 2,-18-1,220 2,-244-3,0 0,1 0,-1 0,0 1,1-1,-1 1,0-1,0 1,0 0,0 0,0 0,1 0,-2 0,1 0,0 0,0 1,0-1,0 1,-1 0,1-1,-1 1,0 0,1 0,-1 0,0 0,0 0,0 0,0 0,0 0,0 4,1 5,-1-1,-1 1,0 0,0-1,-3 18,0 8,4 97,-3 66,1-198,1 1,0-1,-1 1,0-1,1 1,-1-1,0 0,1 0,-1 1,0-1,0 0,0 0,0 0,0 0,0 0,-1 0,1 0,0 0,0 0,-1 0,1-1,0 1,-1-1,1 1,-1-1,-2 1,-45 5,41-6,-167 1,93-3,69 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2:36.1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43 490,'-3'-63,"-16"-88,5 45,12 93,0 0,1 0,0 0,1 0,0 0,3-16,-3 26,1 0,0 0,-1 1,2-1,-1 0,0 0,0 1,1-1,-1 0,1 1,0 0,0-1,0 1,0 0,0 0,1 0,-1 0,1 1,-1-1,1 0,-1 1,1 0,0 0,0 0,0 0,-1 0,1 0,3 0,24-2,0 2,0 1,55 6,-2 0,166-3,-247-3,0 1,1-1,-1 0,0 1,0-1,1 1,-1 0,0 0,0 0,0 0,0 0,0 0,0 0,0 1,-1-1,1 1,0-1,-1 1,1 0,-1 0,0 0,1-1,-1 1,0 0,0 1,0-1,-1 0,1 0,0 0,0 3,1 8,-1-1,0 0,0 1,-3 18,1-8,1 62,-6 124,6-206,0 0,-1-1,0 1,1-1,-1 1,0-1,0 1,0-1,0 1,-1-1,1 0,-1 0,1 0,-1 0,0 0,0 0,1 0,-1 0,-1-1,1 1,0-1,0 0,-1 1,1-1,0 0,-6 1,-4 1,0 0,-1-1,1-1,-19 0,15 0,-192-1,97-2,91 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2:40.4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17 623,'0'-41,"-13"-333,11 361,1-1,0 1,1-1,1 1,0 0,5-25,-5 34,1-1,0 1,0-1,0 1,0 0,0 0,1 0,0 0,0 0,0 0,0 1,1-1,0 1,-1 0,1 0,0 1,0-1,0 1,1 0,-1 0,1 0,7-2,9 0,1 1,-1 1,1 1,-1 1,1 0,27 5,29 1,-22-6,-36-2,0 2,0 1,0 0,-1 1,1 1,25 8,-42-10,0 0,0 1,0-1,0 1,-1-1,1 1,0 0,-1 0,1 0,-1 0,0 1,0-1,0 1,0-1,0 1,0 0,-1-1,1 1,-1 0,0 0,0 0,0 0,0 1,-1-1,1 0,-1 0,0 0,0 1,0 3,-2 8,0 0,-1 0,-1 0,-10 27,6-18,-8 23,5-18,2 0,1 1,-7 47,16-39,0-32,0 0,-1 0,1 0,-2 0,1 0,-1 1,0-1,0 0,-3 8,3-12,-1 0,1 0,-1-1,0 1,1-1,-1 1,0-1,0 0,0 0,0 0,0 0,0 0,0 0,0 0,0-1,-1 1,-2-1,-44 4,41-4,-257-3,241 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2:44.6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2 687,'-2'-202,"4"-211,-1 411,-1-1,0 1,0-1,1 1,0-1,-1 1,1 0,0-1,0 1,0 0,1-1,-1 1,0 0,1 0,0 0,-1 0,4-2,-1 1,0 0,0 1,0-1,1 1,-1 0,1 1,-1-1,9-1,8 0,-1 0,1 2,31 2,-35-1,49 1,156 6,-220-7,0 0,0 1,0-1,-1 1,1-1,0 1,0 0,-1 0,1 0,-1 0,1 0,-1 0,1 0,-1 0,0 1,1-1,-1 0,0 1,0-1,0 1,0-1,0 1,0 0,-1-1,1 1,-1 0,1 0,-1-1,1 3,1 8,-1-1,0 0,-1 20,0-14,-4 363,4-377,0 0,0 0,-1 0,1 0,-1-1,1 1,-1 0,0 0,0 0,0-1,0 1,0 0,-1-1,1 1,-1-1,0 0,0 0,-2 3,-1-2,0 1,0-1,0 0,0 0,0-1,-1 0,0 0,-6 2,-3 0,-56 18,-93 15,114-33,36-4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2:50.3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1 536,'0'-427,"-1"422,1 0,0-1,1 1,-1 0,1 0,0 0,1 0,-1 0,1 1,2-7,-2 9,0-1,0 0,1 1,-1 0,0 0,1-1,0 1,-1 1,1-1,0 0,0 1,0-1,0 1,0 0,0 0,0 0,5 0,37-6,0 2,1 2,-1 3,59 5,-7 0,-76-5,71 5,-83-4,0 0,-1 1,1 0,-1 0,1 1,-1 1,15 7,-21-10,-1 1,1-1,0 1,-1 0,1-1,-1 1,0 0,1 0,-1 0,0 0,0 0,-1 1,1-1,0 0,-1 0,2 5,0 42,-2-37,-5 341,5-350,0 0,-1 0,0 0,1 0,-1 0,0 0,0-1,-1 1,1 0,0 0,-1-1,0 1,0-1,0 1,0-1,0 0,0 0,0 0,-1 0,1 0,-1 0,0-1,1 1,-1-1,0 0,0 0,0 0,-6 1,-8 3,0-2,0 0,-31 1,47-4,-112-2,76 0,1 1,-41 6,53-2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2:56.3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37 550,'-1'-52,"-11"-64,-5-44,14 128,1 0,1 0,4-35,-3 64,1 1,-1-1,1 0,0 1,0-1,0 1,0 0,0-1,0 1,1 0,-1 0,1 0,-1 0,1 0,0 0,0 0,0 0,0 1,0-1,0 1,0-1,1 1,-1 0,0 0,1 0,-1 0,1 1,-1-1,1 1,3-1,11-1,-1 0,0 2,30 2,-25-1,281 2,-299-3,-1 0,0 1,0-1,1 0,-1 1,0-1,0 1,0 0,0 0,0 0,0 0,0 0,0 0,0 1,0-1,-1 0,1 1,-1 0,1-1,-1 1,1 0,-1 0,0 0,0-1,0 1,0 1,0-1,0 0,-1 0,1 0,-1 0,1 4,1 9,-1 0,0-1,-1 1,-2 15,1-5,0 14,-1 1,-2-1,-2 0,-17 63,13-62,9-32,-1 0,0 0,0 0,-1-1,-3 9,4-13,0 0,0-1,0 1,0-1,0 1,-1-1,1 0,-1 0,1 0,-1 0,0 0,0-1,0 1,0-1,0 0,-5 2,-19 4,0-1,-1-1,-49 2,53-7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01.4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1 703,'0'-626,"-1"623,1 0,0 0,0 0,1 0,-1 0,1 0,-1 0,1 0,0 0,0 0,1 1,-1-1,0 0,1 1,0-1,-1 0,1 1,0 0,4-4,-2 4,0-1,0 1,0 0,1 1,-1-1,0 1,1-1,-1 1,1 1,0-1,-1 1,7-1,138 5,-30 1,-65-6,64 2,-116-1,0 0,-1 1,1-1,0 1,-1 0,1-1,-1 1,1 0,-1 0,0 0,1 0,-1 0,0 0,1 0,-1 1,0-1,0 0,0 1,0-1,0 1,-1-1,1 1,0-1,-1 1,1-1,-1 1,1 3,1 6,0 0,-1 0,0 15,-1-6,11 421,-11-437,0-1,0-1,0 0,0 1,-1-1,1 0,-1 1,0-1,1 0,-1 0,0 0,0 1,0-1,-1 0,1 0,0-1,-1 1,1 0,-1 0,0-1,0 1,1-1,-1 1,0-1,0 0,0 0,0 0,-1 0,1 0,-4 1,-6 1,0-1,-1 0,1-1,-21 0,3 0,-135 2,110-3,41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05.4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1 537,'0'-397,"0"393,0 1,0 0,0 0,1 0,-1 0,1-1,0 1,0 0,0 0,0 0,0 0,1 1,-1-1,1 0,0 0,3-3,-2 3,0 1,1 0,-1-1,1 1,-1 0,1 1,0-1,0 1,0-1,-1 1,2 0,5 0,198-14,-139 12,-48 1,1-1,-1-1,25-8,-27 6,0 1,1 1,35-3,-54 7,1 0,0 0,0 0,0 0,0 0,0 1,-1-1,1 1,0-1,0 1,-1 0,1-1,0 1,-1 0,1 0,-1 0,1 0,-1 1,1-1,-1 0,0 1,0-1,1 1,-1-1,0 1,-1-1,1 1,0 0,0-1,-1 1,1 0,-1 0,1 2,1 7,-2 0,1-1,-1 1,-3 19,1-9,-6 281,8-299,0 1,-1-1,1 0,-1 0,0 0,0 1,0-1,0 0,-1 0,1 0,-1 0,1-1,-1 1,0 0,0-1,-1 1,1-1,0 0,-1 1,1-1,-1-1,0 1,0 0,0-1,0 1,-5 1,-8 3,0-2,0 0,-1-1,-17 2,16-3,-293 37,282-37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10.4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7 536,'2'-139,"-5"-151,0 269,2 15,0 0,1 0,-1 1,1-1,1-7,-1 11,0 1,0-1,1 1,-1 0,1-1,-1 1,1-1,0 1,0 0,-1-1,1 1,0 0,0 0,0 0,0 0,0 0,1 0,-1 0,0 0,0 0,1 0,-1 1,0-1,1 1,1-1,18-4,1 1,-1 2,1 0,0 1,-1 1,29 4,7-1,54-3,62 3,-171-3,0 0,0 1,0-1,0 1,0 0,0 0,0 0,-1 0,1 0,0 0,-1 0,1 1,0-1,-1 0,0 1,1 0,-1-1,0 1,0 0,0-1,0 1,0 0,0 0,-1 0,1 0,0 0,-1 0,0 0,1 0,-1 2,2 10,-1 1,-1 0,-1 17,0-13,1 67,-5 124,5-206,-1-1,1 1,-1 0,0-1,0 1,0-1,0 1,-1-1,0 0,1 0,-1 1,0-1,0 0,-1-1,1 1,-1 0,1-1,-1 1,0-1,0 0,0 0,0 0,-1 0,1 0,0-1,-5 2,-8 1,1 0,-1-1,0 0,-27 0,43-3,-44 0,0-1,1-1,-85-18,95 12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14.3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54 594,'-2'-1,"1"0,0 0,0 0,0 0,0 0,0 0,0-1,0 1,0 0,0-1,0 1,1 0,-1-1,1 1,-1-1,1 1,-1-1,1 1,0-1,0 0,0-2,-1-1,-10-68,-3-111,8 76,4 86,0 5,1 0,0 0,4-33,-2 47,0-1,1 1,-1 0,1 0,0 0,-1 0,1 1,0-1,1 0,-1 1,0 0,1-1,0 1,-1 0,1 0,0 0,0 1,0-1,0 1,0 0,0 0,4-1,7-2,0 0,0 1,27-2,276 7,-314-2,0 0,0 1,0-1,0 1,-1 0,1 0,0 0,0 0,0 0,-1 1,1-1,0 1,-1 0,0 0,1 0,-1 0,0 0,0 0,0 1,0-1,0 1,-1-1,1 1,-1 0,0-1,0 1,0 0,0 0,1 5,1 8,-1 0,0 0,-2 0,-1 23,1-18,0 48,1-16,-8 72,6-122,1 1,-1-1,0 0,0 0,0 0,0 0,-1 0,1 0,-1 0,0 0,1-1,-1 1,-1 0,1-1,0 0,0 1,-1-1,0 0,1-1,-1 1,0 0,0-1,0 1,0-1,0 0,0 0,0 0,0 0,-4 0,-10 1,0-1,0-1,0 0,-26-4,7 1,-91 0,113 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15.7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55,'3'0,"4"0,9 0,5 0,7 0,5 0,3-3,0-4,-2 0,-5 0,-7-1,-4 1,-5-1,-5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19.8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20 647,'1'-131,"-3"-145,-7 207,5 54,2 0,0 0,1-25,1 37,0 1,1-1,-1 1,1-1,0 1,0-1,0 1,0-1,0 1,0 0,0 0,1 0,0 0,-1 0,1 0,0 0,0 0,0 1,0-1,0 1,0-1,0 1,0 0,1 0,-1 0,0 0,1 0,-1 0,1 1,-1-1,5 1,9-2,0 1,0 1,0 0,17 3,-10-1,5 0,0-2,0 0,0-2,0-2,48-11,-18 3,-53 11,0 1,1-1,-1 1,0 1,0-1,1 0,-1 1,0 0,5 2,-8-2,-1 0,1 0,-1 0,1 1,-1-1,1 0,-1 1,0-1,0 0,0 1,0 0,0-1,0 1,0 0,0-1,-1 1,1 0,-1 0,1 0,-1 0,0-1,1 3,-1 48,-1-37,-1 440,2-453,0 0,0 0,0 0,0 0,-1 0,1 0,0 0,-1-1,1 1,-1 0,0 0,0 0,0-1,0 1,0 0,0-1,0 1,0 0,0-1,-1 0,-1 2,-1-1,1 0,-1-1,1 1,-1-1,1 0,-1 0,0-1,0 1,1-1,-8 0,-229-3,224 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28.7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2 483,'-1'-130,"2"-144,-1 271,1 0,-1-1,1 1,-1 0,1 0,0 0,0 0,0 0,0 0,1 0,-1 0,1 0,0 0,0 1,0-1,0 1,0-1,1 1,-1 0,1 0,-1 0,1 0,0 1,-1-1,1 1,0-1,0 1,0 0,1 0,-1 0,6 0,9-1,1 0,0 2,0 0,29 4,-3 0,145-3,-188-1,0 0,0 0,0 0,-1 1,1-1,0 1,0-1,0 1,-1 0,1 0,-1-1,1 1,0 0,-1 1,1-1,-1 0,0 0,1 1,-1-1,0 1,0-1,0 1,0-1,0 1,0-1,-1 1,1 0,0 0,0 1,1 8,1 0,-1 0,0 22,0-12,6 67,-3 109,-5-194,0 0,0 0,0 0,-1 1,1-1,-1 0,0 0,0 0,0 0,0 0,0 0,-1 0,1 0,-1-1,0 1,0-1,0 1,0-1,0 1,-5 3,2-4,1 0,-1-1,1 1,-1-1,0 1,0-1,1-1,-1 1,0-1,0 0,0 0,-9-1,-15-2,-45 2,63 2,1 0,0 1,0 0,0 0,0 1,0 1,-18 8,-34 20,51-28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32.6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25 389,'0'-324,"0"321,0 1,0 0,0 0,1 0,-1-1,1 1,-1 0,1 0,0 0,0 0,0 0,0 0,0 0,0 0,0 1,1-1,-1 0,1 1,-1-1,1 1,-1-1,1 1,0 0,0 0,0-1,0 1,0 1,0-1,0 0,0 0,0 1,0-1,4 1,7-2,1 1,0 1,0 0,19 3,-2 0,253-2,-251-8,13-1,-44 8,-1 0,1 0,-1 0,1 0,-1 0,1 0,-1 1,1-1,-1 1,1-1,-1 1,1 0,-1-1,0 1,0 0,1 0,-1 0,0 0,0 0,0 0,0 0,0 0,0 1,1 1,2 5,-1-1,-1 1,1 0,-2 0,1 0,-1 0,1 11,-2 63,-1-49,-4 305,5-336,0 0,-1-1,1 1,0 0,-1 0,0 0,1-1,-1 1,0 0,0-1,0 1,0-1,0 1,0-1,-1 1,1-1,0 0,-1 1,1-1,-1 0,1 0,-1 0,0 0,1-1,-1 1,0 0,0-1,1 1,-4 0,-6 1,-1 0,0 0,-17 0,21-2,-290 0,129-2,146 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36.5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52 665,'-19'-236,"5"109,8 59,-6-105,12 170,0 1,0 0,0 0,1 0,-1-1,1 1,0 0,-1 0,1 0,0 0,0 0,0 0,1 0,-1 0,0 1,1-1,-1 0,1 1,0-1,-1 1,1 0,0-1,0 1,0 0,0 0,0 0,0 0,0 1,4-2,6-1,1 1,-1 0,1 1,15 0,-12 1,223 2,-230-1,0 0,1 1,-1 1,0-1,0 1,-1 1,1 0,14 9,-14-8,-4-3,0 0,1-1,-1 0,0 0,0 0,1 0,-1-1,0 0,10-1,-11 1,1 0,0 0,0 0,0 0,0 1,0 0,0 0,6 2,-9-2,-1 0,1 1,0-1,-1 0,1 1,-1-1,1 1,-1 0,1-1,-1 1,0 0,0 0,0 0,0 0,0 0,-1 0,1 0,-1 0,1 0,-1 0,0 0,1 1,-1-1,-1 3,0 222,-2-84,3-134,0 0,0 0,0 0,-1 0,0 0,-3 9,3-15,0 0,0 0,-1 0,0 0,1 0,-1 0,0 0,0-1,-1 1,1-1,0 0,-1 0,0 0,1 0,-1 0,0 0,-4 1,-9 4,1-1,-2 0,1-2,-1 0,-27 3,-87 1,130-8,-6 1,-1-1,0 0,0 0,1-1,-1 0,0-1,-11-3,-3-7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41.0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40 616,'1'-76,"-3"-84,-6 104,-1-12,-2-43,5 56,4 39,1 12,0 0,1-1,-1 1,1 0,0 0,0 0,1-1,0-4,0 7,0 0,0 1,0-1,0 1,0 0,0-1,0 1,1 0,-1-1,0 1,1 0,-1 0,1 0,-1 0,1 1,0-1,-1 0,1 1,0-1,-1 1,1-1,0 1,0 0,2-1,43-3,-1 2,58 5,-31 0,-69-3,69 4,-66-4,0 1,0 0,-1 1,1 0,0 0,0 0,11 7,-15-7,-1 0,1 1,-1-1,1 1,-1 0,0 0,0 0,0 0,0 0,-1 0,1 1,-1-1,0 0,0 1,0-1,-1 1,2 5,-1 9,0 0,-3 24,1-17,-3 380,4-402,0 1,0 0,0 0,-1-1,0 1,1 0,-1 0,0-1,-3 7,3-8,-1 0,1-1,-1 1,0 0,1 0,-1-1,0 1,0-1,0 0,0 1,0-1,0 0,0 0,-1 0,1-1,-4 2,-15 1,1 0,-1-1,0-2,0 0,0-1,0-1,-21-4,-19-2,55 8,0-1,0 1,0-2,0 1,0 0,1-1,-1 0,-8-5,11 5,1 0,-1 0,1 0,0 0,-1-1,1 1,0-1,0 0,1 0,-1 0,1 0,-1 0,1 0,0 0,0 0,0 0,0-4,-2-4,1 1,0-1,1 0,1 0,-1 0,2 0,-1 0,2 0,-1 0,1 0,1 1,0-1,5-10,-7 19,0 0,0 0,0 0,0 1,0-1,1 0,-1 1,0-1,1 1,-1 0,1-1,0 1,-1 0,1 0,0 0,0 0,0 0,0 1,0-1,0 0,0 1,0 0,0-1,0 1,0 0,0 0,0 0,0 0,4 1,2 1,1 1,0 0,-1 1,1 0,10 7,6 2,-11-7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55.3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80 585,'-3'-79,"-3"1,-4 0,-36-143,42 205,2 9,-1-1,2 0,-1 0,1 1,0-1,1-9,0 15,0 0,1 0,-1 0,1 0,-1 0,1 0,0 1,0-1,0 0,0 0,0 1,0-1,0 0,1 1,-1 0,0-1,1 1,0 0,-1-1,1 1,0 0,-1 0,1 0,0 1,0-1,0 0,0 1,0-1,2 1,19-4,0 1,1 2,-1 0,46 6,3-2,59-4,82 3,-211-2,-1 0,1 0,0 1,0-1,0 0,0 1,-1-1,1 1,0 0,0 0,-1-1,1 1,-1 0,1 0,-1 1,1-1,-1 0,1 0,-1 1,0-1,0 1,0-1,0 1,0-1,0 1,0 0,0-1,-1 1,1 0,0 3,0 4,0 0,-1 0,0 0,0 0,-2 12,0 3,-3 359,5-372,1-8,-1 0,0-1,0 1,0 0,-1 0,1-1,-1 1,1 0,-1-1,0 1,0 0,0-1,-1 1,-1 3,0-4,1-1,0 1,0-1,-1 1,1-1,0 0,-1 0,0 0,1 0,-1-1,1 1,-1-1,0 1,1-1,-6 0,-132-2,88 0,-60 4,90 1,-1 2,-34 11,17-4,14-5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3:59.7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34 555,'2'-72,"-4"-78,-7 99,6 37,1-1,-2-23,-4-32,5 57,1-1,0 1,1-1,2-27,-1 39,1 0,-1 0,1 0,0 1,0-1,0 0,0 0,0 1,1-1,-1 0,0 1,1-1,-1 1,1 0,-1 0,1-1,0 1,-1 0,1 0,0 0,0 1,0-1,0 0,0 1,0-1,4 1,6-3,1 2,0 0,14 1,-14 0,121 0,-63 2,100-12,-168 10,1-1,-1 1,0 0,0-1,1 1,-1 1,0-1,0 0,0 1,1 0,-1-1,5 4,-6-3,0 0,-1 1,1 0,-1-1,1 1,-1 0,0-1,0 1,0 0,0 0,0 0,0 0,-1 0,1 0,-1 0,1 1,-1-1,0 0,1 0,-2 3,1 200,-4-77,6-77,-1-29,0 1,-2-1,-3 30,3-49,0 0,-1 0,1 0,-1 0,1 0,-1 0,0-1,0 1,0 0,0-1,-1 0,1 0,-1 0,1 0,-1 0,0 0,0 0,0-1,0 0,0 1,0-1,0 0,0-1,0 1,0 0,-5-1,-12 3,0-1,0-1,-21-2,23 0,-165-3,165 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4:03.3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138 630,'-1'-12,"-1"1,0 0,-1 0,0 0,-1 0,0 1,-6-11,-4-11,-9-26,-24-71,41 109,0-1,2 0,1-1,-1-28,3 31,2-32,-1 49,1-1,-1 1,1 0,0-1,0 1,0 0,0-1,0 1,0 0,1 0,-1 0,1 0,0 0,-1 0,1 1,0-1,0 1,2-3,10-3,-1 1,1 0,0 1,1 0,22-3,79-9,-101 15,60-5,134 3,-205 4,-1 0,1 0,-1 0,1 1,-1-1,1 1,-1 0,1 0,-1 1,0-1,0 1,0-1,1 1,4 4,-6-3,0 0,0 0,0-1,-1 1,1 1,-1-1,0 0,0 0,0 0,-1 1,1-1,-1 0,1 1,-1-1,-1 7,-9 395,10-402,0-1,-1 1,1 0,-1-1,0 1,0-1,0 1,0 0,0-1,0 0,-1 1,1-1,-1 0,0 0,1 0,-1 0,0 0,0 0,-1 0,1-1,0 1,0-1,-1 1,1-1,-1 0,1 0,-1 0,1 0,-1-1,-5 1,-10 3,0-2,0 0,-30-1,29-1,-63 1,-107 4,154-2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4:07.0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1,'3'0,"3"0,8 3,6 3,3 2,3-2,0-1,-1-1,-3-2,2-1,4-1,2 0,-6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30T22:14:10.6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18 441,'-9'-156,"3"96,4-80,2 138,0-1,0 0,0 1,0-1,0 1,0-1,1 0,0 1,-1-1,1 1,0 0,0-1,0 1,1 0,-1-1,0 1,1 0,0 0,-1 0,1 0,0 1,0-1,0 0,0 1,0-1,1 1,-1 0,0 0,1 0,-1 0,0 0,1 0,-1 0,6 0,89-10,0 4,134 8,-225-1,0 0,0 1,-1-1,1 1,0 1,11 3,-16-4,1-1,-1 1,1 0,-1 1,1-1,-1 0,0 0,1 1,-1-1,0 1,0-1,0 1,0-1,0 1,0-1,-1 1,1 0,0 0,-1-1,0 1,1 0,-1 0,0 0,0 3,5 314,-4-314,-1 0,-1 0,1 0,-1 0,0-1,0 1,0 0,0 0,-4 5,4-7,-1-1,0 0,0 1,0-1,0 0,0 0,0 0,0 0,-1-1,1 1,-1-1,1 1,-1-1,0 0,1 0,-1 0,-4 1,-15 2,-1-1,1 0,-1-2,0-1,-29-3,26 1,0 2,0 0,-47 7,59-4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5:03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1 939 24575,'62'-73'0,"3"14"0,1 3 0,4 3 0,138-81 0,255-93 0,-361 181 0,190-56 0,-243 87 0,0-3 0,59-30 0,7-4 0,21 5-1365,-101 39-5461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5:12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24575,'37'-1'0,"0"2"0,-1 2 0,1 1 0,49 13 0,31 7 0,-114-23 0,-1 0 0,0 0 0,0 0 0,-1 0 0,1 0 0,0 0 0,0 1 0,0-1 0,-1 1 0,1-1 0,-1 1 0,1-1 0,-1 1 0,0 0 0,1 0 0,-1 0 0,0-1 0,0 1 0,0 0 0,-1 1 0,1-1 0,0 0 0,-1 0 0,0 0 0,1 0 0,-1 0 0,0 1 0,0-1 0,0 0 0,0 3 0,-1 8 0,0 1 0,0 0 0,-5 18 0,1-14 0,-1-1 0,-1 1 0,-11 22 0,9-22 0,1 0 0,-9 31 0,1 2-1365,5-26-5461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17.3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24575,'3'1'0,"0"0"0,1-1 0,-1 1 0,0 0 0,1 1 0,-1-1 0,0 1 0,0-1 0,0 1 0,0 0 0,-1 0 0,1 0 0,0 0 0,-1 1 0,1-1 0,-1 1 0,0 0 0,3 4 0,3 5 0,0 0 0,-1 1 0,6 13 0,-4-3 0,-1 0 0,-1 1 0,9 48 0,-1 75 0,-13-102 0,3 0 0,20 88 0,-23-126 0,0 1 0,1-1 0,0 0 0,0 0 0,1 0 0,0 0 0,0 0 0,1-1 0,-1 1 0,2-1 0,-1-1 0,0 1 0,8 5 0,-10-9 0,1 0 0,0 0 0,0 0 0,0 0 0,0-1 0,0 0 0,0 1 0,0-1 0,0-1 0,1 1 0,-1-1 0,0 0 0,1 0 0,-1 0 0,0 0 0,0-1 0,1 1 0,-1-1 0,0 0 0,0-1 0,0 1 0,0-1 0,0 0 0,5-2 0,-1-1 0,0 0 0,-1 0 0,1 0 0,-1-1 0,0-1 0,0 1 0,-1-1 0,10-13 0,0-3 0,19-41 0,-28 49 0,0 0 0,1 0 0,1 1 0,1 0 0,0 0 0,0 1 0,2 1 0,16-16 0,-1 10 0,0 2 0,1 1 0,1 2 0,0 0 0,31-8 0,52-24 0,-110 45 0,0-1 0,0 1 0,0-1 0,-1 0 0,1 0 0,0 0 0,0 0 0,-1 0 0,1-1 0,-1 1 0,1 0 0,-1-1 0,1 1 0,-1-1 0,0 0 0,0 1 0,0-1 0,1-2 0,-2 4 0,0-1 0,0 1 0,0-1 0,0 1 0,0-1 0,-1 1 0,1-1 0,0 1 0,0-1 0,-1 1 0,1-1 0,0 1 0,-1-1 0,1 1 0,-1-1 0,1 1 0,0 0 0,-1-1 0,1 1 0,-1 0 0,1-1 0,-1 1 0,0 0 0,-26-10 0,-18 1 0,0 2 0,-52-1 0,-101 5 0,134 3 0,1 1 0,25 0 0,0-1 0,-50-8 0,83 6 0,8 0 0,18-2 0,34 0 0,801 1 0,-439 5 0,-384-3 0,-23 0 0,1 0 0,0 1 0,-1 1 0,1-1 0,-1 2 0,19 3 0,-29-5 0,1 0 0,-1 1 0,1-1 0,-1 0 0,1 0 0,-1 0 0,1 1 0,-1-1 0,1 0 0,-1 0 0,1 1 0,-1-1 0,1 0 0,-1 1 0,0-1 0,1 1 0,-1-1 0,0 1 0,1-1 0,-1 1 0,0-1 0,1 1 0,-1-1 0,0 1 0,0-1 0,0 1 0,1-1 0,-1 1 0,0-1 0,0 1 0,0-1 0,0 1 0,0 0 0,0-1 0,0 1 0,0-1 0,0 1 0,-1-1 0,1 1 0,0 0 0,0-1 0,0 1 0,-1-1 0,1 1 0,0-1 0,0 1 0,-1-1 0,1 0 0,0 1 0,-1-1 0,1 1 0,-1-1 0,1 0 0,-1 1 0,1-1 0,-1 0 0,0 1 0,-30 19 0,-31 5-1365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36.9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312 444 24575,'11'198'0,"0"-5"0,-13-42 0,4 121 0,1-257 0,7-31 0,42-138 0,-34 95 0,28-64 0,-44 117 0,1 0 0,0 1 0,0-1 0,1 1 0,0 0 0,0 0 0,0 0 0,0 1 0,1-1 0,0 1 0,0 0 0,0 0 0,0 1 0,0-1 0,1 1 0,0 1 0,0-1 0,-1 1 0,1 0 0,1 0 0,-1 0 0,0 1 0,0 0 0,1 0 0,-1 1 0,9 0 0,277 7 0,-56 2 0,490-10 0,-723 1 0,-5-2 0,-13-2 0,-28-6 0,-476-56 0,-4 42 0,65 5 0,368 13 0,-110-23 0,187 26 0,14 0 0,28 1 0,614-2 17,-365 6-198,1675-1 345,-2049 3-164,-129 22 0,200-21 0,-1 1 0,1 1 0,0 1 0,1 2 0,0 0 0,1 2 0,0 0 0,0 1 0,2 2 0,-1 0 0,2 1 0,0 2 0,1 0 0,1 0 0,-16 23 0,28-32 0,0 0 0,1 0 0,0 1 0,0-1 0,1 1 0,-4 14 0,7-20 0,0 0 0,0 0 0,0 1 0,1-1 0,0 0 0,-1 0 0,1 0 0,1 1 0,-1-1 0,0 0 0,1 0 0,0 0 0,0 0 0,1 0 0,-1 0 0,1 0 0,-1 0 0,5 6 0,-4-8 0,1 0 0,0 1 0,-1-1 0,1 0 0,0-1 0,0 1 0,0 0 0,0-1 0,1 0 0,-1 1 0,0-1 0,1-1 0,-1 1 0,0 0 0,1-1 0,-1 0 0,7 0 0,-2 1 0,25 1 0,0-1 0,-1-1 0,1-2 0,48-10 0,-18-1 0,81-29 0,-116 32 0,1-2 0,-1-2 0,-1 0 0,-1-2 0,0 0 0,-1-2 0,36-34 0,3-10 0,67-89 0,-121 139 0,402-507 0,-326 412 0,-79 100 0,0 0 0,1 0 0,0 1 0,13-9 0,-21 14 0,1 0 0,0 1 0,0-1 0,0 0 0,0 1 0,0-1 0,0 1 0,0-1 0,0 1 0,0 0 0,0-1 0,1 1 0,-1 0 0,0 0 0,0 0 0,0-1 0,0 1 0,0 0 0,1 1 0,-1-1 0,0 0 0,0 0 0,0 0 0,0 1 0,0-1 0,0 1 0,0-1 0,0 1 0,0-1 0,0 1 0,0-1 0,0 1 0,0 0 0,0 0 0,0-1 0,-1 1 0,1 0 0,0 0 0,0 0 0,-1 0 0,1 0 0,-1 0 0,1 0 0,0 1 0,0 3 0,0 0 0,0 0 0,-1 0 0,1 0 0,-1 0 0,0 0 0,0 0 0,-1 0 0,0 0 0,0 0 0,-1 5 0,-21 59 0,22-65 0,-25 60 0,-3-2 0,-45 73 0,-89 110 0,160-241 0,0 1 0,1-1 0,0 0 0,0 1 0,0-1 0,1 1 0,-1-1 0,1 1 0,0 0 0,1-1 0,-1 1 0,1 0 0,0 0 0,0 0 0,0-1 0,2 10 0,-1-11 0,0 0 0,0 0 0,0 0 0,0-1 0,0 1 0,1 0 0,-1 0 0,1-1 0,0 1 0,-1-1 0,1 1 0,0-1 0,1 0 0,-1 0 0,0 0 0,1 0 0,-1 0 0,1-1 0,-1 1 0,1-1 0,0 1 0,0-1 0,0 0 0,0 0 0,0 0 0,5 0 0,4 0 0,0 0 0,0-1 0,0 0 0,0-1 0,0 0 0,0-1 0,0-1 0,15-4 0,11-7 0,41-21 0,-10 4 0,-47 22 0,53-18 0,-68 25 0,0 0 0,0 1 0,0-1 0,1 2 0,-1-1 0,0 1 0,1 0 0,8 1 0,-14 0 0,1 0 0,-1 0 0,0 0 0,0 0 0,1 0 0,-1 1 0,0-1 0,0 0 0,0 1 0,-1 0 0,1-1 0,0 1 0,0 0 0,-1 0 0,0 0 0,1 0 0,-1 0 0,0 0 0,0 0 0,0 1 0,0-1 0,0 0 0,1 5 0,1 6 0,-1 0 0,0 0 0,1 15 0,-3-20 0,4 35 0,-2-1 0,-2 0 0,-8 62 0,7-100 0,0 0 0,-1 1 0,1-1 0,-1 0 0,1 0 0,-1 0 0,0 0 0,-1 0 0,1 0 0,-1-1 0,1 1 0,-1-1 0,0 0 0,-7 6 0,4-5 0,-1 1 0,1-1 0,-1 0 0,-1-1 0,1 0 0,0 0 0,-14 3 0,-5 0 0,-1-2 0,1-1 0,-49-1 0,-89-5 0,-208 8 0,51 5-522,277-10-321,-29-1-5983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41.7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2578 0 24575,'0'7'0,"-2"0"0,1-1 0,-1 0 0,1 1 0,-2-1 0,1 0 0,-1 0 0,0 0 0,0 0 0,-1 0 0,1-1 0,-1 0 0,-1 0 0,1 0 0,-8 7 0,-11 15 0,-333 427 0,265-332 0,-17 23 0,85-119 0,0-1 0,-1 0 0,-30 22 0,141-130 0,-22 28 0,63-58 0,-123 109 0,-1 0 0,0-1 0,0 0 0,-1 1 0,1-1 0,2-7 0,-5 12 0,-1-1 0,0 0 0,1 0 0,-1 1 0,0-1 0,0 0 0,0 0 0,0 0 0,0 1 0,1-1 0,-2 0 0,1 0 0,0 0 0,0 1 0,0-1 0,0 0 0,0 0 0,-1 0 0,1 1 0,-1-2 0,0 1 0,0-1 0,0 1 0,0 0 0,0 1 0,-1-1 0,1 0 0,0 0 0,0 0 0,-1 1 0,1-1 0,-1 1 0,1-1 0,0 1 0,-1-1 0,-2 1 0,-48-8 0,0 3 0,-86 3 0,60 2 0,-580-3 0,392 4 0,-6 11 0,8 0 0,196-12-455,1-3 0,-70-13 0,79 6-6371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47.2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88 0 24575,'-1'50'0,"-3"-1"0,-2 0 0,-2 0 0,-3 0 0,-24 72 0,22-91 0,13-30 0,0 0 0,0 0 0,0 0 0,0-1 0,0 1 0,-1 0 0,1 0 0,0 0 0,0 0 0,0-1 0,0 1 0,0 0 0,-1 0 0,1 0 0,0 0 0,0 0 0,0-1 0,0 1 0,-1 0 0,1 0 0,0 0 0,0 0 0,0 0 0,-1 0 0,1 0 0,0 0 0,0 0 0,0 0 0,-1 0 0,1 0 0,0 0 0,0 0 0,-1 0 0,1 0 0,0 0 0,0 0 0,0 0 0,-1 0 0,1 0 0,0 0 0,0 0 0,0 1 0,-1-1 0,1 0 0,0 0 0,0 0 0,0 0 0,0 0 0,0 1 0,-1-1 0,1 0 0,0 0 0,0 0 0,0 1 0,0-28 0,3 3 0,1 0 0,1 0 0,2 1 0,0-1 0,17-37 0,-20 52 0,1 1 0,0 0 0,0 0 0,0 1 0,1 0 0,0 0 0,0 0 0,1 0 0,0 1 0,0 0 0,0 1 0,1 0 0,0 0 0,0 0 0,0 1 0,0 0 0,1 1 0,15-5 0,9 2 0,-1 1 0,1 2 0,39 1 0,104 10 0,-9 1 0,201-10 0,706 29 0,-1012-25 0,-38-2 0,0 0 0,0 1 0,-1 2 0,1 0 0,32 11 0,-51-13 0,-1 0 0,0 0 0,0 0 0,0 1 0,0-1 0,0 1 0,-1 0 0,1 0 0,-1 0 0,0 1 0,0-1 0,0 1 0,0-1 0,3 9 0,-2-5 0,-1 0 0,-1 0 0,1 1 0,-1-1 0,-1 1 0,1 0 0,-2-1 0,1 10 0,-1 11 0,-2 0 0,-1-1 0,-13 50 0,15-70 0,-3 7 0,-7 41 0,11-53 0,0-1 0,-1 1 0,1-1 0,0 1 0,0-1 0,0 1 0,0-1 0,0 1 0,1-1 0,-1 1 0,0-1 0,1 1 0,-1-1 0,1 1 0,-1-1 0,1 0 0,0 1 0,0-1 0,0 0 0,-1 1 0,1-1 0,0 0 0,1 0 0,-1 0 0,0 0 0,0 0 0,2 1 0,-1-1 0,-1-1 0,0 0 0,1 0 0,-1 0 0,1 0 0,-1 0 0,0 0 0,1 0 0,-1 0 0,0 0 0,1-1 0,-1 1 0,0 0 0,1-1 0,-1 0 0,0 1 0,0-1 0,0 0 0,2 0 0,22-20 0,12-17 0,-1 0 0,44-67 0,-70 89 0,-1 0 0,0-1 0,11-35 0,-13 31 0,2 1 0,10-19 0,-19 37 0,1 1 0,-1 0 0,1 0 0,-1 0 0,1 0 0,0 0 0,-1 0 0,1 0 0,0 0 0,0 0 0,0 0 0,0 0 0,0 0 0,0 0 0,0 1 0,0-1 0,0 0 0,0 1 0,0-1 0,0 1 0,0-1 0,2 1 0,-2 0 0,0 0 0,0 1 0,0 0 0,-1-1 0,1 1 0,0-1 0,-1 1 0,1 0 0,0-1 0,-1 1 0,1 0 0,-1 0 0,1-1 0,-1 1 0,1 0 0,-1 0 0,0 0 0,1 0 0,-1 0 0,0 0 0,1 1 0,1 10 0,0 1 0,2 23 0,-6 134 0,3 33 0,10-131 0,-6-50 0,2 41 0,-7-43 0,-1-11 0,1 0 0,0-1 0,1 1 0,0 0 0,3 12 0,-4-20 0,1 0 0,-1 1 0,1-1 0,-1 0 0,1 0 0,0 1 0,-1-1 0,1 0 0,0 0 0,0 0 0,0 0 0,0 0 0,0 0 0,0 0 0,0-1 0,0 1 0,0 0 0,0 0 0,0-1 0,1 1 0,-1-1 0,0 1 0,1-1 0,-1 1 0,0-1 0,1 0 0,-1 0 0,0 0 0,1 0 0,-1 0 0,0 0 0,1 0 0,-1 0 0,0 0 0,1-1 0,-1 1 0,0 0 0,0-1 0,1 1 0,-1-1 0,2 0 0,8-5 0,-1 0 0,1-1 0,-1 0 0,0-1 0,-1 0 0,0 0 0,11-13 0,20-17 0,15-11 0,-28 23 0,57-39 0,-74 58 0,1 1 0,0 0 0,0 1 0,0 0 0,1 1 0,-1 0 0,1 1 0,0 0 0,21-2 0,229 5 258,-111 3-1881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14.2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239 0 24575,'-4'1'0,"0"-1"0,0 1 0,0 0 0,0 0 0,0 1 0,0-1 0,0 1 0,0 0 0,1 0 0,-1 0 0,-4 4 0,-38 32 0,34-27 0,2-3 0,0 0 0,0 1 0,1 0 0,1 1 0,0 0 0,0 0 0,0 1 0,2 0 0,-1 0 0,1 0 0,1 1 0,0 0 0,-4 17 0,0 23 0,3-1 0,2 2 0,2-1 0,6 55 0,-2 4 0,-3 85 0,3 219 0,-1-397 0,1 0 0,1 0 0,0 0 0,2 0 0,0 0 0,1-1 0,1 0 0,0 0 0,1-1 0,1 0 0,0 0 0,20 24 0,-26-37 0,1 0 0,-1 0 0,0 0 0,1 0 0,0-1 0,-1 0 0,1 0 0,0 0 0,0 0 0,0 0 0,0-1 0,7 2 0,58 7 0,-33-5 0,27 1 0,1-2 0,83-6 0,-37 0 0,-88 3 0,-9 0 0,1-1 0,26-3 0,-37 3 0,-1-1 0,1 1 0,-1-1 0,1 0 0,-1 1 0,1-1 0,-1 0 0,1 0 0,-1-1 0,0 1 0,0-1 0,1 1 0,-1-1 0,0 1 0,0-1 0,-1 0 0,1 0 0,0 0 0,-1 0 0,1 0 0,1-3 0,3-11 0,-4 11 0,0-1 0,1 1 0,0 0 0,-1 0 0,7-8 0,-7 11 0,0 0 0,0 1 0,0-1 0,1 0 0,-1 1 0,0-1 0,1 1 0,-1 0 0,1 0 0,-1 0 0,1 0 0,0 0 0,-1 0 0,1 1 0,4-1 0,22-1 0,0 1 0,32 4 0,-11-1 0,-84-21 0,0-1 0,-47-39 0,81 59 8,0 0-1,0 0 1,-1 0-1,1 0 1,0 0 0,0 0-1,-1-1 1,1 1-1,0 0 1,0 0-1,0 0 1,-1 0-1,1 0 1,0-1 0,0 1-1,0 0 1,0 0-1,-1 0 1,1-1-1,0 1 1,0 0-1,0 0 1,0 0-1,0-1 1,0 1 0,0 0-1,0 0 1,0-1-1,0 1 1,0 0-1,0 0 1,0-1-1,0 1 1,0 0 0,0 0-1,0-1 1,0 1-1,0 0 1,0 0-1,0-1 1,0 1-1,0 0 1,0 0-1,1-1 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1.6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 0 24575,'-11'40'0,"1"0"0,2 1 0,2 0 0,1 0 0,3 75 0,0-85 0,0 1 0,-8 35 0,3-32 0,-1 45 0,8 185 0,1-124 0,-1-130 0,1 0 0,1-1 0,0 1 0,0-1 0,1 1 0,1-1 0,-1 0 0,2 0 0,-1 0 0,1-1 0,1 1 0,0-1 0,0-1 0,1 1 0,0-1 0,0 0 0,9 7 0,16 12 0,1-1 0,1-2 0,40 21 0,-50-30 0,-8-7 0,0 0 0,0-1 0,1 0 0,0-2 0,0 0 0,0-1 0,20 3 0,126 4 0,-105-9 0,-28 0 0,88 0 0,-116-2 0,-1 0 0,1 0 0,0 0 0,-1 0 0,1-1 0,0 1 0,-1-1 0,1 1 0,-1-1 0,1 1 0,0-1 0,-1 0 0,0 0 0,1 0 0,-1 1 0,1-2 0,-1 1 0,0 0 0,0 0 0,0 0 0,1 0 0,-1-1 0,-1 1 0,1-1 0,0 1 0,0-1 0,0 1 0,0-3 0,1-3 0,-1 0 0,0-1 0,0 1 0,-1 0 0,-1-13 0,3-29 0,-2 48 0,1-1 0,-1 0 0,1 0 0,-1 0 0,1 0 0,0 0 0,-1 1 0,1-1 0,0 0 0,0 1 0,1-1 0,-1 0 0,0 1 0,0-1 0,1 1 0,-1 0 0,1 0 0,-1-1 0,4 0 0,4-1 0,1 0 0,0 1 0,-1 0 0,1 1 0,0 0 0,0 1 0,0 0 0,0 0 0,19 4 0,12-1 0,-28-3 0,1 1 0,-1 0 0,0 1 0,1 0 0,-1 1 0,15 5 0,-25-7 0,1 1 0,0 0 0,-1-1 0,1 2 0,-1-1 0,0 0 0,1 1 0,-1-1 0,0 1 0,0 0 0,-1 0 0,1 0 0,-1 0 0,0 1 0,1-1 0,-1 1 0,-1-1 0,1 1 0,0 0 0,-1 0 0,0 0 0,0-1 0,0 1 0,0 6 0,0 5-1365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4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4.9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6.2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7.0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9.0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9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42.0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42.6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24575,'0'2'0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4:03.6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0 849 24575,'5'0'0,"1"-1"0,-1-1 0,0 1 0,0-1 0,0 0 0,-1 0 0,1 0 0,7-5 0,6-2 0,192-102 0,-32 16 0,-107 59 0,-26 13 0,1 1 0,0 3 0,51-14 0,179-55 0,-165 49 0,129-27 0,-22 26 0,301-19 0,-96 29 0,-225 14 0,-36-8 0,-13 2 0,5 2 0,47-3 0,-171 21 0,1168-50 0,1716 52 0,-1259 2 0,-1055 43 0,-287-13 0,1198 112 0,-1359-124 0,-1 8 0,283 89 0,143 57 0,-360-112 0,342 80 0,-441-109 114,-52-13-1593,-44-15-5347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4:06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24575,'4'4'0,"13"10"0,16 9 0,6 2 0,1-3 0,-7-3 0,-5-3 0,-3-5 0,-5 0 0,-7 2 0,3-2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4:08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373 1 24575,'-2'0'0,"0"1"0,0 0 0,0 0 0,0 0 0,0 0 0,0 0 0,0 0 0,1 0 0,-1 1 0,1-1 0,-3 3 0,-5 4 0,-3-1 0,-1 1 0,-21 8 0,-24 15 0,-47 31 0,97-58-124,1-1 0,-1 0 0,0 0 0,0-1 0,0 0 0,0-1-1,-1 0 1,1 0 0,0-1 0,-9 0 0,-3 0-6702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6:56.4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24575,'0'4'0,"1"1"0,-1 0 0,1-1 0,0 1 0,0 0 0,1-1 0,-1 1 0,1-1 0,0 0 0,0 0 0,1 0 0,-1 0 0,1 0 0,6 7 0,3 1 0,1 0 0,25 18 0,-32-26 0,92 64 0,3-4 0,217 99 0,-270-144 0,0-3 0,0-1 0,1-3 0,1-1 0,67 4 0,252-4 0,-301-11 0,-46 0 0,331-6 0,-247-1 0,133-25 0,-174 20 0,-4 2 0,-1-2 0,-1-4 0,76-29 0,-133 45 0,-1-1 0,0 1 0,1-1 0,-1 1 0,0-1 0,0 0 0,0 0 0,0 1 0,0-1 0,1 0 0,-1 0 0,-1 0 0,1 0 0,1-2 0,-2 3 0,0-1 0,0 0 0,-1 0 0,1 1 0,-1-1 0,1 0 0,0 0 0,-1 1 0,1-1 0,-1 0 0,1 1 0,-1-1 0,0 1 0,1-1 0,-1 1 0,0-1 0,1 1 0,-1-1 0,0 1 0,1 0 0,-1-1 0,0 1 0,0 0 0,0 0 0,1-1 0,-1 1 0,0 0 0,-1 0 0,-62-20 0,-90-16 0,83 20 0,-524-101 0,-13 47 0,-121 41 0,876 30 0,705 10-113,2 39-1838,-725-36-4176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6:58.8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24575,'0'321'0,"0"-313"0,1-1 0,-1 0 0,1 0 0,0 0 0,1 1 0,0-1 0,5 12 0,-6-16 0,1 0 0,0 0 0,0 0 0,1-1 0,-1 1 0,0 0 0,1-1 0,0 0 0,-1 0 0,1 0 0,0 0 0,0 0 0,0 0 0,1-1 0,-1 1 0,0-1 0,0 0 0,5 1 0,14 2 0,1 0 0,-1-1 0,46 0 0,74-12 0,-71 4 0,720-6 0,-493 13 0,-128-1 0,409-12 0,-548 9 0,0-1 0,39-9 0,-54 4 0,-33 1 0,-219-19 0,67 11 0,135 11 0,-171-23 0,-250-1 0,368 29-1365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7:00.2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24575,'7'0'0,"16"0"0,15 0 0,10 0 0,0 0 0,-4 0 0,-6 0 0,-4 0 0,-5 0 0,1 0 0,3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7:02.3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0 149 24575,'0'3'0,"1"1"0,-1 0 0,1 0 0,-1 0 0,1 0 0,1 0 0,-1-1 0,0 1 0,1 0 0,0-1 0,0 1 0,0-1 0,0 0 0,3 4 0,3 2 0,1 0 0,0-1 0,16 11 0,17 9 0,1-1 0,2-3 0,0-1 0,2-3 0,0-1 0,1-3 0,71 15 0,12-7 0,218 14 0,484-12 0,-831-26 0,35-1 0,44-6 0,-72 6 0,0-1 0,0 0 0,0-1 0,0 1 0,-1-2 0,1 1 0,-1-1 0,0-1 0,0 1 0,8-7 0,-14 10 0,-1 0 0,1 0 0,-1-1 0,0 1 0,1 0 0,-1-1 0,0 1 0,0-1 0,0 1 0,0-1 0,0 1 0,0-1 0,0 0 0,0 0 0,-1 1 0,1-1 0,-1 0 0,1 0 0,-1 0 0,0 1 0,0-1 0,0 0 0,0 0 0,0 0 0,0 0 0,0 0 0,0 0 0,-1 1 0,0-3 0,-1 0 0,-1 0 0,1-1 0,-1 2 0,0-1 0,0 0 0,-1 0 0,1 1 0,-1 0 0,1 0 0,-1 0 0,-8-5 0,-26-14 0,0 2 0,-70-27 0,-91-19 0,147 50 0,-549-160 0,562 166 79,-2 2 0,1 1-1,-57-1 1,-116 11-686,123 0-466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17.3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24575,'3'1'0,"0"0"0,1-1 0,-1 1 0,0 0 0,1 1 0,-1-1 0,0 1 0,0-1 0,0 1 0,0 0 0,-1 0 0,1 0 0,0 0 0,-1 1 0,1-1 0,-1 1 0,0 0 0,3 4 0,3 5 0,0 0 0,-1 1 0,6 13 0,-4-3 0,-1 0 0,-1 1 0,9 48 0,-1 75 0,-13-102 0,3 0 0,20 88 0,-23-126 0,0 1 0,1-1 0,0 0 0,0 0 0,1 0 0,0 0 0,0 0 0,1-1 0,-1 1 0,2-1 0,-1-1 0,0 1 0,8 5 0,-10-9 0,1 0 0,0 0 0,0 0 0,0 0 0,0-1 0,0 0 0,0 1 0,0-1 0,0-1 0,1 1 0,-1-1 0,0 0 0,1 0 0,-1 0 0,0 0 0,0-1 0,1 1 0,-1-1 0,0 0 0,0-1 0,0 1 0,0-1 0,0 0 0,5-2 0,-1-1 0,0 0 0,-1 0 0,1 0 0,-1-1 0,0-1 0,0 1 0,-1-1 0,10-13 0,0-3 0,19-41 0,-28 49 0,0 0 0,1 0 0,1 1 0,1 0 0,0 0 0,0 1 0,2 1 0,16-16 0,-1 10 0,0 2 0,1 1 0,1 2 0,0 0 0,31-8 0,52-24 0,-110 45 0,0-1 0,0 1 0,0-1 0,-1 0 0,1 0 0,0 0 0,0 0 0,-1 0 0,1-1 0,-1 1 0,1 0 0,-1-1 0,1 1 0,-1-1 0,0 0 0,0 1 0,0-1 0,1-2 0,-2 4 0,0-1 0,0 1 0,0-1 0,0 1 0,0-1 0,-1 1 0,1-1 0,0 1 0,0-1 0,-1 1 0,1-1 0,0 1 0,-1-1 0,1 1 0,-1-1 0,1 1 0,0 0 0,-1-1 0,1 1 0,-1 0 0,1-1 0,-1 1 0,0 0 0,-26-10 0,-18 1 0,0 2 0,-52-1 0,-101 5 0,134 3 0,1 1 0,25 0 0,0-1 0,-50-8 0,83 6 0,8 0 0,18-2 0,34 0 0,801 1 0,-439 5 0,-384-3 0,-23 0 0,1 0 0,0 1 0,-1 1 0,1-1 0,-1 2 0,19 3 0,-29-5 0,1 0 0,-1 1 0,1-1 0,-1 0 0,1 0 0,-1 0 0,1 1 0,-1-1 0,1 0 0,-1 0 0,1 1 0,-1-1 0,1 0 0,-1 1 0,0-1 0,1 1 0,-1-1 0,0 1 0,1-1 0,-1 1 0,0-1 0,1 1 0,-1-1 0,0 1 0,0-1 0,0 1 0,1-1 0,-1 1 0,0-1 0,0 1 0,0-1 0,0 1 0,0 0 0,0-1 0,0 1 0,0-1 0,0 1 0,-1-1 0,1 1 0,0 0 0,0-1 0,0 1 0,-1-1 0,1 1 0,0-1 0,0 1 0,-1-1 0,1 0 0,0 1 0,-1-1 0,1 1 0,-1-1 0,1 0 0,-1 1 0,1-1 0,-1 0 0,0 1 0,-30 19 0,-31 5-1365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36.9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312 444 24575,'11'198'0,"0"-5"0,-13-42 0,4 121 0,1-257 0,7-31 0,42-138 0,-34 95 0,28-64 0,-44 117 0,1 0 0,0 1 0,0-1 0,1 1 0,0 0 0,0 0 0,0 0 0,0 1 0,1-1 0,0 1 0,0 0 0,0 0 0,0 1 0,0-1 0,1 1 0,0 1 0,0-1 0,-1 1 0,1 0 0,1 0 0,-1 0 0,0 1 0,0 0 0,1 0 0,-1 1 0,9 0 0,277 7 0,-56 2 0,490-10 0,-723 1 0,-5-2 0,-13-2 0,-28-6 0,-476-56 0,-4 42 0,65 5 0,368 13 0,-110-23 0,187 26 0,14 0 0,28 1 0,614-2 17,-365 6-198,1675-1 345,-2049 3-164,-129 22 0,200-21 0,-1 1 0,1 1 0,0 1 0,1 2 0,0 0 0,1 2 0,0 0 0,0 1 0,2 2 0,-1 0 0,2 1 0,0 2 0,1 0 0,1 0 0,-16 23 0,28-32 0,0 0 0,1 0 0,0 1 0,0-1 0,1 1 0,-4 14 0,7-20 0,0 0 0,0 0 0,0 1 0,1-1 0,0 0 0,-1 0 0,1 0 0,1 1 0,-1-1 0,0 0 0,1 0 0,0 0 0,0 0 0,1 0 0,-1 0 0,1 0 0,-1 0 0,5 6 0,-4-8 0,1 0 0,0 1 0,-1-1 0,1 0 0,0-1 0,0 1 0,0 0 0,0-1 0,1 0 0,-1 1 0,0-1 0,1-1 0,-1 1 0,0 0 0,1-1 0,-1 0 0,7 0 0,-2 1 0,25 1 0,0-1 0,-1-1 0,1-2 0,48-10 0,-18-1 0,81-29 0,-116 32 0,1-2 0,-1-2 0,-1 0 0,-1-2 0,0 0 0,-1-2 0,36-34 0,3-10 0,67-89 0,-121 139 0,402-507 0,-326 412 0,-79 100 0,0 0 0,1 0 0,0 1 0,13-9 0,-21 14 0,1 0 0,0 1 0,0-1 0,0 0 0,0 1 0,0-1 0,0 1 0,0-1 0,0 1 0,0 0 0,0-1 0,1 1 0,-1 0 0,0 0 0,0 0 0,0-1 0,0 1 0,0 0 0,1 1 0,-1-1 0,0 0 0,0 0 0,0 0 0,0 1 0,0-1 0,0 1 0,0-1 0,0 1 0,0-1 0,0 1 0,0-1 0,0 1 0,0 0 0,0 0 0,0-1 0,-1 1 0,1 0 0,0 0 0,0 0 0,-1 0 0,1 0 0,-1 0 0,1 0 0,0 1 0,0 3 0,0 0 0,0 0 0,-1 0 0,1 0 0,-1 0 0,0 0 0,0 0 0,-1 0 0,0 0 0,0 0 0,-1 5 0,-21 59 0,22-65 0,-25 60 0,-3-2 0,-45 73 0,-89 110 0,160-241 0,0 1 0,1-1 0,0 0 0,0 1 0,0-1 0,1 1 0,-1-1 0,1 1 0,0 0 0,1-1 0,-1 1 0,1 0 0,0 0 0,0 0 0,0-1 0,2 10 0,-1-11 0,0 0 0,0 0 0,0 0 0,0-1 0,0 1 0,1 0 0,-1 0 0,1-1 0,0 1 0,-1-1 0,1 1 0,0-1 0,1 0 0,-1 0 0,0 0 0,1 0 0,-1 0 0,1-1 0,-1 1 0,1-1 0,0 1 0,0-1 0,0 0 0,0 0 0,0 0 0,5 0 0,4 0 0,0 0 0,0-1 0,0 0 0,0-1 0,0 0 0,0-1 0,0-1 0,15-4 0,11-7 0,41-21 0,-10 4 0,-47 22 0,53-18 0,-68 25 0,0 0 0,0 1 0,0-1 0,1 2 0,-1-1 0,0 1 0,1 0 0,8 1 0,-14 0 0,1 0 0,-1 0 0,0 0 0,0 0 0,1 0 0,-1 1 0,0-1 0,0 0 0,0 1 0,-1 0 0,1-1 0,0 1 0,0 0 0,-1 0 0,0 0 0,1 0 0,-1 0 0,0 0 0,0 0 0,0 1 0,0-1 0,0 0 0,1 5 0,1 6 0,-1 0 0,0 0 0,1 15 0,-3-20 0,4 35 0,-2-1 0,-2 0 0,-8 62 0,7-100 0,0 0 0,-1 1 0,1-1 0,-1 0 0,1 0 0,-1 0 0,0 0 0,-1 0 0,1 0 0,-1-1 0,1 1 0,-1-1 0,0 0 0,-7 6 0,4-5 0,-1 1 0,1-1 0,-1 0 0,-1-1 0,1 0 0,0 0 0,-14 3 0,-5 0 0,-1-2 0,1-1 0,-49-1 0,-89-5 0,-208 8 0,51 5-522,277-10-321,-29-1-5983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41.7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2578 0 24575,'0'7'0,"-2"0"0,1-1 0,-1 0 0,1 1 0,-2-1 0,1 0 0,-1 0 0,0 0 0,0 0 0,-1 0 0,1-1 0,-1 0 0,-1 0 0,1 0 0,-8 7 0,-11 15 0,-333 427 0,265-332 0,-17 23 0,85-119 0,0-1 0,-1 0 0,-30 22 0,141-130 0,-22 28 0,63-58 0,-123 109 0,-1 0 0,0-1 0,0 0 0,-1 1 0,1-1 0,2-7 0,-5 12 0,-1-1 0,0 0 0,1 0 0,-1 1 0,0-1 0,0 0 0,0 0 0,0 0 0,0 1 0,1-1 0,-2 0 0,1 0 0,0 0 0,0 1 0,0-1 0,0 0 0,0 0 0,-1 0 0,1 1 0,-1-2 0,0 1 0,0-1 0,0 1 0,0 0 0,0 1 0,-1-1 0,1 0 0,0 0 0,0 0 0,-1 1 0,1-1 0,-1 1 0,1-1 0,0 1 0,-1-1 0,-2 1 0,-48-8 0,0 3 0,-86 3 0,60 2 0,-580-3 0,392 4 0,-6 11 0,8 0 0,196-12-455,1-3 0,-70-13 0,79 6-6371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47.2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88 0 24575,'-1'50'0,"-3"-1"0,-2 0 0,-2 0 0,-3 0 0,-24 72 0,22-91 0,13-30 0,0 0 0,0 0 0,0 0 0,0-1 0,0 1 0,-1 0 0,1 0 0,0 0 0,0 0 0,0-1 0,0 1 0,0 0 0,-1 0 0,1 0 0,0 0 0,0 0 0,0-1 0,0 1 0,-1 0 0,1 0 0,0 0 0,0 0 0,0 0 0,-1 0 0,1 0 0,0 0 0,0 0 0,0 0 0,-1 0 0,1 0 0,0 0 0,0 0 0,-1 0 0,1 0 0,0 0 0,0 0 0,0 0 0,-1 0 0,1 0 0,0 0 0,0 0 0,0 1 0,-1-1 0,1 0 0,0 0 0,0 0 0,0 0 0,0 0 0,0 1 0,-1-1 0,1 0 0,0 0 0,0 0 0,0 1 0,0-28 0,3 3 0,1 0 0,1 0 0,2 1 0,0-1 0,17-37 0,-20 52 0,1 1 0,0 0 0,0 0 0,0 1 0,1 0 0,0 0 0,0 0 0,1 0 0,0 1 0,0 0 0,0 1 0,1 0 0,0 0 0,0 0 0,0 1 0,0 0 0,1 1 0,15-5 0,9 2 0,-1 1 0,1 2 0,39 1 0,104 10 0,-9 1 0,201-10 0,706 29 0,-1012-25 0,-38-2 0,0 0 0,0 1 0,-1 2 0,1 0 0,32 11 0,-51-13 0,-1 0 0,0 0 0,0 0 0,0 1 0,0-1 0,0 1 0,-1 0 0,1 0 0,-1 0 0,0 1 0,0-1 0,0 1 0,0-1 0,3 9 0,-2-5 0,-1 0 0,-1 0 0,1 1 0,-1-1 0,-1 1 0,1 0 0,-2-1 0,1 10 0,-1 11 0,-2 0 0,-1-1 0,-13 50 0,15-70 0,-3 7 0,-7 41 0,11-53 0,0-1 0,-1 1 0,1-1 0,0 1 0,0-1 0,0 1 0,0-1 0,0 1 0,1-1 0,-1 1 0,0-1 0,1 1 0,-1-1 0,1 1 0,-1-1 0,1 0 0,0 1 0,0-1 0,0 0 0,-1 1 0,1-1 0,0 0 0,1 0 0,-1 0 0,0 0 0,0 0 0,2 1 0,-1-1 0,-1-1 0,0 0 0,1 0 0,-1 0 0,1 0 0,-1 0 0,0 0 0,1 0 0,-1 0 0,0 0 0,1-1 0,-1 1 0,0 0 0,1-1 0,-1 0 0,0 1 0,0-1 0,0 0 0,2 0 0,22-20 0,12-17 0,-1 0 0,44-67 0,-70 89 0,-1 0 0,0-1 0,11-35 0,-13 31 0,2 1 0,10-19 0,-19 37 0,1 1 0,-1 0 0,1 0 0,-1 0 0,1 0 0,0 0 0,-1 0 0,1 0 0,0 0 0,0 0 0,0 0 0,0 0 0,0 0 0,0 0 0,0 1 0,0-1 0,0 0 0,0 1 0,0-1 0,0 1 0,0-1 0,2 1 0,-2 0 0,0 0 0,0 1 0,0 0 0,-1-1 0,1 1 0,0-1 0,-1 1 0,1 0 0,0-1 0,-1 1 0,1 0 0,-1 0 0,1-1 0,-1 1 0,1 0 0,-1 0 0,0 0 0,1 0 0,-1 0 0,0 0 0,1 1 0,1 10 0,0 1 0,2 23 0,-6 134 0,3 33 0,10-131 0,-6-50 0,2 41 0,-7-43 0,-1-11 0,1 0 0,0-1 0,1 1 0,0 0 0,3 12 0,-4-20 0,1 0 0,-1 1 0,1-1 0,-1 0 0,1 0 0,0 1 0,-1-1 0,1 0 0,0 0 0,0 0 0,0 0 0,0 0 0,0 0 0,0 0 0,0-1 0,0 1 0,0 0 0,0 0 0,0-1 0,1 1 0,-1-1 0,0 1 0,1-1 0,-1 1 0,0-1 0,1 0 0,-1 0 0,0 0 0,1 0 0,-1 0 0,0 0 0,1 0 0,-1 0 0,0 0 0,1-1 0,-1 1 0,0 0 0,0-1 0,1 1 0,-1-1 0,2 0 0,8-5 0,-1 0 0,1-1 0,-1 0 0,0-1 0,-1 0 0,0 0 0,11-13 0,20-17 0,15-11 0,-28 23 0,57-39 0,-74 58 0,1 1 0,0 0 0,0 1 0,0 0 0,1 1 0,-1 0 0,1 1 0,0 0 0,21-2 0,229 5 258,-111 3-1881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14.2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239 0 24575,'-4'1'0,"0"-1"0,0 1 0,0 0 0,0 0 0,0 1 0,0-1 0,0 1 0,0 0 0,1 0 0,-1 0 0,-4 4 0,-38 32 0,34-27 0,2-3 0,0 0 0,0 1 0,1 0 0,1 1 0,0 0 0,0 0 0,0 1 0,2 0 0,-1 0 0,1 0 0,1 1 0,0 0 0,-4 17 0,0 23 0,3-1 0,2 2 0,2-1 0,6 55 0,-2 4 0,-3 85 0,3 219 0,-1-397 0,1 0 0,1 0 0,0 0 0,2 0 0,0 0 0,1-1 0,1 0 0,0 0 0,1-1 0,1 0 0,0 0 0,20 24 0,-26-37 0,1 0 0,-1 0 0,0 0 0,1 0 0,0-1 0,-1 0 0,1 0 0,0 0 0,0 0 0,0 0 0,0-1 0,7 2 0,58 7 0,-33-5 0,27 1 0,1-2 0,83-6 0,-37 0 0,-88 3 0,-9 0 0,1-1 0,26-3 0,-37 3 0,-1-1 0,1 1 0,-1-1 0,1 0 0,-1 1 0,1-1 0,-1 0 0,1 0 0,-1-1 0,0 1 0,0-1 0,1 1 0,-1-1 0,0 1 0,0-1 0,-1 0 0,1 0 0,0 0 0,-1 0 0,1 0 0,1-3 0,3-11 0,-4 11 0,0-1 0,1 1 0,0 0 0,-1 0 0,7-8 0,-7 11 0,0 0 0,0 1 0,0-1 0,1 0 0,-1 1 0,0-1 0,1 1 0,-1 0 0,1 0 0,-1 0 0,1 0 0,0 0 0,-1 0 0,1 1 0,4-1 0,22-1 0,0 1 0,32 4 0,-11-1 0,-84-21 0,0-1 0,-47-39 0,81 59 8,0 0-1,0 0 1,-1 0-1,1 0 1,0 0 0,0 0-1,-1-1 1,1 1-1,0 0 1,0 0-1,0 0 1,-1 0-1,1 0 1,0-1 0,0 1-1,0 0 1,0 0-1,-1 0 1,1-1-1,0 1 1,0 0-1,0 0 1,0 0-1,0-1 1,0 1 0,0 0-1,0 0 1,0-1-1,0 1 1,0 0-1,0 0 1,0-1-1,0 1 1,0 0 0,0 0-1,0-1 1,0 1-1,0 0 1,0 0-1,0-1 1,0 1-1,0 0 1,0 0-1,1-1 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1.6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 0 24575,'-11'40'0,"1"0"0,2 1 0,2 0 0,1 0 0,3 75 0,0-85 0,0 1 0,-8 35 0,3-32 0,-1 45 0,8 185 0,1-124 0,-1-130 0,1 0 0,1-1 0,0 1 0,0-1 0,1 1 0,1-1 0,-1 0 0,2 0 0,-1 0 0,1-1 0,1 1 0,0-1 0,0-1 0,1 1 0,0-1 0,0 0 0,9 7 0,16 12 0,1-1 0,1-2 0,40 21 0,-50-30 0,-8-7 0,0 0 0,0-1 0,1 0 0,0-2 0,0 0 0,0-1 0,20 3 0,126 4 0,-105-9 0,-28 0 0,88 0 0,-116-2 0,-1 0 0,1 0 0,0 0 0,-1 0 0,1-1 0,0 1 0,-1-1 0,1 1 0,-1-1 0,1 1 0,0-1 0,-1 0 0,0 0 0,1 0 0,-1 1 0,1-2 0,-1 1 0,0 0 0,0 0 0,0 0 0,1 0 0,-1-1 0,-1 1 0,1-1 0,0 1 0,0-1 0,0 1 0,0-3 0,1-3 0,-1 0 0,0-1 0,0 1 0,-1 0 0,-1-13 0,3-29 0,-2 48 0,1-1 0,-1 0 0,1 0 0,-1 0 0,1 0 0,0 0 0,-1 1 0,1-1 0,0 0 0,0 1 0,1-1 0,-1 0 0,0 1 0,0-1 0,1 1 0,-1 0 0,1 0 0,-1-1 0,4 0 0,4-1 0,1 0 0,0 1 0,-1 0 0,1 1 0,0 0 0,0 1 0,0 0 0,0 0 0,19 4 0,12-1 0,-28-3 0,1 1 0,-1 0 0,0 1 0,1 0 0,-1 1 0,15 5 0,-25-7 0,1 1 0,0 0 0,-1-1 0,1 2 0,-1-1 0,0 0 0,1 1 0,-1-1 0,0 1 0,0 0 0,-1 0 0,1 0 0,-1 0 0,0 1 0,1-1 0,-1 1 0,-1-1 0,1 1 0,0 0 0,-1 0 0,0 0 0,0-1 0,0 1 0,0 6 0,0 5-1365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4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4.9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6.2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7.0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9.0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9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42.0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42.6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24575,'0'2'0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1:08:13.8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1350 0 24575,'-4'1'0,"-1"0"0,1 0 0,0 0 0,-1 0 0,1 0 0,0 1 0,0 0 0,-5 3 0,-14 5 0,-23 4 0,-1-1 0,-63 7 0,-98 3 0,162-19 0,-98 8 0,-436 49 0,504-48 0,50-3 0,26-10 0,0 0 0,0 1 0,0-1 0,0 0 0,0 0 0,0 1 0,0-1 0,0 0 0,0 0 0,0 1 0,0-1 0,0 0 0,0 0 0,0 1 0,0-1 0,0 0 0,0 0 0,1 0 0,-1 1 0,0-1 0,0 0 0,0 0 0,0 0 0,0 1 0,1-1 0,-1 0 0,0 0 0,0 0 0,0 0 0,0 1 0,1-1 0,-1 0 0,0 0 0,0 0 0,1 0 0,-1 0 0,0 0 0,0 0 0,1 0 0,-1 0 0,0 1 0,0-1 0,0 0 0,1 0 0,-1 0 0,1-1 0,47 9 0,396-3 0,-232-8 0,-170 1 0,1-3 0,-1-1 0,0-3 0,49-15 0,-40 9 0,1 3 0,60-6 0,63 13 0,-167 5 0,4 0 0,-10 0 0,-4 1 0,-12 1 0,-231 55 0,-113 20 0,304-70 0,40-5 0,15 0 0,24-2 0,-22 0 0,757-5 0,-703 3-682,66-9-1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1:08:15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2 506 24575,'-1'-112'0,"2"-125"0,0 219 0,1 1 0,5-28 0,-6 40 0,1 0 0,-1 0 0,1-1 0,0 1 0,0 0 0,1 1 0,0-1 0,0 0 0,0 1 0,0-1 0,0 1 0,7-5 0,-9 8 0,0 0 0,0 0 0,1 0 0,-1 0 0,0 0 0,1 1 0,-1-1 0,0 0 0,1 1 0,-1-1 0,1 1 0,0 0 0,-1 0 0,1-1 0,-1 1 0,1 0 0,-1 0 0,1 0 0,-1 1 0,1-1 0,-1 0 0,1 1 0,-1-1 0,1 1 0,-1-1 0,1 1 0,-1-1 0,1 1 0,-1 0 0,0 0 0,0 0 0,1 0 0,-1 0 0,1 1 0,4 4 0,-1 0 0,0 0 0,0 1 0,0-1 0,4 10 0,7 14 86,-2 1-1,-1 0 0,17 65 1,9 104-1793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1:08:20.6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99 214 24575,'-6'-1'0,"0"0"0,1 0 0,-1 0 0,1-1 0,-1 0 0,1 0 0,0-1 0,-1 1 0,1-1 0,0 0 0,1 0 0,-10-8 0,12 7 0,-1-1 0,1 1 0,-1-1 0,1 1 0,0-1 0,1 0 0,-1 0 0,1 0 0,0 0 0,0 0 0,1 0 0,-1 0 0,1 0 0,0 0 0,1 0 0,0-7 0,0 7 0,0-1 0,0 0 0,0 0 0,1 1 0,0-1 0,0 1 0,0 0 0,1-1 0,0 1 0,0 0 0,0 1 0,0-1 0,8-7 0,-10 11 0,0 0 0,0 0 0,-1 1 0,1-1 0,0 0 0,0 1 0,0-1 0,0 1 0,0 0 0,0-1 0,0 1 0,0 0 0,0-1 0,0 1 0,1 0 0,-1 0 0,0 0 0,0 0 0,0 0 0,0 0 0,0 0 0,0 0 0,0 1 0,0-1 0,0 0 0,0 1 0,0-1 0,0 0 0,0 1 0,0 0 0,0-1 0,0 1 0,0-1 0,0 1 0,0 0 0,-1 0 0,1-1 0,0 1 0,0 0 0,-1 0 0,1 0 0,-1 0 0,1 0 0,0 2 0,3 3 0,-1 1 0,0 0 0,0 0 0,-1 0 0,3 13 0,5 47 0,-4 0 0,-2 93 0,-4-97 0,0 471-1365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1:08:23.4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0 579 24575,'12'-152'0,"-2"53"0,-8 55 0,2-1 0,3 1 0,1 0 0,17-55 0,-23 96 0,-1 0 0,1 0 0,0 0 0,0 0 0,0 0 0,0 1 0,1-1 0,-1 0 0,1 1 0,-1 0 0,1-1 0,0 1 0,0 0 0,0 1 0,0-1 0,0 0 0,0 1 0,0 0 0,1 0 0,-1 0 0,1 0 0,6-1 0,5 1 0,1 0 0,0 0 0,29 4 0,-22-1 0,5 1 0,-1 1 0,0 2 0,0 0 0,-1 2 0,0 1 0,0 1 0,-1 1 0,0 1 0,-1 2 0,-1 0 0,0 1 0,32 29 0,-47-38 0,-1 1 0,0 1 0,0-1 0,-1 1 0,0 0 0,0 0 0,-1 1 0,0 0 0,-1 0 0,0 0 0,0 0 0,-1 0 0,3 16 0,-4-16 0,-2-1 0,1 0 0,-1 0 0,0 1 0,-1-1 0,0 0 0,0 0 0,-1 0 0,0 1 0,0-2 0,-1 1 0,0 0 0,0 0 0,-1-1 0,0 0 0,-8 11 0,-12 13 0,-57 54 0,-5 6 0,75-77 0,0 0 0,1 1 0,0 0 0,2 1 0,-8 17 0,1 7 0,-11 54 0,22-81 0,2-12 0,0-27 0,2-305 259,3 134-1883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1:08:26.5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3 148 24575,'-2'-24'0,"2"12"0,-1 0 0,1 0 0,3-17 0,-3 26 0,0 1 0,1 0 0,0-1 0,-1 1 0,1 0 0,0 0 0,0-1 0,0 1 0,0 0 0,0 0 0,1 0 0,-1 0 0,1 0 0,-1 1 0,1-1 0,0 0 0,-1 1 0,1-1 0,0 1 0,0 0 0,0-1 0,4-1 0,3 0 0,-1 1 0,0 0 0,1 0 0,-1 1 0,1-1 0,-1 2 0,1-1 0,0 2 0,14 1 0,-19-2 0,0 1 0,-1 0 0,1 0 0,0 0 0,-1 1 0,1-1 0,-1 1 0,0-1 0,0 1 0,1 0 0,-1 1 0,-1-1 0,1 0 0,0 1 0,0 0 0,-1 0 0,0 0 0,1 0 0,-1 0 0,0 0 0,0 0 0,-1 0 0,1 1 0,-1-1 0,2 6 0,3 28 0,-1 1 0,-1 0 0,-2 1 0,-6 65 0,2-43 0,1-10 0,2-25 0,-1-1 0,-2 0 0,0 0 0,-10 39 0,12-62 0,-1 0 0,1 1 0,-1-1 0,0 0 0,0 1 0,0-1 0,0 0 0,-1 0 0,1 0 0,0 0 0,-1 0 0,0 0 0,1-1 0,-1 1 0,0 0 0,0-1 0,0 1 0,0-1 0,0 0 0,0 0 0,0 0 0,0 0 0,-1 0 0,1 0 0,0 0 0,-1-1 0,1 1 0,-1-1 0,1 0 0,0 0 0,-1 0 0,1 0 0,-1 0 0,1 0 0,0 0 0,-1-1 0,1 1 0,-1-1 0,1 0 0,0 0 0,0 0 0,0 0 0,-1 0 0,1 0 0,0-1 0,0 1 0,0-1 0,1 1 0,-1-1 0,0 0 0,1 0 0,-1 0 0,1 1 0,-1-2 0,-1-2 0,-17-46 341,-1-1-2047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04:20.5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24575,'3'0'0,"0"0"0,0 0 0,0 1 0,0-1 0,0 1 0,0 0 0,0 0 0,0 0 0,0 0 0,-1 1 0,1-1 0,0 1 0,-1 0 0,1-1 0,-1 1 0,0 0 0,0 0 0,1 1 0,-1-1 0,-1 0 0,1 1 0,0-1 0,-1 1 0,1 0 0,-1-1 0,0 1 0,1 0 0,-2 0 0,1 0 0,0 0 0,0 6 0,2 10 0,-1 0 0,0 0 0,-2 0 0,-2 20 0,1-15 0,2 95 0,-4 72 0,-1-168-1365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04:23.1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202 73 24575,'10'-10'0,"0"1"0,1 1 0,0 0 0,0 0 0,1 1 0,18-8 0,-26 14 0,-1 0 0,0-1 0,1 1 0,-1 1 0,1-1 0,0 0 0,-1 1 0,1 0 0,-1 0 0,1 0 0,0 0 0,6 2 0,-8-2 0,0 1 0,1 0 0,-1 1 0,0-1 0,0 0 0,0 0 0,0 1 0,-1-1 0,1 1 0,0 0 0,-1 0 0,1-1 0,-1 1 0,1 0 0,-1 0 0,0 0 0,0 0 0,0 1 0,0-1 0,0 0 0,0 5 0,3 7 0,-2 0 0,0 0 0,-1 1 0,0-1 0,-1 1 0,0-1 0,-2 1 0,1-1 0,-2 0 0,0 0 0,-9 25 0,5-19 0,-1-1 0,0 0 0,-2 0 0,-1-1 0,0 0 0,-1-1 0,-23 26 0,29-37 0,-1 0 0,-1-1 0,1 1 0,-1-1 0,0-1 0,0 1 0,0-2 0,-1 1 0,0-1 0,1 0 0,-1-1 0,-14 3 0,15-4 0,1 0 0,-1 0 0,0-1 0,1 0 0,-1 0 0,1-1 0,-1 0 0,0 0 0,1-1 0,-1 0 0,1 0 0,0 0 0,0-1 0,0-1 0,-8-4 0,13 7 0,0 0 0,0-1 0,0 0 0,0 1 0,0-1 0,0 0 0,1 0 0,-1 0 0,1 0 0,-1 0 0,1 0 0,0 0 0,0-1 0,-1-2 0,1 4 0,1 0 0,0-1 0,0 1 0,0 0 0,0-1 0,0 1 0,0 0 0,0-1 0,1 1 0,-1 0 0,0-1 0,1 1 0,-1 0 0,1 0 0,-1-1 0,1 1 0,0 0 0,-1 0 0,2-2 0,2 0 0,0-1 0,0 1 0,0 0 0,0 0 0,0 0 0,1 0 0,-1 1 0,1 0 0,0 0 0,0 0 0,0 0 0,5 0 0,19-5-682,31-13-1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04:25.4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 24575,'75'-1'0,"86"3"0,-156-2 0,1 1 0,0 0 0,-1 0 0,1 0 0,-1 1 0,1 0 0,-1 0 0,0 0 0,0 1 0,0-1 0,0 1 0,0 1 0,-1-1 0,9 8 0,-8-5 0,0 1 0,0-1 0,-1 1 0,1 0 0,-2 0 0,1 1 0,-1-1 0,0 1 0,3 11 0,0 11 0,-2 1 0,-1-1 0,-1 1 0,-3 42 0,1-65 0,0 54 0,-5 74 0,5-133 0,0 0 0,0 0 0,0 0 0,-1 0 0,0 0 0,1-1 0,-1 1 0,0 0 0,0 0 0,-1 0 0,1-1 0,-1 1 0,1-1 0,-1 1 0,0-1 0,0 0 0,0 1 0,0-1 0,-3 2 0,2-2 0,0-1 0,0 0 0,0 0 0,0 0 0,0 0 0,0 0 0,0-1 0,0 1 0,0-1 0,-1 0 0,1 0 0,0 0 0,0 0 0,0 0 0,-4-2 0,-9-2 0,0-1 0,0-1 0,1 0 0,0-1 0,-20-12 0,-79-43-1365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04:28.5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462 1 24575,'4'0'0,"0"0"0,1 0 0,-1 1 0,0-1 0,0 1 0,0 0 0,1 0 0,5 3 0,-9-3 0,0-1 0,0 1 0,0 0 0,0-1 0,0 1 0,0 0 0,0 0 0,0 0 0,-1 0 0,1 0 0,0 0 0,-1 0 0,1 0 0,-1 0 0,1 0 0,-1 1 0,0-1 0,1 0 0,-1 0 0,0 0 0,0 0 0,0 1 0,0-1 0,0 0 0,0 0 0,0 0 0,0 1 0,0-1 0,0 0 0,-1 0 0,1 0 0,-1 0 0,1 1 0,-1-1 0,0 1 0,-3 7 0,-1-1 0,0 1 0,-1-1 0,0 0 0,0 0 0,-1-1 0,0 0 0,0 0 0,-15 11 0,-19 19 0,40-36 0,0 0 0,0 0 0,0 0 0,0 0 0,1 0 0,-1-1 0,0 1 0,1 0 0,-1 1 0,0-1 0,1 0 0,-1 0 0,1 0 0,-1 0 0,1 0 0,0 1 0,0-1 0,-1 0 0,1 0 0,0 0 0,0 1 0,0-1 0,0 0 0,1 0 0,-1 0 0,0 1 0,0-1 0,1 0 0,-1 0 0,1 0 0,-1 0 0,1 1 0,-1-1 0,1 0 0,0 0 0,-1 0 0,1 0 0,1 1 0,2 4 0,-4-6 0,0 0 0,1 1 0,-1-1 0,0 0 0,0 1 0,0-1 0,0 0 0,0 1 0,0-1 0,0 0 0,0 1 0,0-1 0,0 0 0,0 1 0,0-1 0,0 0 0,0 1 0,0-1 0,0 0 0,0 0 0,-1 1 0,1-1 0,0 0 0,0 1 0,0-1 0,0 0 0,-1 0 0,1 1 0,0-1 0,0 0 0,-1 0 0,1 1 0,0-1 0,0 0 0,-1 0 0,1 0 0,0 0 0,0 1 0,-1-1 0,1 0 0,0 0 0,-1 0 0,1 0 0,0 0 0,-1 0 0,1 0 0,0 0 0,-1 0 0,1 0 0,-23 3 0,20-3 0,-154 0 0,21 0 0,127 0 0,-1 2 0,0-1 0,-13 4 0,21-4 0,1-1 0,-1 1 0,0-1 0,1 1 0,-1 0 0,1-1 0,0 1 0,-1 0 0,1 0 0,0 0 0,-1 0 0,-1 2 0,3-2 0,0 0 0,0-1 0,0 1 0,-1 0 0,1-1 0,0 1 0,0-1 0,0 1 0,0 0 0,0-1 0,0 1 0,0 0 0,0-1 0,0 1 0,0 0 0,1-1 0,-1 1 0,0 0 0,0-1 0,1 1 0,-1-1 0,0 1 0,1-1 0,-1 1 0,0 0 0,1-1 0,-1 1 0,1-1 0,-1 0 0,1 1 0,-1-1 0,2 1 0,3 3 0,0 0 0,0 0 0,1-1 0,-1 0 0,1 0 0,0 0 0,0-1 0,0 0 0,8 2 0,63 10 0,-51-10 0,-8-1 0,-1 1 0,1 1 0,-1 0 0,0 1 0,0 1 0,0 1 0,-1 0 0,0 2 0,-1-1 0,0 2 0,-1 0 0,0 0 0,16 18 0,-14-12-227,1 0-1,1-1 1,1-1-1,0-1 1,31 17-1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41:42.5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24575,'2'0'0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41:45.3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41:52.7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41:54.2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41:55.4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41:56.8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41:58.0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24575,'2'2'0,"4"1"0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42:17.5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10 117 24575,'0'0'0,"-1"0"0,1 0 0,0 0 0,-1 0 0,1 0 0,-1 0 0,1 0 0,0 0 0,-1 0 0,1 0 0,0-1 0,-1 1 0,1 0 0,0 0 0,-1 0 0,1 0 0,0-1 0,-1 1 0,1 0 0,0 0 0,0-1 0,-1 1 0,1 0 0,0-1 0,0 1 0,-1 0 0,1-1 0,0 1 0,0 0 0,0-1 0,0 1 0,0 0 0,0-1 0,-1 1 0,1 0 0,0-1 0,0 1 0,0-1 0,0 1 0,0-1 0,8-17 0,-8 18 0,1-1 0,-1 0 0,0 1 0,1-1 0,-1 1 0,1-1 0,-1 1 0,1 0 0,-1-1 0,1 1 0,-1-1 0,1 1 0,0 0 0,-1 0 0,1-1 0,-1 1 0,1 0 0,0 0 0,-1 0 0,1-1 0,0 1 0,1 0 0,-2 1 0,1-1 0,0 1 0,0-1 0,-1 1 0,1 0 0,-1-1 0,1 1 0,0 0 0,-1-1 0,1 1 0,-1 0 0,1 0 0,-1 0 0,0-1 0,1 1 0,-1 0 0,0 0 0,0 0 0,0 0 0,1 0 0,-1 0 0,0-1 0,0 1 0,0 2 0,-3 36 0,2-37 0,1 0 0,0 0 0,-1 0 0,1-1 0,-1 1 0,0 0 0,0 0 0,0 0 0,0 0 0,0-1 0,0 1 0,0 0 0,0-1 0,-1 1 0,1-1 0,-4 3 0,5-4 0,0 0 0,0 0 0,-1 0 0,1 0 0,0 0 0,0 0 0,-1 0 0,1 0 0,0 0 0,0 0 0,-1 0 0,1 0 0,0 0 0,0 0 0,-1 0 0,1 0 0,0 0 0,0 0 0,-1 0 0,1-1 0,0 1 0,0 0 0,-1 0 0,1 0 0,0 0 0,0-1 0,0 1 0,-1 0 0,1 0 0,0 0 0,0-1 0,0 1 0,0 0 0,-1 0 0,1 0 0,0-1 0,0 1 0,0 0 0,0-1 0,0 1 0,0 0 0,0 0 0,0-1 0,0 1 0,0 0 0,0 0 0,0-1 0,0 1 0,0 0 0,0 0 0,0-1 0,0 1 0,0 0 0,0 0 0,1-1 0,-1 1 0,0-1 0,4-16 0,-1 12 0,1-1 0,-1 1 0,1 1 0,0-1 0,0 0 0,1 1 0,-1 0 0,1 0 0,0 0 0,0 1 0,9-5 0,5-1 0,0 1 0,23-6 0,-19 6 0,-21 7 0,0 1 0,-1-1 0,1 1 0,-1 0 0,1 0 0,0-1 0,-1 1 0,1 0 0,0 1 0,-1-1 0,1 0 0,0 0 0,-1 1 0,1-1 0,-1 1 0,1-1 0,1 2 0,-2-2 0,-1 1 0,1-1 0,-1 1 0,1-1 0,-1 1 0,1-1 0,-1 1 0,1-1 0,-1 1 0,0 0 0,1-1 0,-1 1 0,0 0 0,1-1 0,-1 1 0,0 0 0,0-1 0,0 1 0,0 0 0,0 0 0,0-1 0,0 1 0,0 0 0,0 0 0,0-1 0,0 1 0,0 0 0,0-1 0,-1 1 0,1 0 0,0-1 0,-1 1 0,1 0 0,0-1 0,-1 1 0,1 0 0,-1-1 0,1 1 0,-1-1 0,0 1 0,3-8 0,-1 1 0,0 0 0,1 0 0,0 0 0,0 0 0,0 0 0,1 1 0,3-8 0,-5 12 0,0 0 0,0 0 0,0-1 0,0 1 0,0 0 0,0 0 0,0 0 0,0 0 0,0 0 0,1 0 0,-1 1 0,0-1 0,0 0 0,1 1 0,-1-1 0,1 1 0,-1-1 0,1 1 0,-1 0 0,3-1 0,-3 1 0,0 1 0,0-1 0,0 1 0,0-1 0,0 1 0,0-1 0,-1 1 0,1 0 0,0-1 0,0 1 0,0 0 0,-1 0 0,1 0 0,0-1 0,-1 1 0,1 0 0,-1 0 0,1 0 0,-1 0 0,0 0 0,1 2 0,2 5 0,-1 0 0,-1 1 0,1 0 0,-1-1 0,0 13 0,-1-17 0,0 1 0,0-1 0,0 1 0,-1-1 0,1 0 0,-1 1 0,0-1 0,-2 6 0,2-9 0,0 1 0,0-1 0,-1 0 0,1 0 0,0 0 0,0 0 0,0 0 0,-1 0 0,1 0 0,-1 0 0,1 0 0,-1-1 0,1 1 0,-1 0 0,1-1 0,-1 0 0,1 1 0,-1-1 0,0 0 0,1 0 0,-1 1 0,0-1 0,1-1 0,-1 1 0,-2 0 0,3 0-19,-35-1-654,-50-8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42:24.2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4 117 24575,'0'0'0,"0"0"0,-1 0 0,1 0 0,0 1 0,0-1 0,0 0 0,0 0 0,0 0 0,0 0 0,-1 0 0,1-1 0,0 1 0,0 0 0,0 0 0,0 0 0,0 0 0,0 0 0,0 0 0,0 0 0,-1 0 0,1 0 0,0 0 0,0 0 0,0 0 0,0 0 0,0 0 0,0 0 0,0-1 0,0 1 0,0 0 0,0 0 0,0 0 0,-1 0 0,1 0 0,0 0 0,0 0 0,0 0 0,0-1 0,0 1 0,0 0 0,0 0 0,0 0 0,0 0 0,0 0 0,0 0 0,0 0 0,0-1 0,0 1 0,0 0 0,0 0 0,0 0 0,0 0 0,1 0 0,-1 0 0,0 0 0,0-1 0,0 1 0,7-9 0,9-5 0,-14 12 0,1 1 0,-1-1 0,1 0 0,-1 1 0,0-1 0,1 0 0,-1 0 0,0-1 0,0 1 0,0 0 0,-1-1 0,1 1 0,-1-1 0,1 0 0,-1 1 0,0-1 0,0 0 0,0 0 0,0 0 0,-1 0 0,1 1 0,-1-1 0,1 0 0,-1 0 0,0 0 0,-1-6 0,3-3 120,-2 12-148,0 0 1,0-1-1,0 1 1,0 0-1,0 0 1,0 0-1,0 0 1,0-1-1,0 1 1,0 0-1,0 0 1,0 0-1,0-1 1,0 1-1,1 0 1,-1 0-1,0 0 1,0 0-1,0-1 1,0 1-1,0 0 1,0 0-1,0 0 1,0 0-1,1 0 1,-1-1-1,0 1 1,0 0-1,0 0 1,0 0-1,0 0 1,1 0-1,-1 0 1,0 0-1,0 0 1,0 0-1,1-1 1,-1 1-1,0 0 1,0 0-1,0 0 1,0 0-1,1 0 1,-1 0-1,0 0 1,0 0-1,0 0 1,1 1-1,-1-1 1,0 0-1,0 0 1,0 0-1,1 0 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42:31.6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71 98 24575,'-34'43'0,"20"-23"0,0-8 0,14-12 0,-1 0 0,1 0 0,0 0 0,-1 0 0,1 0 0,0 0 0,0 0 0,-1 0 0,1 0 0,0 0 0,0 0 0,-1 0 0,1-1 0,0 1 0,0 0 0,-1 0 0,1 0 0,0 0 0,0-1 0,-1 1 0,1 0 0,0 0 0,0-1 0,0 1 0,0 0 0,0 0 0,-1-1 0,1 1 0,0 0 0,0 0 0,0-1 0,0 1 0,0 0 0,0-1 0,-1-1 0,1-1 0,0 1 0,0-1 0,0 0 0,0 1 0,0-1 0,1 1 0,-1-1 0,1 1 0,0-1 0,1-4 0,6-7 0,0 1 0,20-25 0,8-12 0,-36 49 0,1 0 0,-1 0 0,0 0 0,1 0 0,0 0 0,-1 0 0,1 0 0,-1 1 0,1-1 0,0 0 0,0 0 0,-1 0 0,1 1 0,0-1 0,0 0 0,0 1 0,0-1 0,0 1 0,0-1 0,0 1 0,2-1 0,-3 1 0,1 1 0,0-1 0,-1 1 0,1 0 0,-1-1 0,1 1 0,-1-1 0,1 1 0,-1 0 0,1-1 0,-1 1 0,0 0 0,1-1 0,-1 1 0,0 0 0,0 0 0,1-1 0,-1 1 0,0 0 0,0 0 0,0 1 0,2 55 0,-2-53 0,0 3 0,0-4 0,-1-1 0,1 1 0,0-1 0,0 1 0,1-1 0,-1 1 0,0-1 0,1 0 0,-1 1 0,2 2 0,-1-4 0,0-1 0,0 1 0,0 0 0,0 0 0,0-1 0,0 1 0,0-1 0,0 1 0,0-1 0,0 1 0,0-1 0,0 0 0,0 0 0,0 1 0,0-1 0,0 0 0,1 0 0,-1 0 0,0 0 0,0 0 0,0 0 0,0-1 0,0 1 0,0 0 0,0-1 0,1 1 0,0-1 0,11-3 0,0-1 0,0 0 0,0-1 0,-1-1 0,0 0 0,-1 0 0,16-13 0,-10 7 0,-17 13 0,1 0 0,-1 0 0,0-1 0,0 1 0,1 0 0,-1 0 0,0 0 0,0-1 0,1 1 0,-1 0 0,0 0 0,1 0 0,-1 0 0,0 0 0,1 0 0,-1-1 0,0 1 0,1 0 0,-1 0 0,0 0 0,1 0 0,-1 0 0,0 0 0,1 0 0,-1 1 0,0-1 0,1 0 0,-1 0 0,0 0 0,0 0 0,1 0 0,-1 0 0,0 1 0,1-1 0,-1 0 0,0 0 0,1 1 0,2 13 0,-3-10 0,0 0 0,-1-1 0,1 1 0,-1-1 0,1 1 0,-1-1 0,-2 5 0,1-4 0,-1-1 0,1 0 0,-1 0 0,0 0 0,0-1 0,1 1 0,-2-1 0,1 1 0,0-1 0,0 0 0,-1 0 0,1-1 0,-1 1 0,-5 1 0,-4 0 0,0 0 0,-26 3 0,-20 4 0,59-10 0,0 0 0,0 0 0,-1 0 0,1 0 0,0 0 0,0 0 0,0 0 0,0 0 0,-1 0 0,1 0 0,0 0 0,0 0 0,0 0 0,0 0 0,-1 0 0,1 0 0,0 0 0,0 0 0,0 0 0,0 0 0,-1 0 0,1 0 0,0 0 0,0 0 0,0 0 0,0 0 0,0 0 0,-1 1 0,1-1 0,0 0 0,0 0 0,0 0 0,0 0 0,0 0 0,0 0 0,0 1 0,-1-1 0,1 0 0,0 0 0,0 0 0,0 0 0,0 0 0,0 1 0,0-1 0,0 0 0,0 0 0,0 0 0,0 1 0,0-1 0,0 0 0,0 0 0,0 0 0,0 0 0,0 1 0,0-1 0,0 0 0,0 0 0,14 3 0,20-3 0,10-9 0,-31 6 0,0 0 0,1 1 0,24-2 0,-13 5-1365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42:36.0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111 35 24575,'0'4'0,"-1"1"0,1 0 0,-1-1 0,0 1 0,0-1 0,-1 1 0,0-1 0,1 0 0,-1 1 0,-1-1 0,1 0 0,-1 0 0,-4 6 0,5-8 0,0 0 0,1-1 0,-1 1 0,0 0 0,0-1 0,0 1 0,0-1 0,0 0 0,0 0 0,0 0 0,0 0 0,-1 0 0,1 0 0,0 0 0,-1-1 0,1 1 0,-1-1 0,1 0 0,0 0 0,-1 1 0,1-2 0,-1 1 0,1 0 0,-1 0 0,1-1 0,0 1 0,-1-1 0,-2-1 0,4 1 0,0 1 0,0-1 0,0 1 0,0-1 0,0 1 0,0-1 0,0 0 0,0 0 0,0 1 0,1-1 0,-1 0 0,0 0 0,1 0 0,-1 0 0,0 0 0,1 0 0,-1 0 0,1 0 0,-1 0 0,1 0 0,0 0 0,-1 0 0,1 0 0,0 0 0,0-1 0,0 1 0,0 0 0,0 0 0,0 0 0,0 0 0,0 0 0,1-1 0,-1 1 0,0 0 0,1 0 0,-1 0 0,0 0 0,1 0 0,0 0 0,-1 0 0,2-2 0,1-1 0,-1 0 0,1 0 0,0 0 0,0 1 0,1-1 0,-1 1 0,1-1 0,5-3 0,0 1 0,1 1 0,-1 0 0,1 0 0,1 1 0,-1 0 0,14-3 0,-22 6 0,0 1 0,0 0 0,0 0 0,0 0 0,0 0 0,0 0 0,0 0 0,0 0 0,0 0 0,0 1 0,0-1 0,0 1 0,0 0 0,0 0 0,0-1 0,-1 1 0,3 2 0,-2-2 0,-1 1 0,1 0 0,-1 0 0,0 0 0,1 0 0,-1 0 0,0 0 0,0 0 0,0 0 0,-1 0 0,1 1 0,0-1 0,-1 0 0,0 0 0,1 1 0,-1-1 0,0 0 0,0 4 0,-1-5 0,1 0 0,0 0 0,0 0 0,0 0 0,0 0 0,0 0 0,0 0 0,0 0 0,0 0 0,1 0 0,-1 0 0,0 0 0,1 0 0,-1 0 0,0 0 0,1 0 0,-1 0 0,1-1 0,0 1 0,-1 0 0,1 0 0,-1 0 0,1-1 0,0 1 0,1 1 0,-1-2 0,0 0 0,0 0 0,1 0 0,-1-1 0,0 1 0,0 0 0,0 0 0,0-1 0,0 1 0,0 0 0,0-1 0,0 1 0,0-1 0,0 1 0,0-1 0,0 0 0,0 1 0,1-2 0,5-4 0,-1-1 0,0 1 0,0-1 0,8-12 0,-14 17 0,1 0 0,0 1 0,0-1 0,0 1 0,0-1 0,0 1 0,0 0 0,0-1 0,0 1 0,0 0 0,1 0 0,-1 0 0,0 0 0,1 0 0,-1 0 0,1 0 0,0 0 0,-1 1 0,1-1 0,-1 1 0,4-2 0,-4 3 0,0 0 0,1-1 0,-1 1 0,0 0 0,0 0 0,0 0 0,0 0 0,0 0 0,-1 0 0,1 0 0,0 0 0,0 0 0,-1 0 0,1 0 0,0 1 0,-1-1 0,1 0 0,-1 0 0,0 1 0,1-1 0,-1 0 0,0 1 0,0-1 0,0 0 0,0 1 0,0-1 0,0 0 0,-1 3 0,2 7 0,0-4 0,-1 0 0,0 0 0,0 1 0,-2 12 0,2-19 0,-1 0 0,1 1 0,0-1 0,-1 0 0,1 1 0,-1-1 0,0 0 0,1 0 0,-1 0 0,0 1 0,0-1 0,1 0 0,-1 0 0,0 0 0,0 0 0,0-1 0,0 1 0,-1 0 0,1 0 0,0-1 0,0 1 0,0 0 0,-1-1 0,1 1 0,0-1 0,-1 0 0,1 1 0,0-1 0,-1 0 0,-1 0 0,-126-2-1365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17.3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24575,'3'1'0,"0"0"0,1-1 0,-1 1 0,0 0 0,1 1 0,-1-1 0,0 1 0,0-1 0,0 1 0,0 0 0,-1 0 0,1 0 0,0 0 0,-1 1 0,1-1 0,-1 1 0,0 0 0,3 4 0,3 5 0,0 0 0,-1 1 0,6 13 0,-4-3 0,-1 0 0,-1 1 0,9 48 0,-1 75 0,-13-102 0,3 0 0,20 88 0,-23-126 0,0 1 0,1-1 0,0 0 0,0 0 0,1 0 0,0 0 0,0 0 0,1-1 0,-1 1 0,2-1 0,-1-1 0,0 1 0,8 5 0,-10-9 0,1 0 0,0 0 0,0 0 0,0 0 0,0-1 0,0 0 0,0 1 0,0-1 0,0-1 0,1 1 0,-1-1 0,0 0 0,1 0 0,-1 0 0,0 0 0,0-1 0,1 1 0,-1-1 0,0 0 0,0-1 0,0 1 0,0-1 0,0 0 0,5-2 0,-1-1 0,0 0 0,-1 0 0,1 0 0,-1-1 0,0-1 0,0 1 0,-1-1 0,10-13 0,0-3 0,19-41 0,-28 49 0,0 0 0,1 0 0,1 1 0,1 0 0,0 0 0,0 1 0,2 1 0,16-16 0,-1 10 0,0 2 0,1 1 0,1 2 0,0 0 0,31-8 0,52-24 0,-110 45 0,0-1 0,0 1 0,0-1 0,-1 0 0,1 0 0,0 0 0,0 0 0,-1 0 0,1-1 0,-1 1 0,1 0 0,-1-1 0,1 1 0,-1-1 0,0 0 0,0 1 0,0-1 0,1-2 0,-2 4 0,0-1 0,0 1 0,0-1 0,0 1 0,0-1 0,-1 1 0,1-1 0,0 1 0,0-1 0,-1 1 0,1-1 0,0 1 0,-1-1 0,1 1 0,-1-1 0,1 1 0,0 0 0,-1-1 0,1 1 0,-1 0 0,1-1 0,-1 1 0,0 0 0,-26-10 0,-18 1 0,0 2 0,-52-1 0,-101 5 0,134 3 0,1 1 0,25 0 0,0-1 0,-50-8 0,83 6 0,8 0 0,18-2 0,34 0 0,801 1 0,-439 5 0,-384-3 0,-23 0 0,1 0 0,0 1 0,-1 1 0,1-1 0,-1 2 0,19 3 0,-29-5 0,1 0 0,-1 1 0,1-1 0,-1 0 0,1 0 0,-1 0 0,1 1 0,-1-1 0,1 0 0,-1 0 0,1 1 0,-1-1 0,1 0 0,-1 1 0,0-1 0,1 1 0,-1-1 0,0 1 0,1-1 0,-1 1 0,0-1 0,1 1 0,-1-1 0,0 1 0,0-1 0,0 1 0,1-1 0,-1 1 0,0-1 0,0 1 0,0-1 0,0 1 0,0 0 0,0-1 0,0 1 0,0-1 0,0 1 0,-1-1 0,1 1 0,0 0 0,0-1 0,0 1 0,-1-1 0,1 1 0,0-1 0,0 1 0,-1-1 0,1 0 0,0 1 0,-1-1 0,1 1 0,-1-1 0,1 0 0,-1 1 0,1-1 0,-1 0 0,0 1 0,-30 19 0,-31 5-1365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36.9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312 444 24575,'11'198'0,"0"-5"0,-13-42 0,4 121 0,1-257 0,7-31 0,42-138 0,-34 95 0,28-64 0,-44 117 0,1 0 0,0 1 0,0-1 0,1 1 0,0 0 0,0 0 0,0 0 0,0 1 0,1-1 0,0 1 0,0 0 0,0 0 0,0 1 0,0-1 0,1 1 0,0 1 0,0-1 0,-1 1 0,1 0 0,1 0 0,-1 0 0,0 1 0,0 0 0,1 0 0,-1 1 0,9 0 0,277 7 0,-56 2 0,490-10 0,-723 1 0,-5-2 0,-13-2 0,-28-6 0,-476-56 0,-4 42 0,65 5 0,368 13 0,-110-23 0,187 26 0,14 0 0,28 1 0,614-2 17,-365 6-198,1675-1 345,-2049 3-164,-129 22 0,200-21 0,-1 1 0,1 1 0,0 1 0,1 2 0,0 0 0,1 2 0,0 0 0,0 1 0,2 2 0,-1 0 0,2 1 0,0 2 0,1 0 0,1 0 0,-16 23 0,28-32 0,0 0 0,1 0 0,0 1 0,0-1 0,1 1 0,-4 14 0,7-20 0,0 0 0,0 0 0,0 1 0,1-1 0,0 0 0,-1 0 0,1 0 0,1 1 0,-1-1 0,0 0 0,1 0 0,0 0 0,0 0 0,1 0 0,-1 0 0,1 0 0,-1 0 0,5 6 0,-4-8 0,1 0 0,0 1 0,-1-1 0,1 0 0,0-1 0,0 1 0,0 0 0,0-1 0,1 0 0,-1 1 0,0-1 0,1-1 0,-1 1 0,0 0 0,1-1 0,-1 0 0,7 0 0,-2 1 0,25 1 0,0-1 0,-1-1 0,1-2 0,48-10 0,-18-1 0,81-29 0,-116 32 0,1-2 0,-1-2 0,-1 0 0,-1-2 0,0 0 0,-1-2 0,36-34 0,3-10 0,67-89 0,-121 139 0,402-507 0,-326 412 0,-79 100 0,0 0 0,1 0 0,0 1 0,13-9 0,-21 14 0,1 0 0,0 1 0,0-1 0,0 0 0,0 1 0,0-1 0,0 1 0,0-1 0,0 1 0,0 0 0,0-1 0,1 1 0,-1 0 0,0 0 0,0 0 0,0-1 0,0 1 0,0 0 0,1 1 0,-1-1 0,0 0 0,0 0 0,0 0 0,0 1 0,0-1 0,0 1 0,0-1 0,0 1 0,0-1 0,0 1 0,0-1 0,0 1 0,0 0 0,0 0 0,0-1 0,-1 1 0,1 0 0,0 0 0,0 0 0,-1 0 0,1 0 0,-1 0 0,1 0 0,0 1 0,0 3 0,0 0 0,0 0 0,-1 0 0,1 0 0,-1 0 0,0 0 0,0 0 0,-1 0 0,0 0 0,0 0 0,-1 5 0,-21 59 0,22-65 0,-25 60 0,-3-2 0,-45 73 0,-89 110 0,160-241 0,0 1 0,1-1 0,0 0 0,0 1 0,0-1 0,1 1 0,-1-1 0,1 1 0,0 0 0,1-1 0,-1 1 0,1 0 0,0 0 0,0 0 0,0-1 0,2 10 0,-1-11 0,0 0 0,0 0 0,0 0 0,0-1 0,0 1 0,1 0 0,-1 0 0,1-1 0,0 1 0,-1-1 0,1 1 0,0-1 0,1 0 0,-1 0 0,0 0 0,1 0 0,-1 0 0,1-1 0,-1 1 0,1-1 0,0 1 0,0-1 0,0 0 0,0 0 0,0 0 0,5 0 0,4 0 0,0 0 0,0-1 0,0 0 0,0-1 0,0 0 0,0-1 0,0-1 0,15-4 0,11-7 0,41-21 0,-10 4 0,-47 22 0,53-18 0,-68 25 0,0 0 0,0 1 0,0-1 0,1 2 0,-1-1 0,0 1 0,1 0 0,8 1 0,-14 0 0,1 0 0,-1 0 0,0 0 0,0 0 0,1 0 0,-1 1 0,0-1 0,0 0 0,0 1 0,-1 0 0,1-1 0,0 1 0,0 0 0,-1 0 0,0 0 0,1 0 0,-1 0 0,0 0 0,0 0 0,0 1 0,0-1 0,0 0 0,1 5 0,1 6 0,-1 0 0,0 0 0,1 15 0,-3-20 0,4 35 0,-2-1 0,-2 0 0,-8 62 0,7-100 0,0 0 0,-1 1 0,1-1 0,-1 0 0,1 0 0,-1 0 0,0 0 0,-1 0 0,1 0 0,-1-1 0,1 1 0,-1-1 0,0 0 0,-7 6 0,4-5 0,-1 1 0,1-1 0,-1 0 0,-1-1 0,1 0 0,0 0 0,-14 3 0,-5 0 0,-1-2 0,1-1 0,-49-1 0,-89-5 0,-208 8 0,51 5-522,277-10-321,-29-1-5983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41.7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2578 0 24575,'0'7'0,"-2"0"0,1-1 0,-1 0 0,1 1 0,-2-1 0,1 0 0,-1 0 0,0 0 0,0 0 0,-1 0 0,1-1 0,-1 0 0,-1 0 0,1 0 0,-8 7 0,-11 15 0,-333 427 0,265-332 0,-17 23 0,85-119 0,0-1 0,-1 0 0,-30 22 0,141-130 0,-22 28 0,63-58 0,-123 109 0,-1 0 0,0-1 0,0 0 0,-1 1 0,1-1 0,2-7 0,-5 12 0,-1-1 0,0 0 0,1 0 0,-1 1 0,0-1 0,0 0 0,0 0 0,0 0 0,0 1 0,1-1 0,-2 0 0,1 0 0,0 0 0,0 1 0,0-1 0,0 0 0,0 0 0,-1 0 0,1 1 0,-1-2 0,0 1 0,0-1 0,0 1 0,0 0 0,0 1 0,-1-1 0,1 0 0,0 0 0,0 0 0,-1 1 0,1-1 0,-1 1 0,1-1 0,0 1 0,-1-1 0,-2 1 0,-48-8 0,0 3 0,-86 3 0,60 2 0,-580-3 0,392 4 0,-6 11 0,8 0 0,196-12-455,1-3 0,-70-13 0,79 6-6371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49:47.2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88 0 24575,'-1'50'0,"-3"-1"0,-2 0 0,-2 0 0,-3 0 0,-24 72 0,22-91 0,13-30 0,0 0 0,0 0 0,0 0 0,0-1 0,0 1 0,-1 0 0,1 0 0,0 0 0,0 0 0,0-1 0,0 1 0,0 0 0,-1 0 0,1 0 0,0 0 0,0 0 0,0-1 0,0 1 0,-1 0 0,1 0 0,0 0 0,0 0 0,0 0 0,-1 0 0,1 0 0,0 0 0,0 0 0,0 0 0,-1 0 0,1 0 0,0 0 0,0 0 0,-1 0 0,1 0 0,0 0 0,0 0 0,0 0 0,-1 0 0,1 0 0,0 0 0,0 0 0,0 1 0,-1-1 0,1 0 0,0 0 0,0 0 0,0 0 0,0 0 0,0 1 0,-1-1 0,1 0 0,0 0 0,0 0 0,0 1 0,0-28 0,3 3 0,1 0 0,1 0 0,2 1 0,0-1 0,17-37 0,-20 52 0,1 1 0,0 0 0,0 0 0,0 1 0,1 0 0,0 0 0,0 0 0,1 0 0,0 1 0,0 0 0,0 1 0,1 0 0,0 0 0,0 0 0,0 1 0,0 0 0,1 1 0,15-5 0,9 2 0,-1 1 0,1 2 0,39 1 0,104 10 0,-9 1 0,201-10 0,706 29 0,-1012-25 0,-38-2 0,0 0 0,0 1 0,-1 2 0,1 0 0,32 11 0,-51-13 0,-1 0 0,0 0 0,0 0 0,0 1 0,0-1 0,0 1 0,-1 0 0,1 0 0,-1 0 0,0 1 0,0-1 0,0 1 0,0-1 0,3 9 0,-2-5 0,-1 0 0,-1 0 0,1 1 0,-1-1 0,-1 1 0,1 0 0,-2-1 0,1 10 0,-1 11 0,-2 0 0,-1-1 0,-13 50 0,15-70 0,-3 7 0,-7 41 0,11-53 0,0-1 0,-1 1 0,1-1 0,0 1 0,0-1 0,0 1 0,0-1 0,0 1 0,1-1 0,-1 1 0,0-1 0,1 1 0,-1-1 0,1 1 0,-1-1 0,1 0 0,0 1 0,0-1 0,0 0 0,-1 1 0,1-1 0,0 0 0,1 0 0,-1 0 0,0 0 0,0 0 0,2 1 0,-1-1 0,-1-1 0,0 0 0,1 0 0,-1 0 0,1 0 0,-1 0 0,0 0 0,1 0 0,-1 0 0,0 0 0,1-1 0,-1 1 0,0 0 0,1-1 0,-1 0 0,0 1 0,0-1 0,0 0 0,2 0 0,22-20 0,12-17 0,-1 0 0,44-67 0,-70 89 0,-1 0 0,0-1 0,11-35 0,-13 31 0,2 1 0,10-19 0,-19 37 0,1 1 0,-1 0 0,1 0 0,-1 0 0,1 0 0,0 0 0,-1 0 0,1 0 0,0 0 0,0 0 0,0 0 0,0 0 0,0 0 0,0 0 0,0 1 0,0-1 0,0 0 0,0 1 0,0-1 0,0 1 0,0-1 0,2 1 0,-2 0 0,0 0 0,0 1 0,0 0 0,-1-1 0,1 1 0,0-1 0,-1 1 0,1 0 0,0-1 0,-1 1 0,1 0 0,-1 0 0,1-1 0,-1 1 0,1 0 0,-1 0 0,0 0 0,1 0 0,-1 0 0,0 0 0,1 1 0,1 10 0,0 1 0,2 23 0,-6 134 0,3 33 0,10-131 0,-6-50 0,2 41 0,-7-43 0,-1-11 0,1 0 0,0-1 0,1 1 0,0 0 0,3 12 0,-4-20 0,1 0 0,-1 1 0,1-1 0,-1 0 0,1 0 0,0 1 0,-1-1 0,1 0 0,0 0 0,0 0 0,0 0 0,0 0 0,0 0 0,0 0 0,0-1 0,0 1 0,0 0 0,0 0 0,0-1 0,1 1 0,-1-1 0,0 1 0,1-1 0,-1 1 0,0-1 0,1 0 0,-1 0 0,0 0 0,1 0 0,-1 0 0,0 0 0,1 0 0,-1 0 0,0 0 0,1-1 0,-1 1 0,0 0 0,0-1 0,1 1 0,-1-1 0,2 0 0,8-5 0,-1 0 0,1-1 0,-1 0 0,0-1 0,-1 0 0,0 0 0,11-13 0,20-17 0,15-11 0,-28 23 0,57-39 0,-74 58 0,1 1 0,0 0 0,0 1 0,0 0 0,1 1 0,-1 0 0,1 1 0,0 0 0,21-2 0,229 5 258,-111 3-1881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14.2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239 0 24575,'-4'1'0,"0"-1"0,0 1 0,0 0 0,0 0 0,0 1 0,0-1 0,0 1 0,0 0 0,1 0 0,-1 0 0,-4 4 0,-38 32 0,34-27 0,2-3 0,0 0 0,0 1 0,1 0 0,1 1 0,0 0 0,0 0 0,0 1 0,2 0 0,-1 0 0,1 0 0,1 1 0,0 0 0,-4 17 0,0 23 0,3-1 0,2 2 0,2-1 0,6 55 0,-2 4 0,-3 85 0,3 219 0,-1-397 0,1 0 0,1 0 0,0 0 0,2 0 0,0 0 0,1-1 0,1 0 0,0 0 0,1-1 0,1 0 0,0 0 0,20 24 0,-26-37 0,1 0 0,-1 0 0,0 0 0,1 0 0,0-1 0,-1 0 0,1 0 0,0 0 0,0 0 0,0 0 0,0-1 0,7 2 0,58 7 0,-33-5 0,27 1 0,1-2 0,83-6 0,-37 0 0,-88 3 0,-9 0 0,1-1 0,26-3 0,-37 3 0,-1-1 0,1 1 0,-1-1 0,1 0 0,-1 1 0,1-1 0,-1 0 0,1 0 0,-1-1 0,0 1 0,0-1 0,1 1 0,-1-1 0,0 1 0,0-1 0,-1 0 0,1 0 0,0 0 0,-1 0 0,1 0 0,1-3 0,3-11 0,-4 11 0,0-1 0,1 1 0,0 0 0,-1 0 0,7-8 0,-7 11 0,0 0 0,0 1 0,0-1 0,1 0 0,-1 1 0,0-1 0,1 1 0,-1 0 0,1 0 0,-1 0 0,1 0 0,0 0 0,-1 0 0,1 1 0,4-1 0,22-1 0,0 1 0,32 4 0,-11-1 0,-84-21 0,0-1 0,-47-39 0,81 59 8,0 0-1,0 0 1,-1 0-1,1 0 1,0 0 0,0 0-1,-1-1 1,1 1-1,0 0 1,0 0-1,0 0 1,-1 0-1,1 0 1,0-1 0,0 1-1,0 0 1,0 0-1,-1 0 1,1-1-1,0 1 1,0 0-1,0 0 1,0 0-1,0-1 1,0 1 0,0 0-1,0 0 1,0-1-1,0 1 1,0 0-1,0 0 1,0-1-1,0 1 1,0 0 0,0 0-1,0-1 1,0 1-1,0 0 1,0 0-1,0-1 1,0 1-1,0 0 1,0 0-1,1-1 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1.6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 0 24575,'-11'40'0,"1"0"0,2 1 0,2 0 0,1 0 0,3 75 0,0-85 0,0 1 0,-8 35 0,3-32 0,-1 45 0,8 185 0,1-124 0,-1-130 0,1 0 0,1-1 0,0 1 0,0-1 0,1 1 0,1-1 0,-1 0 0,2 0 0,-1 0 0,1-1 0,1 1 0,0-1 0,0-1 0,1 1 0,0-1 0,0 0 0,9 7 0,16 12 0,1-1 0,1-2 0,40 21 0,-50-30 0,-8-7 0,0 0 0,0-1 0,1 0 0,0-2 0,0 0 0,0-1 0,20 3 0,126 4 0,-105-9 0,-28 0 0,88 0 0,-116-2 0,-1 0 0,1 0 0,0 0 0,-1 0 0,1-1 0,0 1 0,-1-1 0,1 1 0,-1-1 0,1 1 0,0-1 0,-1 0 0,0 0 0,1 0 0,-1 1 0,1-2 0,-1 1 0,0 0 0,0 0 0,0 0 0,1 0 0,-1-1 0,-1 1 0,1-1 0,0 1 0,0-1 0,0 1 0,0-3 0,1-3 0,-1 0 0,0-1 0,0 1 0,-1 0 0,-1-13 0,3-29 0,-2 48 0,1-1 0,-1 0 0,1 0 0,-1 0 0,1 0 0,0 0 0,-1 1 0,1-1 0,0 0 0,0 1 0,1-1 0,-1 0 0,0 1 0,0-1 0,1 1 0,-1 0 0,1 0 0,-1-1 0,4 0 0,4-1 0,1 0 0,0 1 0,-1 0 0,1 1 0,0 0 0,0 1 0,0 0 0,0 0 0,19 4 0,12-1 0,-28-3 0,1 1 0,-1 0 0,0 1 0,1 0 0,-1 1 0,15 5 0,-25-7 0,1 1 0,0 0 0,-1-1 0,1 2 0,-1-1 0,0 0 0,1 1 0,-1-1 0,0 1 0,0 0 0,-1 0 0,1 0 0,-1 0 0,0 1 0,1-1 0,-1 1 0,-1-1 0,1 1 0,0 0 0,-1 0 0,0 0 0,0-1 0,0 1 0,0 6 0,0 5-1365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4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4.9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6.2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7.0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9.0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39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42.0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50:42.6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24575,'0'2'0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1:08:13.8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1350 0 24575,'-4'1'0,"-1"0"0,1 0 0,0 0 0,-1 0 0,1 0 0,0 1 0,0 0 0,-5 3 0,-14 5 0,-23 4 0,-1-1 0,-63 7 0,-98 3 0,162-19 0,-98 8 0,-436 49 0,504-48 0,50-3 0,26-10 0,0 0 0,0 1 0,0-1 0,0 0 0,0 0 0,0 1 0,0-1 0,0 0 0,0 0 0,0 1 0,0-1 0,0 0 0,0 0 0,0 1 0,0-1 0,0 0 0,0 0 0,1 0 0,-1 1 0,0-1 0,0 0 0,0 0 0,0 0 0,0 1 0,1-1 0,-1 0 0,0 0 0,0 0 0,0 0 0,0 1 0,1-1 0,-1 0 0,0 0 0,0 0 0,1 0 0,-1 0 0,0 0 0,0 0 0,1 0 0,-1 0 0,0 1 0,0-1 0,0 0 0,1 0 0,-1 0 0,1-1 0,47 9 0,396-3 0,-232-8 0,-170 1 0,1-3 0,-1-1 0,0-3 0,49-15 0,-40 9 0,1 3 0,60-6 0,63 13 0,-167 5 0,4 0 0,-10 0 0,-4 1 0,-12 1 0,-231 55 0,-113 20 0,304-70 0,40-5 0,15 0 0,24-2 0,-22 0 0,757-5 0,-703 3-682,66-9-1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04:20.5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24575,'3'0'0,"0"0"0,0 0 0,0 1 0,0-1 0,0 1 0,0 0 0,0 0 0,0 0 0,0 0 0,-1 1 0,1-1 0,0 1 0,-1 0 0,1-1 0,-1 1 0,0 0 0,0 0 0,1 1 0,-1-1 0,-1 0 0,1 1 0,0-1 0,-1 1 0,1 0 0,-1-1 0,0 1 0,1 0 0,-2 0 0,1 0 0,0 0 0,0 6 0,2 10 0,-1 0 0,0 0 0,-2 0 0,-2 20 0,1-15 0,2 95 0,-4 72 0,-1-168-1365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04:23.1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202 73 24575,'10'-10'0,"0"1"0,1 1 0,0 0 0,0 0 0,1 1 0,18-8 0,-26 14 0,-1 0 0,0-1 0,1 1 0,-1 1 0,1-1 0,0 0 0,-1 1 0,1 0 0,-1 0 0,1 0 0,0 0 0,6 2 0,-8-2 0,0 1 0,1 0 0,-1 1 0,0-1 0,0 0 0,0 0 0,0 1 0,-1-1 0,1 1 0,0 0 0,-1 0 0,1-1 0,-1 1 0,1 0 0,-1 0 0,0 0 0,0 0 0,0 1 0,0-1 0,0 0 0,0 5 0,3 7 0,-2 0 0,0 0 0,-1 1 0,0-1 0,-1 1 0,0-1 0,-2 1 0,1-1 0,-2 0 0,0 0 0,-9 25 0,5-19 0,-1-1 0,0 0 0,-2 0 0,-1-1 0,0 0 0,-1-1 0,-23 26 0,29-37 0,-1 0 0,-1-1 0,1 1 0,-1-1 0,0-1 0,0 1 0,0-2 0,-1 1 0,0-1 0,1 0 0,-1-1 0,-14 3 0,15-4 0,1 0 0,-1 0 0,0-1 0,1 0 0,-1 0 0,1-1 0,-1 0 0,0 0 0,1-1 0,-1 0 0,1 0 0,0 0 0,0-1 0,0-1 0,-8-4 0,13 7 0,0 0 0,0-1 0,0 0 0,0 1 0,0-1 0,0 0 0,1 0 0,-1 0 0,1 0 0,-1 0 0,1 0 0,0 0 0,0-1 0,-1-2 0,1 4 0,1 0 0,0-1 0,0 1 0,0 0 0,0-1 0,0 1 0,0 0 0,0-1 0,1 1 0,-1 0 0,0-1 0,1 1 0,-1 0 0,1 0 0,-1-1 0,1 1 0,0 0 0,-1 0 0,2-2 0,2 0 0,0-1 0,0 1 0,0 0 0,0 0 0,0 0 0,1 0 0,-1 1 0,1 0 0,0 0 0,0 0 0,0 0 0,5 0 0,19-5-682,31-13-1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04:25.4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 24575,'75'-1'0,"86"3"0,-156-2 0,1 1 0,0 0 0,-1 0 0,1 0 0,-1 1 0,1 0 0,-1 0 0,0 0 0,0 1 0,0-1 0,0 1 0,0 1 0,-1-1 0,9 8 0,-8-5 0,0 1 0,0-1 0,-1 1 0,1 0 0,-2 0 0,1 1 0,-1-1 0,0 1 0,3 11 0,0 11 0,-2 1 0,-1-1 0,-1 1 0,-3 42 0,1-65 0,0 54 0,-5 74 0,5-133 0,0 0 0,0 0 0,0 0 0,-1 0 0,0 0 0,1-1 0,-1 1 0,0 0 0,0 0 0,-1 0 0,1-1 0,-1 1 0,1-1 0,-1 1 0,0-1 0,0 0 0,0 1 0,0-1 0,-3 2 0,2-2 0,0-1 0,0 0 0,0 0 0,0 0 0,0 0 0,0 0 0,0-1 0,0 1 0,0-1 0,-1 0 0,1 0 0,0 0 0,0 0 0,0 0 0,-4-2 0,-9-2 0,0-1 0,0-1 0,1 0 0,0-1 0,-20-12 0,-79-43-1365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2:04:28.5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462 1 24575,'4'0'0,"0"0"0,1 0 0,-1 1 0,0-1 0,0 1 0,0 0 0,1 0 0,5 3 0,-9-3 0,0-1 0,0 1 0,0 0 0,0-1 0,0 1 0,0 0 0,0 0 0,0 0 0,-1 0 0,1 0 0,0 0 0,-1 0 0,1 0 0,-1 0 0,1 0 0,-1 1 0,0-1 0,1 0 0,-1 0 0,0 0 0,0 0 0,0 1 0,0-1 0,0 0 0,0 0 0,0 0 0,0 1 0,0-1 0,0 0 0,-1 0 0,1 0 0,-1 0 0,1 1 0,-1-1 0,0 1 0,-3 7 0,-1-1 0,0 1 0,-1-1 0,0 0 0,0 0 0,-1-1 0,0 0 0,0 0 0,-15 11 0,-19 19 0,40-36 0,0 0 0,0 0 0,0 0 0,0 0 0,1 0 0,-1-1 0,0 1 0,1 0 0,-1 1 0,0-1 0,1 0 0,-1 0 0,1 0 0,-1 0 0,1 0 0,0 1 0,0-1 0,-1 0 0,1 0 0,0 0 0,0 1 0,0-1 0,0 0 0,1 0 0,-1 0 0,0 1 0,0-1 0,1 0 0,-1 0 0,1 0 0,-1 0 0,1 1 0,-1-1 0,1 0 0,0 0 0,-1 0 0,1 0 0,1 1 0,2 4 0,-4-6 0,0 0 0,1 1 0,-1-1 0,0 0 0,0 1 0,0-1 0,0 0 0,0 1 0,0-1 0,0 0 0,0 1 0,0-1 0,0 0 0,0 1 0,0-1 0,0 0 0,0 1 0,0-1 0,0 0 0,0 0 0,-1 1 0,1-1 0,0 0 0,0 1 0,0-1 0,0 0 0,-1 0 0,1 1 0,0-1 0,0 0 0,-1 0 0,1 1 0,0-1 0,0 0 0,-1 0 0,1 0 0,0 0 0,0 1 0,-1-1 0,1 0 0,0 0 0,-1 0 0,1 0 0,0 0 0,-1 0 0,1 0 0,0 0 0,-1 0 0,1 0 0,-23 3 0,20-3 0,-154 0 0,21 0 0,127 0 0,-1 2 0,0-1 0,-13 4 0,21-4 0,1-1 0,-1 1 0,0-1 0,1 1 0,-1 0 0,1-1 0,0 1 0,-1 0 0,1 0 0,0 0 0,-1 0 0,-1 2 0,3-2 0,0 0 0,0-1 0,0 1 0,-1 0 0,1-1 0,0 1 0,0-1 0,0 1 0,0 0 0,0-1 0,0 1 0,0 0 0,0-1 0,0 1 0,0 0 0,1-1 0,-1 1 0,0 0 0,0-1 0,1 1 0,-1-1 0,0 1 0,1-1 0,-1 1 0,0 0 0,1-1 0,-1 1 0,1-1 0,-1 0 0,1 1 0,-1-1 0,2 1 0,3 3 0,0 0 0,0 0 0,1-1 0,-1 0 0,1 0 0,0 0 0,0-1 0,0 0 0,8 2 0,63 10 0,-51-10 0,-8-1 0,-1 1 0,1 1 0,-1 0 0,0 1 0,0 1 0,0 1 0,-1 0 0,0 2 0,-1-1 0,0 2 0,-1 0 0,0 0 0,16 18 0,-14-12-227,1 0-1,1-1 1,1-1-1,0-1 1,31 17-1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3:01:26.2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0 295 24575,'1'-5'0,"1"0"0,-1 1 0,1-1 0,0 0 0,0 1 0,1-1 0,-1 1 0,1-1 0,0 1 0,0 0 0,5-5 0,1-2 0,8-13 0,-13 17 0,1-1 0,0 1 0,0 0 0,1 0 0,0 1 0,0 0 0,1 0 0,-1 0 0,1 1 0,0 0 0,12-6 0,-18 10 0,0 1 0,0-1 0,1 1 0,-1-1 0,0 1 0,0 0 0,1-1 0,-1 1 0,0 0 0,1 0 0,-1 0 0,0 0 0,1 0 0,-1 1 0,0-1 0,0 0 0,1 1 0,-1-1 0,0 0 0,0 1 0,1-1 0,-1 1 0,0 0 0,0 0 0,1 0 0,0 1 0,0 1 0,0-1 0,-1 0 0,1 0 0,-1 1 0,0-1 0,0 1 0,0 0 0,0-1 0,0 1 0,0 4 0,2 8 0,-2 1 0,0-1 0,-1 23 0,-1-32 0,1 7 0,0 1 0,0-1 0,0 1 0,-2-1 0,0 1 0,0-1 0,-1 0 0,-1 0 0,-7 18 0,11-31 0,0 0 0,0-1 0,0 1 0,0 0 0,0 0 0,-1-1 0,1 1 0,0 0 0,0 0 0,0-1 0,0 1 0,0 0 0,0 0 0,-1-1 0,1 1 0,0 0 0,0 0 0,0 0 0,-1-1 0,1 1 0,0 0 0,0 0 0,-1 0 0,1 0 0,0 0 0,0 0 0,-1-1 0,1 1 0,0 0 0,0 0 0,-1 0 0,1 0 0,0 0 0,-1 0 0,1 0 0,0 0 0,0 0 0,-1 0 0,1 0 0,0 0 0,-1 1 0,1-1 0,0 0 0,0 0 0,-1 0 0,1 0 0,0 0 0,0 0 0,0 1 0,-1-1 0,1 0 0,0 0 0,0 0 0,0 1 0,-1-1 0,1 0 0,0 0 0,0 1 0,0-1 0,0 0 0,0 0 0,-1 1 0,1-1 0,0 0 0,0 0 0,0 1 0,0-1 0,-5-24 0,2-11 0,0-58 0,4 78 0,0 1 0,1-1 0,0 1 0,1 0 0,1 0 0,9-24 0,1 18 0,-14 20 0,0-1 0,0 1 0,1 0 0,-1 0 0,0-1 0,0 1 0,1 0 0,-1 0 0,0 0 0,1 0 0,-1-1 0,1 1 0,-1 0 0,0 0 0,1 0 0,-1 0 0,0 0 0,1 0 0,-1 0 0,0 0 0,1 0 0,-1 0 0,1 0 0,-1 0 0,0 0 0,1 0 0,-1 0 0,0 1 0,1-1 0,-1 0 0,2 2 0,-1-1 0,0 1 0,0 0 0,0 0 0,0-1 0,-1 1 0,1 0 0,0 0 0,-1 0 0,1 0 0,-1 0 0,0 0 0,0 0 0,0 0 0,0 0 0,0 3 0,-1 15 0,-2 0 0,0 0 0,-1-1 0,0 1 0,-14 33 0,7-21 0,3 1 0,8-28 0,-1 1 0,0-1 0,0 0 0,-1 0 0,0 0 0,0 0 0,0 0 0,0 0 0,-1 0 0,-5 7 0,8-11 0,0-1 0,-1 1 0,1-1 0,-1 1 0,1-1 0,-1 1 0,1-1 0,-1 1 0,0-1 0,1 0 0,-1 1 0,1-1 0,-1 0 0,0 1 0,1-1 0,-1 0 0,0 0 0,0 0 0,1 0 0,-1 0 0,0 0 0,1 0 0,-1 0 0,0 0 0,0 0 0,1 0 0,-2 0 0,1-1 0,0 0 0,0 1 0,0-1 0,0 0 0,0 0 0,0 0 0,0 0 0,1 0 0,-1 0 0,0 0 0,1 0 0,-1 0 0,1 0 0,-1-2 0,-2-3 0,1-1 0,1 1 0,-1 0 0,1-1 0,0-7 0,1 1 0,1-1 0,1 1 0,0-1 0,1 1 0,0-1 0,1 1 0,0 0 0,1 1 0,1-1 0,0 1 0,1 0 0,0 1 0,1-1 0,0 1 0,0 1 0,1-1 0,20-16 0,-27 25 0,0 1 0,-1 0 0,1-1 0,0 1 0,0 0 0,-1 0 0,1 0 0,0 0 0,0 0 0,0 0 0,0 1 0,1-1 0,-1 1 0,0-1 0,0 1 0,0 0 0,0 0 0,0 0 0,1 0 0,-1 0 0,0 0 0,0 1 0,0-1 0,0 1 0,0-1 0,0 1 0,0 0 0,0 0 0,2 1 0,-1 1 0,0 0 0,0 0 0,-1 0 0,1 0 0,-1 0 0,0 1 0,0-1 0,0 1 0,-1 0 0,1 0 0,-1-1 0,0 1 0,0 0 0,1 7 0,3 20 0,-2 0 0,-1 1 0,-2-1 0,-1 0 0,-1 1 0,-11 54 0,11-80 0,0 1 0,0-1 0,-1 1 0,0-1 0,0 0 0,0 0 0,-1 0 0,-6 7 0,9-12 0,1 0 0,-1 1 0,0-1 0,0 0 0,0-1 0,0 1 0,-1 0 0,1 0 0,0 0 0,0-1 0,0 1 0,-1 0 0,1-1 0,0 1 0,-1-1 0,1 0 0,0 1 0,-1-1 0,1 0 0,0 0 0,-1 0 0,1 0 0,-1 0 0,1 0 0,0 0 0,-1 0 0,1-1 0,0 1 0,-1-1 0,1 1 0,0-1 0,0 1 0,-1-1 0,1 0 0,0 1 0,0-1 0,0 0 0,0 0 0,0 0 0,0 0 0,0 0 0,0 0 0,0 0 0,0 0 0,0 0 0,1-1 0,-2-1 0,-8-14 0,0-1 0,1 1 0,1-2 0,1 1 0,1-1 0,0 0 0,1 0 0,-4-39 0,4 3 0,4-109 0,1 153 0,1 0 0,0 0 0,1 1 0,4-17 0,-6 27 0,0-1 0,0 1 0,0-1 0,0 1 0,0-1 0,0 1 0,0 0 0,1-1 0,-1 1 0,0-1 0,0 1 0,0-1 0,1 1 0,-1 0 0,0-1 0,0 1 0,1 0 0,-1-1 0,0 1 0,1 0 0,-1 0 0,1-1 0,-1 1 0,0 0 0,1 0 0,-1-1 0,1 1 0,-1 0 0,1 0 0,-1 0 0,0 0 0,1 0 0,-1 0 0,1 0 0,-1 0 0,1 0 0,-1 0 0,1 0 0,-1 0 0,1 0 0,-1 0 0,0 0 0,1 0 0,-1 0 0,1 1 0,-1-1 0,1 0 0,-1 0 0,0 1 0,1-1 0,-1 0 0,0 0 0,1 1 0,-1-1 0,0 0 0,1 1 0,-1-1 0,0 1 0,0-1 0,1 0 0,-1 1 0,0 0 0,17 26 0,-9-5 0,0 0 0,-1 0 0,-1 0 0,-1 0 0,-1 1 0,1 31 0,-4 143 0,-2-155 0,0-20 0,1-29 0,-1-35 0,1 7-1365,0 2-5461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3:01:34.01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13 225 24575,'-1'0'0,"0"-1"0,0 1 0,1-1 0,-1 1 0,0-1 0,0 1 0,1-1 0,-1 0 0,1 1 0,-1-1 0,0 0 0,1 0 0,-1 1 0,1-1 0,0 0 0,-1 0 0,1 0 0,0 0 0,-1 1 0,1-1 0,0 0 0,0 0 0,0 0 0,0 0 0,0 0 0,0 0 0,0-1 0,0-28 0,4 16 0,1 0 0,0 1 0,1-1 0,9-15 0,9-20 0,-23 47 0,0-1 0,0 1 0,0-1 0,1 1 0,-1 0 0,1-1 0,-1 1 0,1 0 0,0 0 0,0 0 0,0 0 0,0 1 0,0-1 0,0 0 0,0 1 0,1 0 0,-1-1 0,0 1 0,4-1 0,-5 2 0,1 0 0,0 0 0,0 0 0,0 0 0,-1 0 0,1 0 0,0 0 0,0 1 0,-1-1 0,1 1 0,0-1 0,-1 1 0,1 0 0,0 0 0,-1 0 0,1 0 0,-1 0 0,1 0 0,-1 0 0,0 0 0,0 0 0,1 1 0,-1-1 0,0 1 0,0-1 0,0 1 0,0-1 0,0 1 0,0 2 0,5 9 0,0 0 0,-1 0 0,-1 0 0,0 0 0,3 26 0,-3-3 0,0 37 0,-4-55 0,-1 52 0,0-65 0,1 1 0,-2-1 0,1 1 0,0-1 0,-1 0 0,0 1 0,0-1 0,0 0 0,-7 9 0,9-14 1,0 0 0,0 0-1,0-1 1,0 1 0,0 0-1,0 0 1,0 0 0,0 0-1,0 0 1,0 0 0,0 0 0,0 0-1,0 0 1,0 0 0,0 0-1,0 0 1,-1 0 0,1 0-1,0 0 1,0 0 0,0-1-1,0 1 1,0 0 0,0 0-1,0 0 1,0 0 0,0 0 0,0 0-1,0 0 1,-1 0 0,1 0-1,0 0 1,0 0 0,3-9-1390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3:01:37.56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11 103 24575,'3'-1'0,"1"-1"0,-1 0 0,0 0 0,0 0 0,0 0 0,-1-1 0,1 1 0,4-6 0,4-2 0,-3 3 0,3-3 0,0 2 0,1-1 0,0 2 0,0-1 0,14-5 0,-23 12 0,-1 0 0,1 0 0,-1 0 0,1 1 0,0-1 0,0 1 0,-1-1 0,1 1 0,0 0 0,0 0 0,-1 0 0,1 0 0,0 0 0,0 1 0,-1 0 0,1-1 0,0 1 0,-1 0 0,1 0 0,-1 0 0,1 1 0,-1-1 0,1 0 0,-1 1 0,0 0 0,0-1 0,0 1 0,0 0 0,0 0 0,0 0 0,0 1 0,-1-1 0,2 3 0,1 2 0,0 0 0,-1 1 0,0-1 0,-1 1 0,1 0 0,-2-1 0,1 1 0,0 15 0,-2 70 0,-2-51 0,2-35 0,-1 1 0,0-1 0,-1 0 0,0 1 0,0-1 0,-1 0 0,1 0 0,-2 0 0,1-1 0,-1 1 0,-4 6 0,2-4 0,-1-1 0,0 0 0,0 0 0,0-1 0,-1 0 0,0 0 0,-13 8 0,19-13 0,0-1 0,0 1 0,0-1 0,0 0 0,-1 0 0,1 0 0,0 0 0,-1 0 0,1 0 0,-1-1 0,1 1 0,-1-1 0,0 1 0,1-1 0,-1 0 0,1 0 0,-1-1 0,1 1 0,-1 0 0,1-1 0,-1 1 0,1-1 0,-1 0 0,1 0 0,-1 0 0,1 0 0,-3-2 0,2 0 0,1 1 0,-1-1 0,1-1 0,0 1 0,-1 0 0,1 0 0,1-1 0,-1 1 0,0-1 0,1 0 0,0 1 0,0-1 0,0 0 0,0 0 0,0 0 0,1 0 0,0-5 0,-1-6 0,1 0 0,1 0 0,3-20 0,-4 30 0,1 0 0,1 0 0,-1 0 0,1 0 0,0 0 0,0 0 0,0 1 0,0-1 0,1 1 0,0 0 0,0 0 0,0 0 0,7-7 0,-10 11 0,1-1 0,-1 1 0,1-1 0,-1 1 0,1 0 0,-1-1 0,1 1 0,-1 0 0,1-1 0,0 1 0,-1 0 0,1 0 0,0-1 0,-1 1 0,1 0 0,0 0 0,-1 0 0,1 0 0,0 0 0,-1 0 0,1 0 0,0 0 0,-1 0 0,1 0 0,0 0 0,-1 1 0,1-1 0,0 0 0,-1 0 0,1 1 0,0-1 0,-1 0 0,1 1 0,-1-1 0,1 1 0,-1-1 0,1 1 0,-1-1 0,1 1 0,-1-1 0,0 1 0,1-1 0,-1 1 0,1 0 0,-1-1 0,0 1 0,0-1 0,1 1 0,-1 0 0,0-1 0,0 1 0,0 0 0,0-1 0,0 1 0,0 1 0,7 44 0,-7-42 0,2 19 0,-1 1 0,-1 0 0,-1 0 0,-8 40 0,8-57 0,-1 0 0,0 0 0,-1 0 0,0 0 0,0-1 0,0 1 0,-1-1 0,0 0 0,0 0 0,0 0 0,-1 0 0,0-1 0,0 0 0,0 0 0,-1 0 0,0-1 0,0 0 0,0 0 0,-12 6 0,-4 0-1365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3:01:42.73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214 273 24575,'-4'5'0,"-1"-2"0,0 1 0,0 0 0,0-1 0,0 0 0,0 0 0,-1-1 0,1 0 0,-1 0 0,0 0 0,1 0 0,-1-1 0,0 0 0,0 0 0,-8 0 0,-34 7 0,42-6 0,-1 0 0,0 1 0,1 0 0,-10 5 0,14-6 0,-1-1 0,1 1 0,0-1 0,0 1 0,0 0 0,0 0 0,0 0 0,0 0 0,1 0 0,-1 0 0,0 0 0,1 1 0,0-1 0,-2 5 0,3-7 0,0 1 0,0-1 0,0 1 0,0 0 0,1-1 0,-1 1 0,0-1 0,0 1 0,1-1 0,-1 1 0,0-1 0,1 1 0,-1-1 0,0 1 0,1-1 0,-1 1 0,1-1 0,-1 1 0,1-1 0,-1 0 0,1 1 0,-1-1 0,1 0 0,-1 1 0,1-1 0,-1 0 0,1 0 0,0 0 0,-1 0 0,1 1 0,0-1 0,-1 0 0,1 0 0,1 0 0,26 2 0,-25-2 0,57 2 0,73 6 0,-90-5 0,67-2 0,-49-2 0,-60 1 0,0 1 0,0-1 0,0 0 0,0 0 0,0 0 0,0 0 0,1 0 0,-1 0 0,0 0 0,0 0 0,0 0 0,0-1 0,0 1 0,0 0 0,0-1 0,0 1 0,0-1 0,0 1 0,0-1 0,-1 1 0,1-1 0,0 0 0,0 1 0,0-1 0,-1 0 0,1 0 0,0 0 0,-1 0 0,1 1 0,0-1 0,-1 0 0,0 0 0,1 0 0,-1 0 0,1 0 0,-1 0 0,0 0 0,0 0 0,1 0 0,-1 0 0,0-1 0,0 1 0,0 0 0,0 0 0,-1 0 0,1 0 0,0 0 0,0 0 0,-1 0 0,1 0 0,0 0 0,-1 0 0,0-1 0,-4-9 0,0 1 0,0 0 0,-1 0 0,-8-9 0,8 10 0,-22-37 0,1-2 0,-37-96 0,63 141 7,0 0-1,-1 1 1,0-1-1,0 0 1,0 1 0,0 0-1,0-1 1,0 1-1,0 0 1,-1 0-1,1 0 1,-1 0-1,0 1 1,-4-4-1,-45-12-922,44 15 369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3:01:50.23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10 133 24575,'-1'-1'0,"0"-1"0,0 1 0,0-1 0,0 0 0,0 0 0,1 1 0,-1-1 0,0 0 0,1 0 0,0 0 0,-1 0 0,1 0 0,0 0 0,0 0 0,0 0 0,0 0 0,0 0 0,0 0 0,1 0 0,-1 1 0,1-1 0,-1 0 0,1 0 0,0 0 0,1-2 0,3-7 0,1-1 0,13-18 0,-11 17 0,-7 12 0,-1 0 0,0 0 0,1 0 0,0 0 0,-1 0 0,1 0 0,0 0 0,-1 1 0,1-1 0,0 0 0,0 0 0,0 1 0,-1-1 0,1 0 0,0 1 0,0-1 0,0 1 0,0-1 0,0 1 0,2-1 0,-2 1 0,0 0 0,-1 1 0,1-1 0,0 0 0,-1 1 0,1-1 0,0 1 0,-1-1 0,1 0 0,-1 1 0,1-1 0,-1 1 0,1 0 0,-1-1 0,1 1 0,-1-1 0,1 1 0,-1 0 0,0-1 0,1 1 0,-1 0 0,0 1 0,3 7 0,0 1 0,-1-1 0,2 15 0,-3-19 0,13 162 0,-8-73 0,-4-31-1365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3:01:52.9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283 76 24575,'-83'1'0,"-89"-3"0,171 2 0,0 1 0,0-1 0,0 0 0,0-1 0,0 1 0,0 0 0,0 0 0,-1 0 0,1-1 0,0 1 0,0-1 0,0 1 0,0-1 0,0 1 0,0-1 0,1 1 0,-1-1 0,0 0 0,0 1 0,0-1 0,0 0 0,1 0 0,-1 0 0,0 0 0,1 0 0,-1 0 0,1 1 0,-1-1 0,1-1 0,-1 1 0,1 0 0,0 0 0,0 0 0,-1 0 0,1 0 0,0 0 0,0 0 0,0 0 0,0 0 0,0 0 0,0-1 0,0 1 0,1 0 0,-1 0 0,1-1 0,-1 0 0,1 0 0,0 0 0,0-1 0,0 1 0,1 0 0,-1 1 0,0-1 0,1 0 0,-1 0 0,1 0 0,0 1 0,-1-1 0,1 1 0,0-1 0,0 1 0,0 0 0,0 0 0,0 0 0,0 0 0,0 0 0,4-1 0,25-1 0,0 2 0,0 1 0,-1 1 0,1 2 0,45 9 0,-22-4 0,207 16 0,-154-19-68,189 3-1229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04:05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1819 24575,'223'2'0,"241"-5"0,-423 0 0,74-17 0,-70 11 0,52-5 0,-54 10 0,50-13 0,19-2 0,-17 9 0,206-29 0,-176 17 0,219-8 0,131 28 0,-241 4 0,7825-2 0,-7695-12 0,-6-1 0,-287 13 0,70 1 0,240-30 0,366-140 0,-613 135 0,41-16 0,-2-6 0,311-150 0,-216 78 0,103-52 0,-286 135 0,418-226 0,-17-19 0,-406 241 23,50-36-1411,-111 71-5438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04:08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0 151 24575,'12'-1'0,"0"0"0,-1-1 0,1 0 0,-1-1 0,21-9 0,6 0 0,33-8 0,1 4 0,110-12 0,-53 7 0,-88 12 0,66-5 0,-78 10 0,-23 2 0,-1 1 0,0 0 0,1 0 0,0 1 0,-1-1 0,1 1 0,-1 1 0,1-1 0,0 1 0,5 1 0,-10-1 0,0 0 0,0 0 0,0 0 0,-1 0 0,1 0 0,0 0 0,-1 0 0,1 0 0,-1 0 0,1 0 0,-1 0 0,1 0 0,-1 1 0,0-1 0,1 0 0,-1 0 0,0 0 0,0 1 0,0-1 0,0 0 0,0 0 0,0 1 0,-1-1 0,1 0 0,0 0 0,-1 0 0,1 1 0,0-1 0,-1 0 0,0 0 0,1 0 0,-1 0 0,-1 2 0,-25 40 0,25-41 0,-83 102 0,50-64 0,-40 59 0,64-79-1365,4-4-5461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10:38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24575,'1076'0'-1365,"-1050"0"-5461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10:40.0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24575,'93'5'0,"159"28"0,-241-31 0,-6-2 0,1 1 0,-1 0 0,0 0 0,1 0 0,-1 1 0,0 0 0,0 0 0,7 3 0,-12-4 0,0-1 0,0 0 0,1 0 0,-1 0 0,0 0 0,0 1 0,1-1 0,-1 0 0,0 0 0,0 1 0,0-1 0,0 0 0,1 0 0,-1 1 0,0-1 0,0 0 0,0 0 0,0 1 0,0-1 0,0 0 0,0 1 0,0-1 0,0 0 0,0 1 0,0-1 0,0 0 0,0 0 0,0 1 0,0-1 0,0 0 0,0 1 0,0-1 0,0 0 0,0 0 0,0 1 0,-1-1 0,-10 9 0,-18 1 0,29-10 0,-77 23-682,-100 43-1,142-50-6143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10:41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24575,'12'0'0,"40"0"0,39 0 0,25 0 0,23 0 0,25 0 0,17 0 0,-3 0 0,-16 0 0,-31 0 0,-30 0 0,-32 0-8191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20:10:43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0 24575,'28'3'0,"0"0"0,-1 2 0,1 1 0,46 18 0,-47-16 0,111 33 0,-126-35 0,-21 0 0,-27 2 0,33-7 0,-70 14-341,-1 2 0,2 4-1,-120 53 1,166-62-6485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1:10:00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6089 1390 24575,'14'-1'0,"-1"-2"0,0 0 0,1 0 0,-1-1 0,0-1 0,21-11 0,-7 5 0,6-4 0,0-2 0,-1-1 0,0-1 0,-2-2 0,0-1 0,-2-1 0,0-1 0,36-42 0,-57 56 0,0 1 0,0-2 0,0 1 0,-2-1 0,1 0 0,-1 0 0,-1 0 0,0-1 0,-1 1 0,0-1 0,2-18 0,-1-13 0,-3-83 0,-2 74 0,0 35 0,-1 0 0,-1 0 0,0 0 0,-1 1 0,-1-1 0,-1 1 0,0 0 0,-1 1 0,0 0 0,-2 0 0,1 0 0,-2 1 0,0 0 0,-1 1 0,0 0 0,-1 1 0,0 0 0,-26-19 0,22 22 0,-1 0 0,0 0 0,0 2 0,-1 0 0,1 1 0,-35-7 0,-22-8 0,3 0 0,-1 2 0,-1 4 0,-1 2 0,-93-2 0,-117-20 0,97 9 0,27 3 0,68 8 0,-97-3 0,-185-9 0,-81-23 0,75 13 0,152 18 0,155 11 0,-273-16 0,-1574 24 95,872 2-1555,1028-2-5366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1:10:08.3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265 0 24575,'-2'5'0,"0"-1"0,0 0 0,-1 0 0,0 0 0,1 0 0,-1-1 0,-1 1 0,-5 5 0,1-1 0,-39 41 0,-65 51 0,63-58 0,47-41 0,0 0 0,1 1 0,-1-1 0,1 1 0,-1-1 0,1 1 0,0 0 0,0-1 0,-1 1 0,1 0 0,0 0 0,1 0 0,-2 2 0,2-3 0,0 0 0,0 0 0,1 0 0,-1-1 0,0 1 0,1 0 0,-1 0 0,0 0 0,1 0 0,-1-1 0,1 1 0,-1 0 0,1 0 0,0-1 0,-1 1 0,1-1 0,0 1 0,-1 0 0,1-1 0,0 1 0,0-1 0,0 0 0,-1 1 0,1-1 0,0 1 0,0-1 0,0 0 0,0 0 0,0 0 0,-1 1 0,1-1 0,1 0 0,206 36 0,-169-31 0,-5-1-109,-17-2-70,-1 0-1,0 0 1,-1 2-1,1 0 1,0 0-1,20 10 1,-11-1-6647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1:11:04.9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12820 7335 24575,'-2'-3'0,"0"1"0,1-1 0,-1 0 0,1 1 0,-1-1 0,1 0 0,0 0 0,0 0 0,-1-5 0,-2-8 0,-56-135 0,-111-204 0,-111-130 0,206 356 0,-323-547 0,-23 65 0,391 570 0,-234-301 0,159 202 0,-128-160 0,-241-214 0,331 378 0,-218-200 0,237 231 0,-141-92 0,153 121 0,-317-202 0,-22 35 0,317 181 0,-326-139 0,95 51 0,-383-134 0,394 170 0,-92-28 0,233 76 0,-146-40 0,-339-84 0,552 148 0,-194-50 0,-142-42 0,111 34 0,124 25 0,149 43 0,64 20 0,-15-5 0,-1 2 0,0 3 0,-84-11 0,-509-55 0,238 22 0,186 20 0,-38-3 0,-416 13 0,610 22-285,2-3 1,-1-2-1,-104-30 0,157 37 59,-11-4-6600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1:11:09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24575,'0'-4'0,"4"-1"0,6 4 0,4 2 0,5 5 0,-2 6 0,1 1 0,1 1 0,1 4 0,2 1 0,1-1 0,-4-1 0,-1-3 0,1 1 0,0-3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1:11:10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1 184 24575,'0'-4'0,"4"-5"0,5-1 0,6 1 0,3-3 0,4-2 0,1-3 0,1 1 0,4 0 0,6-2 0,-3-2 0,-3 3 0,-2 4 0,-6 5-8191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12:07.8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24575,'1'8'0,"1"-1"0,0 0 0,0 0 0,0 0 0,1 0 0,0 0 0,1 0 0,-1 0 0,1-1 0,8 10 0,-2-1 0,9 12 0,1-1 0,1-1 0,1-1 0,2-1 0,0-1 0,50 35 0,177 93 0,-234-141 0,19 9 0,0-1 0,72 22 0,76 6 0,-114-29 0,106 38 0,-91-25 0,357 125 0,-380-131 0,83 31 0,237 79 0,-303-105-1365,-51-15-5461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12:13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281 0 24575,'0'3'0,"1"0"0,0 0 0,0 0 0,1 0 0,-1 0 0,1 0 0,-1 0 0,1-1 0,0 1 0,0-1 0,3 4 0,2 3 0,39 55 0,-5-9 0,-3 2 0,49 96 0,-86-150 0,0-1 0,0 1 0,0-1 0,0 1 0,0 0 0,0-1 0,-1 1 0,0 0 0,1-1 0,-1 1 0,0 0 0,0 0 0,-1-1 0,1 1 0,-1 0 0,1 0 0,-1-1 0,0 1 0,0-1 0,-1 4 0,-1-2 0,1-1 0,-1 0 0,1 1 0,-1-1 0,0 0 0,-1 0 0,1-1 0,0 1 0,-1-1 0,1 0 0,-9 4 0,-1-1 0,0 0 0,0-1 0,-1 0 0,1-1 0,-1-1 0,0 0 0,-16 0 0,-301-7-1365,311 5-5461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5:07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1 643 24575,'0'-3'0,"0"1"0,1-1 0,-1 0 0,1 1 0,0-1 0,0 1 0,0-1 0,0 1 0,0-1 0,0 1 0,1 0 0,-1-1 0,1 1 0,0 0 0,0 0 0,0 0 0,0 1 0,0-1 0,0 0 0,3-1 0,6-4 0,0 0 0,23-9 0,-30 15 0,281-95 0,-133 50 0,218-92 0,-297 109 0,-70 28 0,56-23 0,111-28 0,-36 24 0,-47 12 0,0-5 0,86-31 0,-168 50-63,23-9-588,45-24 0,-52 23-6175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5:12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24575,'544'0'0,"-544"-1"0,0 1 0,1 0 0,-1 0 0,0 0 0,1 0 0,-1 0 0,0 0 0,1 0 0,-1 0 0,0 0 0,1 0 0,-1 0 0,1 0 0,-1 0 0,0 0 0,1 0 0,-1 0 0,0 0 0,1 0 0,-1 0 0,0 1 0,1-1 0,-1 0 0,0 0 0,1 0 0,-1 1 0,0-1 0,0 0 0,1 0 0,-1 1 0,0-1 0,0 0 0,0 1 0,1-1 0,-1 0 0,0 1 0,0 0 0,-10 10 0,-26 10 0,35-21 0,-8 5-71,-11 4 138,1 2-1,-33 23 1,48-30-160,-1 0-1,1 0 1,0 0 0,0 1-1,0-1 1,0 1-1,1 0 1,0 0 0,0 0-1,0 1 1,0-1 0,1 1-1,0-1 1,1 1-1,-3 7 1,1 14-6733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5:15.4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0 512 24575,'13'0'0,"15"-4"0,15-9 0,12-10 0,1-6 0,3-6 0,0 0 0,-3 1 0,-11-2 0,-5 2 0,3-1 0,2-4 0,6 2 0,-3-1 0,3-2 0,5-3 0,-7 7-8191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5:17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24575,'81'-4'0,"134"-24"0,-175 22 0,-40 6 0,1 0 0,0-1 0,-1 1 0,1 0 0,0 0 0,-1 0 0,1 0 0,0 0 0,-1 0 0,1 0 0,0 0 0,-1 0 0,1 0 0,0 0 0,-1 0 0,1 1 0,0-1 0,-1 0 0,1 0 0,-1 1 0,1-1 0,-1 0 0,1 1 0,0-1 0,-1 1 0,1-1 0,-1 0 0,1 1 0,-1-1 0,0 1 0,1 0 0,0 0 0,-1 1 0,0-1 0,0 1 0,0-1 0,0 1 0,0 0 0,0-1 0,0 1 0,-1 0 0,1-1 0,-1 1 0,1-1 0,-2 4 0,-25 40 0,-49 45 132,9-13-1629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5:28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 0 24575,'-4'1'0,"1"1"0,-1 0 0,1-1 0,0 1 0,0 0 0,0 0 0,0 1 0,0-1 0,0 1 0,0-1 0,1 1 0,-1 0 0,-3 6 0,-4 3 0,-66 74 23,46-50-486,-2-1 1,-42 36-1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1:27.9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1 646 24575,'1'0'0,"225"-5"0,-183 1 0,0-2 0,-1-2 0,51-15 0,22-15 0,-24 7 0,153-31 0,420-75 0,-632 127 0,-1 0 0,-1-2 0,58-32 0,-55 26 0,2 1 0,45-15 0,-38 19 0,103-37 0,-94 31 0,103-24 0,-23 8 0,-81 20-1365,-11 2-5461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1:30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24575,'401'0'0,"-385"2"0,-16-2 0,0 0 0,0 0 0,0 0 0,0 0 0,0 0 0,0 0 0,0 1 0,1-1 0,-1 0 0,0 0 0,0 0 0,0 0 0,0 0 0,0 1 0,0-1 0,0 0 0,0 0 0,0 0 0,0 0 0,0 0 0,0 0 0,0 1 0,0-1 0,0 0 0,0 0 0,0 0 0,0 0 0,0 0 0,-1 1 0,1-1 0,0 0 0,0 0 0,0 0 0,0 0 0,0 0 0,0 0 0,0 0 0,0 1 0,0-1 0,-1 0 0,1 0 0,0 0 0,0 0 0,0 0 0,0 0 0,0 0 0,-1 0 0,-27 16 0,9-7 0,2 4 27,1 1-1,0 1 1,1 0-1,-17 22 1,15-17-526,-1 0-1,-27 22 1,25-28-6327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1:32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1 536 24575,'3'-1'0,"0"0"0,-1 0 0,1-1 0,0 1 0,0-1 0,-1 0 0,1 1 0,-1-1 0,4-5 0,6-2 0,40-31 0,88-90 0,1-1 0,-9 16 0,-126 108-170,0 0-1,-1 0 0,0-1 1,0 0-1,-1 0 0,0 0 1,4-11-1,-1 0-6655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1:42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92 24575,'22'0'0,"-6"1"0,0 0 0,0-2 0,0 0 0,0 0 0,0-2 0,0 0 0,0 0 0,-1-2 0,25-10 0,56-43 0,-95 58 0,-1-1 0,1 1 0,0-1 0,0 1 0,-1 0 0,1 0 0,0-1 0,0 1 0,0 0 0,-1 0 0,1 0 0,0 0 0,0 0 0,0 0 0,-1 0 0,1 0 0,0 0 0,0 0 0,0 0 0,0 0 0,-1 1 0,1-1 0,0 0 0,0 1 0,-1-1 0,1 0 0,0 1 0,-1-1 0,1 1 0,0-1 0,-1 1 0,1 0 0,-1-1 0,1 1 0,0-1 0,-1 1 0,0 0 0,1 0 0,-1-1 0,1 1 0,-1 0 0,0 0 0,0-1 0,1 1 0,-1 2 0,8 40 0,-7-40 0,0 171-62,-2-114-1241,1-44-5523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3:35.1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24575,'0'560'0,"4"-453"0,27 151 0,5 72 0,-31-244 0,23 119 0,35 82 0,-12-57 0,59 194 0,-48-237-1365,-55-161-5461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3:36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1057 0 24575,'-1'21'0,"-1"-1"0,-1 0 0,0 0 0,-2 0 0,-1-1 0,-8 22 0,1-4 0,-428 1119 0,114-402 0,169-315 0,100-262 0,43-129-1365,4-13-5461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3:41.7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83 24575,'3'1'0,"0"1"0,0-1 0,0 1 0,0 0 0,0 0 0,0 1 0,-1-1 0,1 1 0,-1-1 0,0 1 0,0 0 0,0-1 0,3 6 0,3 2 0,97 130 0,-63-80 0,2-3 0,63 64 0,-104-118 0,-1-1 0,1 1 0,0-1 0,0 0 0,0 0 0,0 0 0,0 0 0,0 0 0,0 0 0,0-1 0,1 0 0,5 2 0,-8-3 0,0 0 0,-1 0 0,1 0 0,0 0 0,0 0 0,0-1 0,0 1 0,0 0 0,0-1 0,0 1 0,-1 0 0,1-1 0,0 1 0,0-1 0,0 1 0,-1-1 0,1 1 0,0-1 0,0-1 0,1 0 0,-1 0 0,1-1 0,-1 1 0,1-1 0,-1 1 0,0-1 0,0 1 0,1-6 0,3-15 2,-1 0 0,-1-1 0,-1 1 0,-2-47 0,-18-99-9,3 37-1361,13 98-5458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0:43:43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24575,'2'0'0,"-1"1"0,1-1 0,0 1 0,-1 0 0,1 0 0,0-1 0,-1 1 0,1 0 0,-1 0 0,0 1 0,1-1 0,-1 0 0,0 0 0,0 1 0,0-1 0,0 1 0,0-1 0,0 1 0,1 2 0,15 32 0,3 25 0,-3 0 0,10 75 0,-13-55 0,5 163 0,-18-251 0,0 0 0,1 1 0,0-1 0,0 0 0,0 1 0,1 0 0,0 0 0,0-1 0,0 2 0,9-11 0,51-63 0,-47 61 0,2 0 0,1 1 0,1 1 0,1 1 0,0 0 0,40-19 0,-41 22 0,0 2-170,0 1-1,1 1 0,-1 1 1,2 0-1,-1 2 0,1 0 1,33-2-1,-12 3-6655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2T10:44:26.6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26,'1734'0,"-1518"-13,10 0,1213 15,-1408-2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34:57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1 121 24575,'85'-9'0,"863"-7"0,-670 17 0,106 1 0,706-13 0,-597-31 0,44-1 0,127 41 0,-319 4 0,979-2-1365,-1296 0-5461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34:58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1 24575,'17'1'0,"0"1"0,0 1 0,0 1 0,0 0 0,-1 2 0,17 7 0,8 1 0,63 25 0,32 11 0,-135-50 0,-1 0 0,1 0 0,0 0 0,-1 0 0,1 1 0,0-1 0,-1 0 0,1 0 0,-1 0 0,1 1 0,0-1 0,-1 0 0,1 1 0,-1-1 0,1 1 0,-1-1 0,1 0 0,-1 1 0,1-1 0,-1 1 0,0 0 0,1-1 0,-1 1 0,0-1 0,1 2 0,-1-1 0,0-1 0,-1 1 0,1 0 0,0-1 0,-1 1 0,1 0 0,-1-1 0,1 1 0,-1-1 0,1 1 0,-1-1 0,0 1 0,1-1 0,-1 1 0,1-1 0,-1 1 0,0-1 0,-1 1 0,-49 19 0,35-15 0,-76 30 0,20-8 0,-93 48 0,82-31-1365,58-30-5461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35:01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24575,'221'15'0,"-132"-5"0,601 64 0,-308-32 0,59 14 0,-160-18 0,101-3 0,-196-19 0,-70-6 0,362 50 0,573 206 0,-931-233 0,130 39 0,167 74 0,-320-112 0,137 28 0,-45-14 0,-20-6 0,32 9 0,-172-44 0,0-1 0,0-1 0,33 0 0,-41-4 0,0 1 0,0 0 0,-1 1 0,1 1 0,-1 2 0,0 0 0,0 0 0,21 12 0,-7-4-1365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35:03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0 24575,'0'6'0,"1"1"0,1-1 0,-1 0 0,1 0 0,0 0 0,0 0 0,0-1 0,1 1 0,0-1 0,0 1 0,1-1 0,5 7 0,7 7 0,30 27 0,31 24 0,96 65 0,-172-135 0,3 3 0,1 0 0,-1 0 0,0 1 0,0-1 0,6 8 0,-10-10 0,1-1 0,-1 1 0,0-1 0,0 0 0,0 1 0,1-1 0,-1 0 0,0 1 0,0-1 0,0 1 0,0-1 0,0 1 0,0-1 0,0 0 0,0 1 0,0-1 0,0 1 0,0-1 0,0 1 0,0-1 0,0 0 0,0 1 0,-1-1 0,1 1 0,0-1 0,0 0 0,0 1 0,-1 0 0,0 0 0,0 0 0,-1 0 0,1-1 0,0 1 0,-1 0 0,1 0 0,0-1 0,-1 1 0,1-1 0,-1 1 0,1-1 0,-3 1 0,-83 16 0,0-4 0,-143 5 0,165-15-1365,34 2-5461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55:48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 24575,'653'0'0,"-615"-2"-72,54-9 0,-54 5-1149,-14 3-5605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55:53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24575,'3'1'0,"1"1"0,0-1 0,-1 0 0,0 1 0,1 0 0,-1 0 0,0 0 0,0 0 0,0 1 0,4 4 0,13 7 0,193 120 0,-211-133 0,0 1 0,0-1 0,-1 0 0,1 1 0,0 0 0,-1-1 0,1 1 0,-1 0 0,1 0 0,-1 0 0,0 0 0,0 0 0,0 0 0,0 0 0,0 0 0,0 1 0,-1-1 0,1 0 0,-1 0 0,1 4 0,-1-3 0,-1 1 0,1-1 0,-1 1 0,0-1 0,0 0 0,0 1 0,0-1 0,0 0 0,-1 0 0,1 1 0,-1-1 0,-3 3 0,-3 5 0,-2 0 0,1-1 0,-1 0 0,-1-1 0,-20 14 0,-3 3 1,21-15-456,0-1-1,-28 15 1,17-15-6371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55:57.4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0 120 24575,'309'2'0,"321"-5"0,-185-32 0,-71 3 0,-93 7 0,102-1 0,-56 27-1365,-297-1-5461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55:59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24575,'36'0'0,"0"2"0,1 1 0,-2 2 0,45 12 0,131 26 0,-176-36 0,28 6 0,-60-12 0,1 0 0,-1 0 0,1 1 0,-1-1 0,0 1 0,0 0 0,0 0 0,0 0 0,0 0 0,0 1 0,-1-1 0,1 1 0,-1 0 0,3 3 0,-4-5 0,0 1 0,-1 0 0,1 0 0,-1 0 0,0 0 0,1 0 0,-1 0 0,0-1 0,0 1 0,0 0 0,0 0 0,0 0 0,-1 0 0,1 0 0,0 0 0,-1 0 0,0 0 0,1-1 0,-1 1 0,0 0 0,0-1 0,0 1 0,0 0 0,0-1 0,-3 3 0,-4 6 0,-1 0 0,-17 15 0,18-18 0,-385 294 0,363-281-1365,5-6-5461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59:07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24575,'20'2'0,"-1"0"0,0 2 0,0 1 0,0 0 0,29 12 0,-4-1 0,297 108 0,-76-26 0,1011 285 0,-688-216 0,1409 378 0,-1417-396 0,293 68 0,-510-141 0,130 28 0,-5 29 0,389 184 0,-473-164 0,-44-10 0,-75-28 0,-182-75 0,-2 4 0,112 67 0,509 262 0,-107-63 0,-483-232 0,225 178 0,-11 14 0,242 211 0,44 86 0,-330-304 0,-253-222 17,29 29-1399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59:10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0 644 24575,'171'2'0,"187"-4"0,-349 1 0,0 1 0,0-1 0,0 0 0,0-1 0,14-4 0,-22 5 0,1 1 0,-1-1 0,0 1 0,1-1 0,-1 0 0,0 0 0,0 1 0,1-1 0,-1 0 0,0 0 0,0 0 0,0 0 0,0 0 0,0-1 0,0 1 0,-1 0 0,1 0 0,0-1 0,0 1 0,-1 0 0,1-1 0,-1 1 0,0 0 0,1-1 0,-1 1 0,0-1 0,0 1 0,1-1 0,-1 1 0,0-1 0,-1 1 0,1-1 0,0 1 0,0 0 0,-1-1 0,1 1 0,0-1 0,-1 1 0,0 0 0,1-1 0,-2-1 0,-22-41 0,-44-65 0,-18-32 0,58 89 0,16 30 0,0 0 0,2 0 0,0-1 0,-5-24 0,2-2-1365,1-1-5461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59:12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0 287 24575,'150'2'0,"158"-4"0,-249-6 0,-1-2 0,1-2 0,61-22 0,94-20 0,-89 29 0,233-79 0,-334 95-227,1 1-1,0 2 1,0 0-1,1 2 1,27-2-1,-33 6-6598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59:13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 24575,'163'-1'0,"171"3"0,-326-2 0,0 0 0,1 0 0,-1 1 0,1 0 0,-1 0 0,15 5 0,-23-6 0,1 0 0,0 1 0,-1-1 0,1 0 0,-1 1 0,1-1 0,-1 1 0,1-1 0,-1 1 0,1-1 0,-1 1 0,1-1 0,-1 1 0,1 0 0,-1-1 0,0 1 0,0 0 0,1-1 0,-1 1 0,0 0 0,0-1 0,0 1 0,1 0 0,-1-1 0,0 1 0,0 0 0,0-1 0,0 1 0,0 0 0,-1 0 0,1-1 0,0 1 0,0 0 0,0-1 0,-1 1 0,1 0 0,0-1 0,0 1 0,-1-1 0,1 1 0,-1 0 0,1-1 0,-1 1 0,1-1 0,-2 2 0,-25 27 0,24-26 0,-106 109 0,91-91 0,1 0 0,1 2 0,-23 41 0,31-44-455,0 0 0,-8 39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2:00:08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24575,'1'14'0,"0"0"0,1 0 0,0 0 0,1 0 0,1 0 0,8 20 0,42 77 0,-33-71 0,13 27 0,70 130 0,-74-147 0,64 84 0,6-2 0,92 163 0,-158-239 0,139 280 0,-43-73 0,42 26 0,28 51 0,1 17 0,0-2 0,-107-190 0,-41-75 0,47 107 0,-60-110 0,16 38 0,82 212 0,-34-91 0,156 355 0,-238-555-1365,-6-9-5461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2:00:12.7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0 426 24575,'2'3'0,"-1"-1"0,1 0 0,-1 0 0,1 0 0,0 0 0,0 0 0,-1-1 0,2 1 0,-1 0 0,0-1 0,0 0 0,0 1 0,5 1 0,5 5 0,149 106 0,-114-82 0,53 48 0,37 25 0,-121-94 0,-11-7 0,1 0 0,0 0 0,0-1 0,0 0 0,9 3 0,-14-5 0,0-1 0,0 0 0,0 0 0,0 0 0,-1 0 0,1 0 0,0 0 0,0 0 0,0 0 0,0 0 0,0 0 0,0-1 0,0 1 0,0 0 0,0-1 0,0 1 0,-1-1 0,1 1 0,0-1 0,0 1 0,0-1 0,-1 1 0,1-1 0,0 0 0,-1 1 0,1-1 0,-1 0 0,1 0 0,0-1 0,12-29 0,-12 26 0,18-70 0,12-95 0,-15 71 0,55-307-1365,-66 376-5461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2:18:53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 24575,'1334'0'0,"-1299"-2"-682,41-6-1,-40 3-6143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2:18:55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 0 24575,'198'105'0,"-153"-87"0,-37-16 0,0 0 0,-1 1 0,0 0 0,0 1 0,0-1 0,0 1 0,0 1 0,7 5 0,-14-9 0,1 0 0,-1 0 0,1 0 0,-1 0 0,1-1 0,-1 1 0,0 0 0,1 0 0,-1 0 0,0 0 0,0 0 0,0 0 0,0 0 0,0 0 0,0 0 0,0 0 0,0 0 0,0 0 0,0 0 0,0 0 0,-1 0 0,1 0 0,0 0 0,-1-1 0,1 1 0,0 0 0,-1 0 0,1 0 0,-1 0 0,0-1 0,1 1 0,-1 0 0,0-1 0,1 1 0,-1 0 0,0-1 0,0 1 0,0-1 0,-1 2 0,-43 25 0,35-22 0,-58 33-116,-251 127-1133,290-153-5577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07:49.58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91 42 24575,'0'1'0,"1"-1"0,-1 0 0,0 1 0,1-1 0,-1 0 0,0 1 0,1-1 0,-1 0 0,0 1 0,1-1 0,-1 1 0,0-1 0,0 0 0,0 1 0,1-1 0,-1 1 0,0-1 0,0 1 0,0-1 0,0 1 0,0-1 0,0 1 0,0-1 0,0 1 0,0-1 0,0 1 0,0-1 0,0 1 0,0-1 0,-1 0 0,1 1 0,0-1 0,0 1 0,0-1 0,-1 1 0,1 0 0,-9 25 0,7-22 0,-4 15 0,-2 0 0,0-1 0,-1 0 0,0-1 0,-15 20 0,23-36 0,1-1 0,0 1 0,-1 0 0,1-1 0,0 0 0,-1 1 0,1-1 0,-1 1 0,1-1 0,0 1 0,-1-1 0,1 0 0,-1 1 0,1-1 0,-1 0 0,0 0 0,1 1 0,-1-1 0,1 0 0,-1 0 0,1 0 0,-1 0 0,0 0 0,1 1 0,-1-1 0,0-1 0,-4-11 0,9-23 0,13-42 77,6-24-1519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07:52.13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113 0 24575,'0'8'0,"0"7"0,-4 5 0,-6 2 0,0 2 0,-3 1 0,-4-4 0,-2-5 0,2-2 0,4 1 0,3 2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07:55.82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10:52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1384 24575,'22'-45'0,"9"-16"0,-22 44 0,0 0 0,11-32 0,-5 6 0,1 2 0,3 0 0,38-63 0,50-90 0,-79 141 0,38-76 0,40-91 0,-36 34 0,-59 159 0,-4 13 0,-1-1 0,6-26 0,-8 29-172,0-1 0,10-20-1,-10 24-675,5-11-5978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10:54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0 269 24575,'13'-12'0,"1"1"0,24-15 0,-11 9 0,171-121 0,-173 120 0,-19 12 0,0 1 0,0 0 0,1 0 0,0 1 0,0 0 0,0 0 0,0 1 0,0-1 0,16-3 0,-21 7 0,-1 0 0,1 1 0,0-1 0,-1 0 0,1 1 0,0-1 0,-1 1 0,1 0 0,0-1 0,-1 1 0,1 0 0,-1 0 0,0 0 0,1 0 0,-1 0 0,0 0 0,1 1 0,-1-1 0,0 0 0,0 1 0,0-1 0,0 1 0,0-1 0,1 3 0,17 43 0,-15-35 0,25 73 0,25 64 0,-45-126-1365,-1-3-5461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11:11.3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3526 24575,'2514'0'0,"-2049"-24"0,-6 0 0,-343 19 0,136-24 0,62-5 0,17 31 0,148-9 0,-274 1 0,29-2 0,-189 8 0,310-39 0,-257 27 0,549-72 0,-387 61 0,232-12 0,-466 40 0,33 1 0,0-4 0,75-11 0,-12-8 0,110-22 0,-121 17 0,4-1 0,133-49 0,71-30 0,-210 73 0,154-70 0,-18 5 0,-87 42 0,233-120 0,-345 153 0,-2-2 0,0-2 0,-2-2 0,-1-2 0,-2-1 0,60-66 0,-28 19 0,-9 11 0,65-93 0,245-330 0,-276 369 0,85-95 0,13-13 0,-74 81 0,156-191 0,-179 206 0,-60 71-1365,-25 45-5461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11:13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0 385 24575,'3'-1'0,"1"0"0,-1-1 0,0 1 0,0-1 0,0 0 0,-1 0 0,1 0 0,0 0 0,2-3 0,13-8 0,201-119 0,-199 120 0,0 1 0,1 1 0,24-8 0,30-14 0,106-50 0,-74 35 0,-105 46 0,1 0 0,-1 0 0,1 0 0,-1 0 0,1 0 0,0 0 0,0 1 0,-1 0 0,1-1 0,0 1 0,0 0 0,-1 0 0,6 1 0,-7-1 0,0 1 0,1 0 0,-1 0 0,0 0 0,1-1 0,-1 1 0,0 0 0,0 1 0,0-1 0,0 0 0,0 0 0,0 0 0,0 1 0,0-1 0,0 0 0,-1 1 0,1-1 0,-1 0 0,1 1 0,-1-1 0,1 1 0,-1-1 0,0 1 0,1 0 0,-1 2 0,1 21 0,0 0 0,-1 1 0,-2-1 0,0 0 0,-7 26 0,-3 30 0,9 42-549,3-106-267,0 3-6010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4:58.49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0 191 24575,'6'-2'0,"0"1"0,-1-1 0,1 0 0,-1-1 0,1 1 0,-1-1 0,0 0 0,8-6 0,4-2 0,208-98 0,-146 65-1365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0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3207 24575,'22'0'0,"0"0"0,0-2 0,-1 0 0,1-2 0,-1 0 0,0-1 0,0-1 0,0-2 0,-1 0 0,0 0 0,32-21 0,49-27 0,-36 21 0,186-88 0,-66 34 0,-18-13 0,-48 26 0,31-27 0,10-7 0,-142 100 0,-1-1 0,-1-1 0,0-1 0,-1 0 0,0-1 0,-1-1 0,17-22 0,7-14 0,51-90 0,-60 92 0,58-116 0,9-52 0,40-97 0,-108 253 0,4 1 0,2 1 0,3 2 0,55-67 0,22-5 0,-9 11 0,-82 85 0,-2 0 0,-1-2 0,25-57 0,18-34 0,-55 114 0,4-9 0,1 0 0,21-25 0,-33 45 0,0 1 0,0-1 0,0 0 0,-1 0 0,1 0 0,0-1 0,-1 1 0,1 0 0,0 0 0,-1 0 0,0 0 0,1-1 0,-1 1 0,1-2 0,-1 3 0,-1-1 0,1 1 0,0-1 0,0 1 0,0-1 0,0 1 0,0 0 0,-1-1 0,1 1 0,0-1 0,0 1 0,-1-1 0,1 1 0,0 0 0,-1-1 0,1 1 0,0 0 0,-1-1 0,1 1 0,-1 0 0,1 0 0,0-1 0,-1 1 0,1 0 0,-1-1 0,-4 0 0,1 0 0,0 1 0,-1-1 0,1 1 0,0-1 0,-1 1 0,-6 1 0,-223 33 0,61-6 0,-126 0 0,274-28 0,25 0 0,0 0 0,0 0 0,0 0 0,0 0 0,0 0 0,1-1 0,-1 1 0,0 0 0,0 0 0,0 0 0,0 0 0,0 0 0,0 0 0,0 0 0,0 0 0,0 0 0,0-1 0,0 1 0,0 0 0,0 0 0,0 0 0,0 0 0,0 0 0,0 0 0,0 0 0,0 0 0,0-1 0,0 1 0,-1 0 0,1 0 0,0 0 0,0 0 0,0 0 0,0 0 0,0 0 0,0 0 0,0 0 0,0 0 0,0 0 0,0 0 0,0 0 0,0-1 0,-1 1 0,1 0 0,0 0 0,0 0 0,0 0 0,0 0 0,0 0 0,0 0 0,0 0 0,0 0 0,0 0 0,-1 0 0,1 0 0,0 0 0,0 0 0,0 0 0,0 0 0,0 0 0,0 0 0,0 0 0,0 0 0,0 0 0,-1 1 0,1-1 0,34-12 0,94-17 0,79-23 0,-175 41 0,-1 0 0,0-3 0,0 0 0,39-27 0,-44 23 0,-20 12 0,1 1 0,0 0 0,0 0 0,0 0 0,1 1 0,0 0 0,-1 1 0,1 0 0,16-4 0,-23 7 0,1 0 0,-1 1 0,1-1 0,-1 0 0,1 1 0,-1-1 0,0 1 0,1 0 0,-1 0 0,0-1 0,1 1 0,-1 0 0,0 0 0,0 0 0,0 0 0,0 0 0,0 0 0,0 0 0,0 1 0,0-1 0,0 0 0,-1 1 0,1-1 0,0 0 0,-1 1 0,1-1 0,-1 1 0,1-1 0,-1 3 0,9 51 0,-8-48 0,3 52 0,-2 0 0,-2 0 0,-3 0 0,-19 99 0,12-109 0,-3 0 0,-1-1 0,-3-1 0,-1 0 0,-47 82 0,61-122 0,0-1 0,0 1 0,-1-1 0,0 0 0,0 0 0,-7 5 0,12-10 0,-1-1 0,1 1 0,-1-1 0,1 0 0,-1 1 0,0-1 0,1 0 0,-1 1 0,0-1 0,1 0 0,-1 0 0,1 0 0,-1 0 0,0 1 0,1-1 0,-1 0 0,0 0 0,1 0 0,-1 0 0,0 0 0,0-1 0,1 1 0,-1 0 0,1 0 0,-1 0 0,0-1 0,1 1 0,-2-1 0,1 0 0,-1-1 0,1 0 0,0 0 0,0 0 0,0 0 0,0 0 0,0 0 0,0 0 0,0 0 0,1 0 0,-1 0 0,1 0 0,0-1 0,-1-1 0,-1-22 0,0 0 0,2 0 0,1 0 0,8-46 0,0 26 0,28-85 0,-20 87 0,3 0 0,1 1 0,2 1 0,2 1 0,45-55 0,-33 50 0,3 2 0,1 2 0,2 2 0,51-37 0,-73 62 0,44-24 0,-56 34 0,0 1 0,0 0 0,0 1 0,0 0 0,1 1 0,-1 0 0,1 0 0,10 1 0,-16 1 0,0 0 0,0 1 0,0 0 0,0 0 0,0 0 0,0 0 0,-1 0 0,1 1 0,0 0 0,-1 0 0,1 0 0,-1 0 0,0 0 0,0 1 0,1-1 0,-2 1 0,1 0 0,0 0 0,-1 0 0,1 0 0,-1 1 0,0-1 0,0 1 0,0-1 0,0 1 0,1 5 0,5 12 0,-1 0 0,-1 1 0,4 33 0,-7-43 0,12 77 0,-4-1 0,-4 2 0,-4-1 0,-12 140 0,8-220 0,-2 17 0,-11 46 0,13-67 0,-1 1 0,1-1 0,-1 1 0,-1-1 0,1 0 0,-1 0 0,1 0 0,-2 0 0,1 0 0,0-1 0,-1 1 0,0-1 0,0 0 0,-7 5 0,10-8 0,0 0 0,-1-1 0,1 1 0,-1-1 0,1 1 0,-1-1 0,1 1 0,-1-1 0,1 0 0,-1 0 0,0 1 0,1-1 0,-1 0 0,1-1 0,-1 1 0,1 0 0,-1 0 0,1-1 0,-1 1 0,1-1 0,-1 1 0,1-1 0,-1 0 0,1 1 0,0-1 0,-1 0 0,1 0 0,0 0 0,0 0 0,0 0 0,-1 0 0,0-2 0,-3-3 0,0-1 0,0 0 0,1 0 0,-1 0 0,-3-10 0,-7-19 0,2-1 0,1-1 0,-13-74 0,-5-126 0,23 175 0,-22-354 0,28 454 0,-2-1 0,-2 0 0,-1 1 0,-1-2 0,-2 1 0,-2-1 0,-26 58 0,10-35 0,-3-2 0,-2-2 0,-67 87 0,91-131 0,-4 8 0,-2-1 0,0-1 0,0 0 0,-2-1 0,0 0 0,-35 24 0,49-38 0,0 0 0,0 0 0,0 0 0,0 0 0,0 0 0,0 0 0,0-1 0,0 1 0,-1 0 0,1-1 0,0 0 0,0 0 0,0 0 0,-1 0 0,1 0 0,0 0 0,0 0 0,-1-1 0,1 1 0,0-1 0,0 1 0,0-1 0,0 0 0,0 0 0,0 0 0,0 0 0,0 0 0,0-1 0,0 1 0,1 0 0,-1-1 0,1 0 0,-1 1 0,1-1 0,-1 0 0,0-2 0,-3-4 0,1 0 0,0-1 0,1 1 0,0-1 0,0 0 0,1 0 0,-2-13 0,1 1 0,0-1 0,2 1 0,0-1 0,2 1 0,0 0 0,1-1 0,10-37 0,-8 45 0,0 1 0,2-1 0,-1 2 0,2-1 0,0 1 0,0 0 0,1 0 0,0 0 0,1 2 0,1-1 0,-1 1 0,22-17 0,7 2 0,-32 23 0,0-1 0,-1 0 0,1-1 0,-1 1 0,0-1 0,0 0 0,0 0 0,-1-1 0,0 0 0,0 1 0,0-1 0,0-1 0,5-8 0,-4 3 0,-3 10 0,-3 24 0,-6 18 0,-2-1 0,-2 0 0,-1 0 0,-2-2 0,-25 49 0,-112 179 0,148-262 0,-24 32 0,27-35 0,-1-1 0,1 1 0,0-1 0,-1 1 0,1-1 0,-1 1 0,1-1 0,-1 0 0,0 1 0,1-1 0,-1 0 0,1 1 0,-1-1 0,0 0 0,1 0 0,-1 1 0,1-1 0,-1 0 0,0 0 0,1 0 0,-1 0 0,0 0 0,1 0 0,-1 0 0,0 0 0,1 0 0,-1 0 0,0 0 0,1 0 0,-1-1 0,0 1 0,1 0 0,-1 0 0,0-1 0,1 1 0,-1-1 0,1 1 0,-1 0 0,1-1 0,-1 1 0,1-1 0,-1 1 0,1-1 0,-1 1 0,1-1 0,0 1 0,-1-1 0,1 0 0,0 1 0,0-1 0,-1 1 0,1-1 0,0 0 0,0 1 0,0-1 0,0-1 0,-5-16 0,1 0 0,1 0 0,1-1 0,1 1 0,2-34 0,-1 18 0,0 4 0,2 0 0,1 0 0,2 0 0,0 0 0,3 1 0,0 0 0,1 1 0,2 0 0,1 0 0,31-51 0,53-62 0,-81 121 0,1 1 0,1 1 0,1 1 0,35-27 0,-50 41 0,1 1 0,-1 0 0,0 0 0,1 0 0,0 0 0,-1 0 0,1 1 0,0 0 0,0 0 0,6-1 0,-8 2 0,-1 0 0,1 0 0,-1 1 0,1-1 0,-1 0 0,0 1 0,1 0 0,-1-1 0,1 1 0,-1 0 0,0-1 0,0 1 0,1 0 0,-1 0 0,0 0 0,0 0 0,0 0 0,0 1 0,0-1 0,0 0 0,-1 0 0,1 1 0,0-1 0,0 0 0,-1 1 0,1-1 0,-1 1 0,0-1 0,1 1 0,-1 1 0,7 30-55,-2 0 1,-2 0-1,-1 0 0,-4 67 0,0-52-1036,1 22-5735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08.5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49 24575,'8'-4'0,"3"-5"0,3-1 0,7 0 0,5 4 0,1 1 0,0 2 0,0 2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12.7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1 260 24575,'0'0'0,"0"-1"0,1 0 0,-1 0 0,0 1 0,1-1 0,-1 0 0,1 1 0,-1-1 0,1 0 0,-1 1 0,1-1 0,0 1 0,-1-1 0,1 1 0,0-1 0,-1 1 0,1-1 0,0 1 0,0 0 0,-1-1 0,1 1 0,0 0 0,0 0 0,0 0 0,1-1 0,25-3 0,-24 3 0,139-21 0,66-6 0,-163 24 0,83-9 0,-95 6 0,0-1 0,35-15 0,-34 10 0,52-11 0,-61 21 0,42-2 0,15-1 0,-31 0 0,92 1 0,-15 2 0,-28-8 0,58-2 0,-23 14 0,-1427-1 0,1286 0 0,7-2 0,16-4 0,27-5 0,43 4 0,136 7 0,-97 2 0,43-14 0,-13 0 0,39 12-1365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18.8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1 434 24575,'0'-1'0,"0"0"0,0 0 0,1 0 0,-1 0 0,0 1 0,1-1 0,-1 0 0,1 0 0,-1 1 0,1-1 0,-1 0 0,1 1 0,-1-1 0,1 0 0,0 1 0,-1-1 0,1 1 0,0-1 0,0 1 0,-1-1 0,1 1 0,0 0 0,0-1 0,0 1 0,0 0 0,-1 0 0,3-1 0,27-3 0,-27 4 0,254-2 0,0 1 0,-241-1 0,0-1 0,0 0 0,-1-2 0,1 1 0,21-11 0,69-41 0,-48 16 0,-46 31 0,-1 0 0,1 1 0,0 0 0,1 1 0,23-9 0,-19 9 0,1 2 0,0 0 0,1 1 0,-1 1 0,1 1 0,-1 1 0,1 0 0,22 3 0,-39-2 0,-1 0 0,1 0 0,0 0 0,-1 1 0,1-1 0,0 0 0,-1 1 0,1-1 0,-1 1 0,1 0 0,-1 0 0,1-1 0,-1 1 0,1 0 0,-1 0 0,0 1 0,1-1 0,-1 0 0,0 0 0,0 0 0,0 1 0,1 1 0,-2-2 0,0 0 0,0 0 0,0 1 0,0-1 0,0 0 0,0 0 0,0 0 0,-1 0 0,1 0 0,0 0 0,-1 0 0,1 1 0,-1-1 0,1 0 0,-1 0 0,1 0 0,-1-1 0,0 1 0,1 0 0,-1 0 0,0 0 0,0 0 0,0-1 0,0 1 0,0 0 0,0-1 0,0 1 0,0-1 0,0 1 0,0-1 0,0 1 0,0-1 0,-2 1 0,-31 11 0,-1-2 0,-1 0 0,1-3 0,-62 6 0,38-6 0,-250 32 0,301-38 0,-31 6 0,36-6 0,1-1 0,0 1 0,0 0 0,0 0 0,0 0 0,0 0 0,0 0 0,0 0 0,0 1 0,1-1 0,-1 0 0,0 1 0,1 0 0,-2 1 0,2-2 0,1-1 0,0 0 0,0 1 0,0-1 0,-1 1 0,1-1 0,0 1 0,0-1 0,0 0 0,0 1 0,0-1 0,0 1 0,0-1 0,0 1 0,0-1 0,0 0 0,0 1 0,0-1 0,0 1 0,1-1 0,-1 1 0,0-1 0,0 0 0,0 1 0,0-1 0,1 1 0,-1-1 0,0 0 0,1 1 0,-1-1 0,0 0 0,0 1 0,1-1 0,-1 0 0,1 0 0,-1 1 0,0-1 0,1 0 0,0 0 0,18 8 0,20-1 0,-1-1 0,1-2 0,-1-2 0,50-4 0,-33 2 0,-21 0 0,118-6 0,-132 4 0,0-1 0,0-1 0,0-1 0,-1-1 0,31-14 0,-38 14 0,103-43 0,-99 43 0,1 2 0,-1 0 0,1 1 0,0 1 0,24-1 0,-9 1 0,41-7 0,-41 4 0,42-1 0,976 6 0,-477 1 0,-552-2 0,1-2 0,-1 0 0,-1-1 0,27-9 0,-26 7 0,1 0 0,0 2 0,41-4 0,-30 6 0,47-10 0,-29 4 0,5-3 0,-32 6 0,37-3 0,-42 6 0,0-1 0,0 0 0,-1-2 0,1 0 0,-1-1 0,-1 0 0,19-11 0,-6 5 0,52-13 0,-6 1 0,15-17 269,-37 15-1903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21.3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24575,'56'3'0,"99"18"0,18 1 0,280-18 0,-240-6 0,516 2-1365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26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1 123 24575,'0'0'0,"0"-1"0,1 0 0,-1 0 0,0 0 0,1 0 0,-1 1 0,1-1 0,-1 0 0,1 0 0,-1 1 0,1-1 0,-1 0 0,1 1 0,0-1 0,-1 1 0,1-1 0,0 1 0,-1-1 0,1 1 0,0-1 0,0 1 0,0 0 0,0-1 0,-1 1 0,1 0 0,0 0 0,1-1 0,28-3 0,-27 3 0,318-3 0,-174 6 0,-93-2 0,95-14 0,-45 3 0,13-2 0,-51 7 0,126 3 0,-168 3 0,-131 0 0,175-19 0,14 13 0,131 5 0,-93 3 0,-78-2 0,0-2 0,62-10 0,-50 5 0,1 2 0,0 3 0,55 5 0,-7-1 0,225-2-1365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43.5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1 370 24575,'71'1'0,"77"-2"0,-135-1 0,0-1 0,-1 0 0,1-1 0,13-5 0,-12 3 0,0 2 0,0 0 0,16-3 0,23-3 0,-34 6 0,0 1 0,37-2 0,-40 5 0,-11-1 0,0 1 0,0 0 0,0 0 0,1 1 0,-1 0 0,7 1 0,-53 8 0,-85-9 0,771-1 0,-443 8 0,-168-8 0,0 1 0,0 2 0,49 11 0,-60-11 0,0 0 0,-1-2 0,1-1 0,26-2 0,10 0 0,-50 2 0,0 1 0,0 1 0,-1-1 0,16 6 0,-17-5 0,1 1 0,0-1 0,0-1 0,0 0 0,12 1 0,-27-4 0,0 1 0,0-1 0,0-1 0,0 1 0,-9-6 0,-5 0 0,-320-138 0,299 125 0,19 9 0,0 1 0,-49-17 0,-91-7 0,147 31 0,0-1 0,0 0 0,0-2 0,1 0 0,-16-9 0,11 6-273,0 1 0,-1 1 0,0 0 0,-28-5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45.04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166 1 24575,'-3'0'0,"-3"0"0,-3 0 0,-2 0 0,-1 0 0,0 0 0,-2 0 0,-2 0 0,1 1 0,0 0 0,0 2 0,2 1 0,0 1 0,2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51.05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29 24575,'227'-7'0,"-6"7"0,-1 0 0,-112-21-1365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38:45.8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1,'768'0,"-733"2,1 1,-1 2,37 11,-18-4,-27-7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38:49.1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1 331,'70'3,"102"18,32 3,177-22,-188-4,-167 3,49 9,-54-5,1-2,0-1,25 0,-46-2,1 0,-1 0,1 0,-1 0,1 0,-1-1,1 1,-1 0,0-1,1 1,-1-1,0 0,1 1,-1-1,0 0,0 0,0 0,1 0,-1 0,0 0,0 0,-1 0,1 0,0 0,0-1,0 1,-1 0,1 0,-1-1,1 1,-1-1,1 1,-1 0,0-1,0 1,0-1,1 1,-2-1,1-2,-1-6,-1 0,0 0,-1 0,-7-17,2 6,0-9,1 7,0-1,-2 1,-12-25,19 43,-1 0,0 0,-1 0,1 0,-1 0,0 0,-1 1,1 0,-1 0,1 0,-1 1,0-1,0 1,-1 0,1 1,-1-1,-10-2,-9 0,-1 2,0 1,-40 3,35-1,-57-5,8-8,29 3,0 3,-69-1,-231 9,331-1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38:51.8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1,'39'8,"-12"-2,76 9,107 0,109-12,-191-4,-106 2,-1 2,28 5,31 3,110-10,-106-1,-64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38:57.5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53 357,'1'2,"0"1,-1 0,1-1,0 1,0-1,0 1,1-1,-1 1,1-1,-1 0,1 0,0 1,-1-1,1-1,1 1,-1 0,0 0,0-1,0 1,1-1,-1 0,1 1,4 0,7 4,1-1,25 7,10-4,-1-1,77 0,47 6,-87-5,166-5,-128-5,391 2,-799 18,228-12,-60 8,72-8,1-2,-87-5,-19 2,79 10,50-7,1 0,-23 0,-44-4,46-1,0 2,1 1,-45 9,55-6,-1-1,-1-1,1-2,-53-5,79 4,1-1,-1 0,1 0,-1 0,1 0,0 0,0-1,0 0,0 1,0-1,0 0,0-1,1 1,-1 0,1-1,-1 0,1 1,0-1,0 0,0 0,0 0,1 0,-1 0,1-1,0 1,0 0,0-1,0 1,0-6,-1-12,0 0,1 0,3-39,0 31,0-193,-2 218,0 0,1 0,0-1,0 1,0 0,0 0,1 0,-1 0,1 0,0 0,0 1,1-1,-1 1,1-1,-1 1,1 0,0 0,1 0,-1 0,0 1,1-1,-1 1,1 0,0 0,0 0,0 1,0-1,5 0,13-4,0 0,0 2,45-3,-63 7,358-4,-183 7,-137-3,0 2,57 10,-67-7,1-3,51-1,-54-2,0 2,0 1,41 7,13 3,-68-12,0 2,-1 0,1 0,-1 2,0 0,0 0,-1 2,20 8,-30-11,-1 0,1 0,-1 0,1 0,-1 0,0 1,-1-1,1 1,-1 0,1 0,-1 0,0 0,0 0,-1 0,1 1,-1-1,0 1,0 6,1 9,-1-1,-1 1,-4 23,2 25,3-55,0-9,-1 0,0 0,0 0,0 0,0 1,-2 6,2-10,-1 1,1-1,-1 0,0 0,1 1,-1-1,0 0,0 0,0 0,0 0,0 0,0 0,0 0,0 0,0-1,0 1,-1 0,1-1,0 1,-1-1,1 1,0-1,-1 0,1 1,-2-1,-100 15,67-12,0 2,0 2,0 1,-41 16,59-17,0-1,-1-1,1-1,-1 0,-22 0,-96-2,76-3,41 2,-1 1,-30 6,-22 3,52-9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38:59.6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26,'4'-3,"1"1,0-1,0 1,0 0,0 0,0 0,0 1,0 0,1 0,-1 0,1 1,-1 0,8 0,0-1,393-3,-220 6,-154 0,49 8,26 2,41-14,70 4,-77 20,-121-21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39:04.6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64 714,'0'-38,"1"-18,-3 1,-12-80,10 105,1-1,1-38,0-12,0 68,0 0,-1 1,-1-1,-4-11,4 15,1 0,0 0,0 0,1 0,1 0,-1-1,2 1,-1-15,2 22,-1 0,1-1,-1 1,1 0,0 0,0 0,0 0,0 0,0 0,0 0,1 1,-1-1,1 0,-1 1,1-1,0 1,-1-1,1 1,0 0,0 0,0 0,0 0,0 0,0 0,0 1,0-1,1 1,3-1,7-1,0 1,0 0,24 3,-21-1,310 4,-303-4,0 2,28 5,-25-3,39 2,-38-7,-15 0,-1 0,1 0,0 1,0 1,0 0,15 4,-25-5,1 1,-1-1,1 0,-1 1,0 0,1-1,-1 1,0 0,0 0,0 0,0 0,-1 1,1-1,-1 0,1 1,-1-1,0 1,0-1,0 1,0 0,0 0,-1-1,1 1,-1 0,1 0,-1 0,0-1,-1 1,1 0,0 0,-1 0,0 3,-7 42,1-4,-2 80,10-57,-2 78,1-142,-1 0,0 1,1-1,-1 0,-1 0,1 0,0 0,-1 0,1 0,-1 0,0 0,0 0,0-1,0 1,-1-1,1 1,0-1,-1 0,0 0,0 0,1-1,-1 1,0-1,0 1,-1-1,1 0,0 0,0 0,-5 0,-11 2,1-1,-1-1,0 0,-21-3,16 1,-82-2,-170 3,273 0,0 1,0-1,0 1,0 0,0 0,0 0,1 0,-1 0,0 0,1 1,-1 0,1-1,-1 1,1 0,-4 4,5-5,1 0,-1-1,1 1,-1 0,1-1,0 1,-1 0,1 0,0 0,0-1,0 1,0 0,-1 0,1 0,0 0,0-1,1 1,-1 0,0 0,0 0,0-1,0 1,1 1,0-1,0 1,0 0,0-1,1 0,-1 1,0-1,1 0,-1 1,1-1,0 0,-1 0,1 0,0-1,2 2,22 7,0-1,1-1,-1-1,30 2,1 1,-28-4,27 5,1-1,63 0,-105-9,1 0,0-1,-1-1,1 0,19-6,-30 7,-1-1,0 1,0-1,0 0,-1 0,1-1,0 1,-1-1,1 0,-1 0,0 0,0 0,0 0,-1-1,1 1,-1-1,0 0,0 1,0-1,0 0,0 0,-1-1,2-7,0-17,-2-1,-1 1,-1-1,-1 1,-11-52,4 20,5 41,0 0,-11-30,-1 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39:13.4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27,'0'-1,"0"0,1 0,-1 1,1-1,-1 0,0 0,1 1,0-1,-1 0,1 1,-1-1,1 1,0-1,-1 0,1 1,0 0,0-1,-1 1,1-1,0 1,0 0,0 0,0-1,-1 1,1 0,1 0,27-5,-25 5,103-8,137 8,-97 2,292-2,-419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39:16.0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0 313,'7'4,"-1"0,1-1,0 0,0 0,0-1,0 0,1 0,-1 0,11 0,0 1,35 6,78 2,5 1,-33-3,171-8,-128-3,-96 4,44-1,-85-2,-1 0,1 0,-1 0,0-1,0 0,0-1,0 0,10-5,-15 6,0 0,-1 0,1 0,0-1,-1 1,0-1,0 1,1-1,-2 0,1 0,0 0,0 0,-1 0,0 0,0 0,0-1,0 1,0-1,0 1,-1 0,0-1,0 1,0-1,0 1,-1-7,-2-7,-1-1,0 1,-13-31,7 20,1-2,5 13,-2 0,0 0,-13-24,17 38,0 1,0-1,-1 1,1 0,-1 0,1 0,-1 0,0 1,0-1,0 1,0-1,0 1,0 0,0 0,0 0,0 1,-1-1,-4 1,-10-1,-1 0,-19 3,15 0,-57 0,54-2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39:24.3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73 665,'1'-84,"-3"-91,-3 143,-1 0,-19-60,17 69,1-1,1 0,1 0,1-1,1 1,0-30,4 52,-1-1,1 1,0 0,-1-1,1 1,0 0,0 0,1 0,-1 0,0 0,1 0,-1 0,1 0,0 0,0 1,-1-1,1 0,0 1,0 0,0 0,1-1,-1 1,0 0,0 1,1-1,-1 0,0 1,1-1,-1 1,4 0,11-3,0 2,1 0,20 2,-19 0,360 4,-343-3,50 8,26 2,-1-11,-47-2,0 3,93 14,-153-15,0-1,0 1,-1 0,1 1,0-1,-1 0,1 1,-1 0,1 0,-1 0,0 0,0 1,0-1,0 1,0 0,0-1,-1 1,4 6,-3-3,-1 0,0 0,0 0,0 0,-1 1,0-1,0 1,0-1,-1 1,0 8,-6 508,5-581,3-69,3 107,-5 20,1 0,-1 0,1 0,-1 0,0 0,1 0,-1 1,0-1,1 0,-1 0,0 0,1 1,-1-1,0 0,0 0,1 0,-1 1,0-1,0 0,1 1,-1-1,0 0,0 1,0-1,1 0,-1 1,0-1,0 0,0 1,15 42,-13-36,31 69,-32-75,-1 0,0 0,0 0,0-1,1 1,-1 0,0 0,0 0,0-1,0 1,0 0,0 0,-1 0,1-1,0 1,0 0,0 0,-1-1,1 1,0 0,-1 0,1-1,-1 1,1 0,-1-1,1 1,-1-1,0 1,1-1,-1 1,1-1,-1 1,0-1,0 1,1-1,-1 0,0 1,0-1,1 0,-1 0,0 0,0 1,0-1,0 0,-44 1,35-2,-81-3,-135 3,211 3,0 1,0 0,1 1,-17 7,15-5,-1-1,-26 5,-14-5,0-2,-59-5,13-1,-14 3,96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39:31.7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3 406,'-2'-107,"4"-118,-1 222,-1 0,1-1,-1 1,1 0,0 0,0 0,0 1,1-1,-1 0,1 0,-1 1,1-1,0 1,0-1,0 1,0 0,1-1,-1 1,1 1,-1-1,1 0,-1 1,1-1,0 1,0 0,0-1,0 2,4-2,8-1,1 1,-1 0,1 1,24 2,-17-1,806 5,-825-6,-1 1,0 0,0 0,0 1,0-1,0 1,1-1,-1 1,0 0,0 0,0 0,-1 1,1-1,0 1,4 3,-4-2,-1 0,0 0,0 0,0 1,-1-1,1 0,-1 1,1 0,-1-1,0 1,-1 0,1-1,0 6,32 171,1-3,-28-151,-5-20,1 0,-1 0,0 0,0 0,-1 8,0-13,0 1,-1 0,1-1,0 1,-1 0,1-1,-1 1,0-1,1 1,-1-1,0 0,0 1,0-1,0 0,0 1,0-1,-1 0,1 0,0 0,0 0,-1 0,1 0,-3 1,-6 2,-1-1,1 1,0-2,-1 1,1-1,-1-1,-12 0,-83-4,48 0,-482 1,318 3,1269-1,-1042 0,0 0,0 0,0 0,0-1,0 1,0-1,-1-1,1 1,0-1,8-3,-11 3,0 0,0 0,0 0,0 0,-1 0,1 0,-1 0,1-1,-1 1,0-1,0 1,0-1,0 1,0-1,-1 1,1-1,-1 0,0 1,1-1,-1 0,-1-3,-1-35,-13-78,0 14,2 36,4 34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1:18.9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1,'1380'0,"-1376"-1,1 1,-1 1,1-1,-1 0,1 1,-1 0,1 0,-1 0,0 1,0 0,8 3,-10-3,0 0,0 0,0 0,0 0,-1 0,1 1,-1-1,1 1,-1-1,0 1,0 0,0-1,0 1,0 0,0 0,-1-1,0 1,1 0,-1 5,-1 42,-1 1,-18 95,14-107,5-37,1 1,-1-1,0 1,0 0,0-1,0 0,-1 1,1-1,-1 0,1 1,-1-1,0 0,0 0,0-1,0 1,0 0,0 0,0-1,-1 0,1 1,0-1,-1 0,1 0,-1 0,0-1,1 1,-1 0,-5-1,-9 2,1-1,-1-1,-29-4,12 2,-91 3,-56-4,108-7,42 4,-33 0,-49-6,69 6,-46-1,-366 8,436-1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1:25.6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2 524,'-2'-112,"4"-127,-1 234,-1-11,1 0,1 0,0 1,1-1,1 1,9-24,-11 36,1 0,-1 1,1-1,-1 1,1 0,0-1,0 1,0 1,0-1,0 0,1 1,-1-1,0 1,1 0,-1 0,1 1,-1-1,5 0,13 0,39 0,-43 1,53 4,104 20,-106-13,116 5,-71-18,104 3,-196 2,1 0,29 9,-42-9,1 0,-1 0,0 1,0 0,0 1,-1 0,13 9,-17-10,-1 0,1 0,-1 1,0-1,0 1,-1 0,1-1,-1 1,0 0,0 0,-1 1,1-1,-1 0,0 11,1 8,-2 0,-3 28,1-10,2-3,1-22,-1 0,-4 27,4-42,-1 1,0-1,0 0,0 0,0 0,0 0,0 0,-1 0,1-1,-1 1,1 0,-1-1,0 1,1-1,-1 1,0-1,0 0,0 0,0 0,0 0,0 0,-1 0,-3 0,-6 2,-1 0,1-1,-15 0,22-2,-381 2,175-6,-68 4,258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1:29.3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85 540,'-1'-14,"-1"-1,-1 1,0 0,-1 0,-6-17,-5-16,11 27,1 1,1-1,1-29,0 27,0 0,-5-30,-22-65,28 115,-1 0,1 1,0-1,0 0,0 0,0 1,0-1,1 0,-1 0,0 1,1-1,-1 0,1 1,0-1,0 1,-1-1,1 1,0-1,0 1,0-1,1 1,-1 0,0 0,0-1,1 1,-1 0,1 0,-1 0,1 1,-1-1,1 0,-1 1,1-1,0 1,-1-1,1 1,2-1,8 0,1-1,-1 2,0 0,17 2,-10-1,44 1,15 2,86-8,-100-7,-53 7,0 2,0 0,1 0,-1 1,1 0,-1 1,0 0,19 4,-7 0,-14-2,0-1,-1 1,1 1,-1 0,0 0,10 5,-16-6,1 0,-1 0,1 0,-1 0,0 0,0 1,0-1,0 1,0-1,-1 1,1 0,-1 0,1 0,-1 0,0 0,0 0,-1 0,1 0,-1 0,1 0,-1 5,-2 113,0-91,1 0,1 0,2 1,6 36,-3-45,-2-14,-1 0,0 1,-1-1,0 0,0 1,-1 13,0-20,-1 0,0 1,1-1,-1 0,0 0,0 0,0 0,0 0,-1 0,1 0,0 0,-1-1,1 1,-1 0,0-1,0 1,0-1,1 0,-1 1,0-1,0 0,-1 0,1 0,0-1,0 1,0 0,-1-1,-3 1,-22 3,1-2,0-1,-31-2,27 0,1 1,-37 5,20 2,-63 2,91-9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1:37.0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74 616,'0'-32,"1"3,-1 0,-1-1,-1 1,-2 0,-1 0,-15-49,11 55,1 0,1 0,1-1,2 0,0 0,1-1,2 1,2-42,-1 64,0-1,1 1,-1 0,1-1,0 1,0 0,0 0,0-1,0 1,0 0,0 0,1 0,-1 0,1 0,0 1,-1-1,1 0,0 1,0-1,0 1,0 0,0 0,0 0,1 0,-1 0,0 0,0 0,1 1,2-1,8-1,0 0,0 2,0-1,18 3,-9-1,35 2,-27-1,0 0,0-3,0 0,44-9,-46 4,0 2,0 0,1 2,-1 1,41 3,-64-1,0 0,1 1,-1-1,0 1,0 0,-1 0,1 0,0 1,-1-1,1 1,-1 0,0 1,0-1,0 1,0 0,-1 0,5 7,4 6,-2 1,0 0,9 23,-13-27,0 0,-1 1,-1 0,0 0,-1 0,-1 1,1 24,-3 0,-6 53,6-91,0 0,-1 0,1 1,-1-1,1 0,-1 0,0 0,0 0,0 0,0 0,0 0,0-1,0 1,-1 0,1 0,-1-1,1 1,-1-1,0 0,0 1,1-1,-1 0,0 0,0 0,0 0,0 0,-2 0,-6 1,0 0,0-1,0 0,-19-1,-8 2,-57 7,-94-2,181-7,0 1,0 0,-1 0,1 1,0 0,1 0,-1 0,0 1,1 0,-1 0,1 1,0 0,0 0,0 0,1 1,-1 0,1 0,0 0,-7 10,12-14,-1 0,1-1,0 1,0-1,-1 1,1 0,0-1,0 1,0-1,0 1,0 0,0-1,0 1,0 0,0-1,0 1,0-1,0 1,0 0,0-1,0 1,1-1,-1 1,0 0,1-1,-1 1,0-1,1 1,-1-1,0 1,1-1,-1 1,1-1,-1 0,1 1,-1-1,1 0,0 1,-1-1,1 0,-1 0,1 1,0-1,-1 0,1 0,-1 0,1 0,0 0,-1 0,1 0,0 0,39 3,-37-3,69-1,125-20,-128 15,-49 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1:47.2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72 730,'-1'-1,"1"1,-1 0,0 0,0-1,0 1,1-1,-1 1,0 0,0-1,1 1,-1-1,0 0,1 1,-1-1,1 0,-1 1,1-1,-1 0,1 1,-1-1,1 0,-1 0,1 0,0 1,0-1,0 0,-1-1,-3-28,3 27,-22-147,13 101,2 0,-1-79,8 48,4-72,-3 149,1 1,-1 0,1-1,-1 1,1 0,0-1,0 1,0 0,0 0,1 0,-1 0,0 0,1 0,0 0,-1 1,1-1,0 1,0-1,0 1,0-1,0 1,0 0,0 0,0 0,0 0,1 0,-1 1,0-1,3 0,9-1,1 0,-1 1,29 2,-3-1,355-16,263 16,-651-1,0 2,0-1,-1 1,1 0,0 0,-1 0,1 1,-1 0,0 1,12 5,-14-5,0 0,0 0,-1 1,1-1,-1 1,0-1,0 1,0 0,-1 0,1 1,-1-1,0 0,0 1,0-1,-1 1,1 5,8 33,-3 0,4 68,-10 89,-2-99,7-56,-5-39,1 0,-1 0,-1 0,1 0,-1 0,0 0,-1 8,0-12,0 0,1 0,-1 0,0 0,0 0,0 0,-1-1,1 1,0 0,-1-1,1 1,-1-1,1 0,-1 1,0-1,1 0,-1 0,0 0,0 0,0 0,0 0,0-1,0 1,0-1,-4 1,-33 5,-1-2,0-2,1-2,-47-4,-18-1,-8 4,-177 3,186 9,-54 2,124-12,21 0,1 0,-1-1,1-1,-1 0,1 0,-17-5,27 6,0-1,-1 1,1-1,0 0,0 0,0 1,0-1,0 0,0 0,0 0,0 0,0 0,0 0,0 0,0 0,1-1,-1 1,0 0,1 0,-1-1,1 1,0 0,-1-1,1 1,0 0,0-1,0 1,0-1,0 1,0 0,0-1,0 1,1-3,2-5,0 0,0 0,1 0,5-9,0-4,-7 17,1 0,-1 0,1 0,-1 0,1 0,1 0,-1 1,1 0,0 0,0 0,0 0,0 0,1 1,-1 0,1-1,0 2,0-1,6-2,2 1,0 1,1 0,-1 0,1 2,0 0,19 0,821 6,-834-5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1:51.4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53 704,'-1'-36,"0"1,-3-1,-1 0,-14-53,11 49,1-1,3 1,1-1,2 0,5-41,-2-14,-2 84,-1 5,1 0,1 0,-1 0,3-12,-3 18,1-1,-1 0,1 1,0-1,-1 1,1-1,0 1,0 0,0-1,0 1,0 0,0-1,0 1,1 0,-1 0,0 0,1 0,-1 0,1 0,-1 1,1-1,-1 0,1 1,2-1,13-1,0 1,-1 1,1 1,0 0,-1 1,18 5,7-1,87 18,33 3,-121-25,0-2,0-2,59-11,-66 9,-30 3,0 0,0 1,1 0,-1 0,0 0,0 0,1 0,-1 0,0 1,0 0,1-1,-1 1,0 1,0-1,0 0,5 4,-6-3,0 0,0 1,0-1,-1 1,1 0,0-1,-1 1,0 0,0 0,0 0,0 0,0 0,0 0,-1 0,0 1,0-1,0 5,9 112,1 44,-8-125,2 0,11 52,-3-27,-12-62,0 0,0 0,0 0,-1 0,1 0,0 0,-1 0,1 0,-1 0,0 0,0 0,0-1,0 1,0 0,0 0,0-1,0 1,0-1,-1 1,1-1,-1 0,1 0,-1 1,0-1,1 0,-1 0,0 0,0-1,1 1,-1 0,0-1,-2 1,-10 3,-1 0,1-2,-20 3,21-4,-54 4,-105-6,-37 3,139 11,50-8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07:49.58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91 42 24575,'0'1'0,"1"-1"0,-1 0 0,0 1 0,1-1 0,-1 0 0,0 1 0,1-1 0,-1 0 0,0 1 0,1-1 0,-1 1 0,0-1 0,0 0 0,0 1 0,1-1 0,-1 1 0,0-1 0,0 1 0,0-1 0,0 1 0,0-1 0,0 1 0,0-1 0,0 1 0,0-1 0,0 1 0,0-1 0,0 1 0,0-1 0,-1 0 0,1 1 0,0-1 0,0 1 0,0-1 0,-1 1 0,1 0 0,-9 25 0,7-22 0,-4 15 0,-2 0 0,0-1 0,-1 0 0,0-1 0,-15 20 0,23-36 0,1-1 0,0 1 0,-1 0 0,1-1 0,0 0 0,-1 1 0,1-1 0,-1 1 0,1-1 0,0 1 0,-1-1 0,1 0 0,-1 1 0,1-1 0,-1 0 0,0 0 0,1 1 0,-1-1 0,1 0 0,-1 0 0,1 0 0,-1 0 0,0 0 0,1 1 0,-1-1 0,0-1 0,-4-11 0,9-23 0,13-42 77,6-24-1519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07:52.13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113 0 24575,'0'8'0,"0"7"0,-4 5 0,-6 2 0,0 2 0,-3 1 0,-4-4 0,-2-5 0,2-2 0,4 1 0,3 2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07:55.82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2:13.6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1384 24575,'22'-45'0,"9"-16"0,-22 44 0,0 0 0,11-32 0,-5 6 0,1 2 0,3 0 0,38-63 0,50-90 0,-79 141 0,38-76 0,40-91 0,-36 34 0,-59 159 0,-4 13 0,-1-1 0,6-26 0,-8 29-172,0-1 0,10-20-1,-10 24-675,5-11-5978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2:13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0 269 24575,'13'-12'0,"1"1"0,24-15 0,-11 9 0,171-121 0,-173 120 0,-19 12 0,0 1 0,0 0 0,1 0 0,0 1 0,0 0 0,0 0 0,0 1 0,0-1 0,16-3 0,-21 7 0,-1 0 0,1 1 0,0-1 0,-1 0 0,1 1 0,0-1 0,-1 1 0,1 0 0,0-1 0,-1 1 0,1 0 0,-1 0 0,0 0 0,1 0 0,-1 0 0,0 0 0,1 1 0,-1-1 0,0 0 0,0 1 0,0-1 0,0 1 0,0-1 0,1 3 0,17 43 0,-15-35 0,25 73 0,25 64 0,-45-126-1365,-1-3-5461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3:16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4201 24575,'0'1'0,"1"0"0,-1 0 0,0 0 0,1 0 0,-1-1 0,1 1 0,-1 0 0,1 0 0,0-1 0,-1 1 0,1 0 0,0-1 0,-1 1 0,1-1 0,0 1 0,0-1 0,0 1 0,-1-1 0,1 1 0,0-1 0,0 0 0,0 1 0,0-1 0,1 0 0,27 6 0,-25-5 0,12 1 0,0 0 0,1-1 0,-1-1 0,1-1 0,30-5 0,77-26 0,-83 20 0,31-7 0,0 4 0,1 4 0,0 2 0,142 2 0,519 9 0,-428-3 0,-255-1 0,55-10 0,36-3 0,542 12 0,-349 6 0,1616-3 0,-1669 18 0,-162-7 0,115 12 0,271 12 0,491-37 0,-792 17 0,0-1 0,9-14 0,327 10 0,535 9 0,-719-21 0,-264 4 0,-40 0 0,1-2 0,60-9 0,-80 1 0,-1-1 0,-1-2 0,0-2 0,0-1 0,43-26 0,-58 31 0,30-15 0,-1-2 0,-1-2 0,53-45 0,-52 32 0,205-172 0,-227 191 0,0 0 0,-1-2 0,-2 0 0,0-2 0,-2 0 0,31-56 0,-27 38 0,27-69 0,-15 29 0,115-261 0,9-20 0,-93 210 0,11-26 0,-50 122 0,-3-1 0,17-68 0,18-127 0,-29 139 0,-16 67 0,9-61 0,34-235 0,-38 261 0,4 1 0,35-84 0,78-148 0,-68 194 0,-36 69 0,3-20 0,-24 47 0,22-36 0,8-15-1365,-29 52-5461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3:18.3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0 332 24575,'6'-1'0,"-1"-1"0,1 0 0,-1-1 0,1 1 0,-1-1 0,0 0 0,0 0 0,0 0 0,6-7 0,6-2 0,147-102 0,-62 41 0,-71 54 0,1 2 0,44-17 0,-49 22 0,-20 9 0,1 0 0,-1 0 0,1 1 0,0 0 0,0 0 0,0 1 0,0 0 0,0 0 0,10 1 0,-14 0 0,-1 1 0,1-1 0,-1 1 0,0 0 0,1 0 0,-1 0 0,0 0 0,0 1 0,0-1 0,0 1 0,0 0 0,0 0 0,0 0 0,-1 0 0,1 0 0,-1 1 0,1-1 0,-1 1 0,0 0 0,0 0 0,0-1 0,0 1 0,-1 0 0,3 5 0,20 67 0,-18-52 0,1-1 0,10 22 0,89 194 0,-97-214-1365,-2-3-5461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6:13.64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282 13 24575,'0'4'0,"-3"1"0,-6-4 0,-4-2 0,-7-5 0,-4 3 0,-2 1 0,1 2 0,0 0 0,1 0 0,2 1 0,0-4 0,0-2 0,-3 1 0,3 4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6:17.43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6:19.56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5 24575,'4'0'0,"0"-3"0,1 1 0,-1 6 0,-2 5 0,0 5 0,-1 4 0,-1 6 0,0 2 0,0 1 0,0-2 0,0 4 0,-1-1 0,1-1 0,0-1 0,0-2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6:22.58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24575,'0'4'0,"0"4"0,0 5 0,4 7 0,0 4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6:28.39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4:58.49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0 191 24575,'6'-2'0,"0"1"0,-1-1 0,1 0 0,-1-1 0,1 1 0,-1-1 0,0 0 0,8-6 0,4-2 0,208-98 0,-146 65-1365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0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3207 24575,'22'0'0,"0"0"0,0-2 0,-1 0 0,1-2 0,-1 0 0,0-1 0,0-1 0,0-2 0,-1 0 0,0 0 0,32-21 0,49-27 0,-36 21 0,186-88 0,-66 34 0,-18-13 0,-48 26 0,31-27 0,10-7 0,-142 100 0,-1-1 0,-1-1 0,0-1 0,-1 0 0,0-1 0,-1-1 0,17-22 0,7-14 0,51-90 0,-60 92 0,58-116 0,9-52 0,40-97 0,-108 253 0,4 1 0,2 1 0,3 2 0,55-67 0,22-5 0,-9 11 0,-82 85 0,-2 0 0,-1-2 0,25-57 0,18-34 0,-55 114 0,4-9 0,1 0 0,21-25 0,-33 45 0,0 1 0,0-1 0,0 0 0,-1 0 0,1 0 0,0-1 0,-1 1 0,1 0 0,0 0 0,-1 0 0,0 0 0,1-1 0,-1 1 0,1-2 0,-1 3 0,-1-1 0,1 1 0,0-1 0,0 1 0,0-1 0,0 1 0,0 0 0,-1-1 0,1 1 0,0-1 0,0 1 0,-1-1 0,1 1 0,0 0 0,-1-1 0,1 1 0,0 0 0,-1-1 0,1 1 0,-1 0 0,1 0 0,0-1 0,-1 1 0,1 0 0,-1-1 0,-4 0 0,1 0 0,0 1 0,-1-1 0,1 1 0,0-1 0,-1 1 0,-6 1 0,-223 33 0,61-6 0,-126 0 0,274-28 0,25 0 0,0 0 0,0 0 0,0 0 0,0 0 0,0 0 0,1-1 0,-1 1 0,0 0 0,0 0 0,0 0 0,0 0 0,0 0 0,0 0 0,0 0 0,0 0 0,0 0 0,0-1 0,0 1 0,0 0 0,0 0 0,0 0 0,0 0 0,0 0 0,0 0 0,0 0 0,0 0 0,0-1 0,0 1 0,-1 0 0,1 0 0,0 0 0,0 0 0,0 0 0,0 0 0,0 0 0,0 0 0,0 0 0,0 0 0,0 0 0,0 0 0,0 0 0,0-1 0,-1 1 0,1 0 0,0 0 0,0 0 0,0 0 0,0 0 0,0 0 0,0 0 0,0 0 0,0 0 0,0 0 0,-1 0 0,1 0 0,0 0 0,0 0 0,0 0 0,0 0 0,0 0 0,0 0 0,0 0 0,0 0 0,0 0 0,-1 1 0,1-1 0,34-12 0,94-17 0,79-23 0,-175 41 0,-1 0 0,0-3 0,0 0 0,39-27 0,-44 23 0,-20 12 0,1 1 0,0 0 0,0 0 0,0 0 0,1 1 0,0 0 0,-1 1 0,1 0 0,16-4 0,-23 7 0,1 0 0,-1 1 0,1-1 0,-1 0 0,1 1 0,-1-1 0,0 1 0,1 0 0,-1 0 0,0-1 0,1 1 0,-1 0 0,0 0 0,0 0 0,0 0 0,0 0 0,0 0 0,0 0 0,0 1 0,0-1 0,0 0 0,-1 1 0,1-1 0,0 0 0,-1 1 0,1-1 0,-1 1 0,1-1 0,-1 3 0,9 51 0,-8-48 0,3 52 0,-2 0 0,-2 0 0,-3 0 0,-19 99 0,12-109 0,-3 0 0,-1-1 0,-3-1 0,-1 0 0,-47 82 0,61-122 0,0-1 0,0 1 0,-1-1 0,0 0 0,0 0 0,-7 5 0,12-10 0,-1-1 0,1 1 0,-1-1 0,1 0 0,-1 1 0,0-1 0,1 0 0,-1 1 0,0-1 0,1 0 0,-1 0 0,1 0 0,-1 0 0,0 1 0,1-1 0,-1 0 0,0 0 0,1 0 0,-1 0 0,0 0 0,0-1 0,1 1 0,-1 0 0,1 0 0,-1 0 0,0-1 0,1 1 0,-2-1 0,1 0 0,-1-1 0,1 0 0,0 0 0,0 0 0,0 0 0,0 0 0,0 0 0,0 0 0,0 0 0,1 0 0,-1 0 0,1 0 0,0-1 0,-1-1 0,-1-22 0,0 0 0,2 0 0,1 0 0,8-46 0,0 26 0,28-85 0,-20 87 0,3 0 0,1 1 0,2 1 0,2 1 0,45-55 0,-33 50 0,3 2 0,1 2 0,2 2 0,51-37 0,-73 62 0,44-24 0,-56 34 0,0 1 0,0 0 0,0 1 0,0 0 0,1 1 0,-1 0 0,1 0 0,10 1 0,-16 1 0,0 0 0,0 1 0,0 0 0,0 0 0,0 0 0,0 0 0,-1 0 0,1 1 0,0 0 0,-1 0 0,1 0 0,-1 0 0,0 0 0,0 1 0,1-1 0,-2 1 0,1 0 0,0 0 0,-1 0 0,1 0 0,-1 1 0,0-1 0,0 1 0,0-1 0,0 1 0,1 5 0,5 12 0,-1 0 0,-1 1 0,4 33 0,-7-43 0,12 77 0,-4-1 0,-4 2 0,-4-1 0,-12 140 0,8-220 0,-2 17 0,-11 46 0,13-67 0,-1 1 0,1-1 0,-1 1 0,-1-1 0,1 0 0,-1 0 0,1 0 0,-2 0 0,1 0 0,0-1 0,-1 1 0,0-1 0,0 0 0,-7 5 0,10-8 0,0 0 0,-1-1 0,1 1 0,-1-1 0,1 1 0,-1-1 0,1 1 0,-1-1 0,1 0 0,-1 0 0,0 1 0,1-1 0,-1 0 0,1-1 0,-1 1 0,1 0 0,-1 0 0,1-1 0,-1 1 0,1-1 0,-1 1 0,1-1 0,-1 0 0,1 1 0,0-1 0,-1 0 0,1 0 0,0 0 0,0 0 0,0 0 0,-1 0 0,0-2 0,-3-3 0,0-1 0,0 0 0,1 0 0,-1 0 0,-3-10 0,-7-19 0,2-1 0,1-1 0,-13-74 0,-5-126 0,23 175 0,-22-354 0,28 454 0,-2-1 0,-2 0 0,-1 1 0,-1-2 0,-2 1 0,-2-1 0,-26 58 0,10-35 0,-3-2 0,-2-2 0,-67 87 0,91-131 0,-4 8 0,-2-1 0,0-1 0,0 0 0,-2-1 0,0 0 0,-35 24 0,49-38 0,0 0 0,0 0 0,0 0 0,0 0 0,0 0 0,0 0 0,0-1 0,0 1 0,-1 0 0,1-1 0,0 0 0,0 0 0,0 0 0,-1 0 0,1 0 0,0 0 0,0 0 0,-1-1 0,1 1 0,0-1 0,0 1 0,0-1 0,0 0 0,0 0 0,0 0 0,0 0 0,0 0 0,0-1 0,0 1 0,1 0 0,-1-1 0,1 0 0,-1 1 0,1-1 0,-1 0 0,0-2 0,-3-4 0,1 0 0,0-1 0,1 1 0,0-1 0,0 0 0,1 0 0,-2-13 0,1 1 0,0-1 0,2 1 0,0-1 0,2 1 0,0 0 0,1-1 0,10-37 0,-8 45 0,0 1 0,2-1 0,-1 2 0,2-1 0,0 1 0,0 0 0,1 0 0,0 0 0,1 2 0,1-1 0,-1 1 0,22-17 0,7 2 0,-32 23 0,0-1 0,-1 0 0,1-1 0,-1 1 0,0-1 0,0 0 0,0 0 0,-1-1 0,0 0 0,0 1 0,0-1 0,0-1 0,5-8 0,-4 3 0,-3 10 0,-3 24 0,-6 18 0,-2-1 0,-2 0 0,-1 0 0,-2-2 0,-25 49 0,-112 179 0,148-262 0,-24 32 0,27-35 0,-1-1 0,1 1 0,0-1 0,-1 1 0,1-1 0,-1 1 0,1-1 0,-1 0 0,0 1 0,1-1 0,-1 0 0,1 1 0,-1-1 0,0 0 0,1 0 0,-1 1 0,1-1 0,-1 0 0,0 0 0,1 0 0,-1 0 0,0 0 0,1 0 0,-1 0 0,0 0 0,1 0 0,-1 0 0,0 0 0,1 0 0,-1-1 0,0 1 0,1 0 0,-1 0 0,0-1 0,1 1 0,-1-1 0,1 1 0,-1 0 0,1-1 0,-1 1 0,1-1 0,-1 1 0,1-1 0,-1 1 0,1-1 0,0 1 0,-1-1 0,1 0 0,0 1 0,0-1 0,-1 1 0,1-1 0,0 0 0,0 1 0,0-1 0,0-1 0,-5-16 0,1 0 0,1 0 0,1-1 0,1 1 0,2-34 0,-1 18 0,0 4 0,2 0 0,1 0 0,2 0 0,0 0 0,3 1 0,0 0 0,1 1 0,2 0 0,1 0 0,31-51 0,53-62 0,-81 121 0,1 1 0,1 1 0,1 1 0,35-27 0,-50 41 0,1 1 0,-1 0 0,0 0 0,1 0 0,0 0 0,-1 0 0,1 1 0,0 0 0,0 0 0,6-1 0,-8 2 0,-1 0 0,1 0 0,-1 1 0,1-1 0,-1 0 0,0 1 0,1 0 0,-1-1 0,1 1 0,-1 0 0,0-1 0,0 1 0,1 0 0,-1 0 0,0 0 0,0 0 0,0 0 0,0 1 0,0-1 0,0 0 0,-1 0 0,1 1 0,0-1 0,0 0 0,-1 1 0,1-1 0,-1 1 0,0-1 0,1 1 0,-1 1 0,7 30-55,-2 0 1,-2 0-1,-1 0 0,-4 67 0,0-52-1036,1 22-5735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08.5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49 24575,'8'-4'0,"3"-5"0,3-1 0,7 0 0,5 4 0,1 1 0,0 2 0,0 2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12.7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1 260 24575,'0'0'0,"0"-1"0,1 0 0,-1 0 0,0 1 0,1-1 0,-1 0 0,1 1 0,-1-1 0,1 0 0,-1 1 0,1-1 0,0 1 0,-1-1 0,1 1 0,0-1 0,-1 1 0,1-1 0,0 1 0,0 0 0,-1-1 0,1 1 0,0 0 0,0 0 0,0 0 0,1-1 0,25-3 0,-24 3 0,139-21 0,66-6 0,-163 24 0,83-9 0,-95 6 0,0-1 0,35-15 0,-34 10 0,52-11 0,-61 21 0,42-2 0,15-1 0,-31 0 0,92 1 0,-15 2 0,-28-8 0,58-2 0,-23 14 0,-1427-1 0,1286 0 0,7-2 0,16-4 0,27-5 0,43 4 0,136 7 0,-97 2 0,43-14 0,-13 0 0,39 12-1365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18.8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1 434 24575,'0'-1'0,"0"0"0,0 0 0,1 0 0,-1 0 0,0 1 0,1-1 0,-1 0 0,1 0 0,-1 1 0,1-1 0,-1 0 0,1 1 0,-1-1 0,1 0 0,0 1 0,-1-1 0,1 1 0,0-1 0,0 1 0,-1-1 0,1 1 0,0 0 0,0-1 0,0 1 0,0 0 0,-1 0 0,3-1 0,27-3 0,-27 4 0,254-2 0,0 1 0,-241-1 0,0-1 0,0 0 0,-1-2 0,1 1 0,21-11 0,69-41 0,-48 16 0,-46 31 0,-1 0 0,1 1 0,0 0 0,1 1 0,23-9 0,-19 9 0,1 2 0,0 0 0,1 1 0,-1 1 0,1 1 0,-1 1 0,1 0 0,22 3 0,-39-2 0,-1 0 0,1 0 0,0 0 0,-1 1 0,1-1 0,0 0 0,-1 1 0,1-1 0,-1 1 0,1 0 0,-1 0 0,1-1 0,-1 1 0,1 0 0,-1 0 0,0 1 0,1-1 0,-1 0 0,0 0 0,0 0 0,0 1 0,1 1 0,-2-2 0,0 0 0,0 0 0,0 1 0,0-1 0,0 0 0,0 0 0,0 0 0,-1 0 0,1 0 0,0 0 0,-1 0 0,1 1 0,-1-1 0,1 0 0,-1 0 0,1 0 0,-1-1 0,0 1 0,1 0 0,-1 0 0,0 0 0,0 0 0,0-1 0,0 1 0,0 0 0,0-1 0,0 1 0,0-1 0,0 1 0,0-1 0,0 1 0,0-1 0,-2 1 0,-31 11 0,-1-2 0,-1 0 0,1-3 0,-62 6 0,38-6 0,-250 32 0,301-38 0,-31 6 0,36-6 0,1-1 0,0 1 0,0 0 0,0 0 0,0 0 0,0 0 0,0 0 0,0 0 0,0 1 0,1-1 0,-1 0 0,0 1 0,1 0 0,-2 1 0,2-2 0,1-1 0,0 0 0,0 1 0,0-1 0,-1 1 0,1-1 0,0 1 0,0-1 0,0 0 0,0 1 0,0-1 0,0 1 0,0-1 0,0 1 0,0-1 0,0 0 0,0 1 0,0-1 0,0 1 0,1-1 0,-1 1 0,0-1 0,0 0 0,0 1 0,0-1 0,1 1 0,-1-1 0,0 0 0,1 1 0,-1-1 0,0 0 0,0 1 0,1-1 0,-1 0 0,1 0 0,-1 1 0,0-1 0,1 0 0,0 0 0,18 8 0,20-1 0,-1-1 0,1-2 0,-1-2 0,50-4 0,-33 2 0,-21 0 0,118-6 0,-132 4 0,0-1 0,0-1 0,0-1 0,-1-1 0,31-14 0,-38 14 0,103-43 0,-99 43 0,1 2 0,-1 0 0,1 1 0,0 1 0,24-1 0,-9 1 0,41-7 0,-41 4 0,42-1 0,976 6 0,-477 1 0,-552-2 0,1-2 0,-1 0 0,-1-1 0,27-9 0,-26 7 0,1 0 0,0 2 0,41-4 0,-30 6 0,47-10 0,-29 4 0,5-3 0,-32 6 0,37-3 0,-42 6 0,0-1 0,0 0 0,-1-2 0,1 0 0,-1-1 0,-1 0 0,19-11 0,-6 5 0,52-13 0,-6 1 0,15-17 269,-37 15-1903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21.3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24575,'56'3'0,"99"18"0,18 1 0,280-18 0,-240-6 0,516 2-1365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26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1 123 24575,'0'0'0,"0"-1"0,1 0 0,-1 0 0,0 0 0,1 0 0,-1 1 0,1-1 0,-1 0 0,1 0 0,-1 1 0,1-1 0,-1 0 0,1 1 0,0-1 0,-1 1 0,1-1 0,0 1 0,-1-1 0,1 1 0,0-1 0,0 1 0,0 0 0,0-1 0,-1 1 0,1 0 0,0 0 0,1-1 0,28-3 0,-27 3 0,318-3 0,-174 6 0,-93-2 0,95-14 0,-45 3 0,13-2 0,-51 7 0,126 3 0,-168 3 0,-131 0 0,175-19 0,14 13 0,131 5 0,-93 3 0,-78-2 0,0-2 0,62-10 0,-50 5 0,1 2 0,0 3 0,55 5 0,-7-1 0,225-2-1365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43.5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1 370 24575,'71'1'0,"77"-2"0,-135-1 0,0-1 0,-1 0 0,1-1 0,13-5 0,-12 3 0,0 2 0,0 0 0,16-3 0,23-3 0,-34 6 0,0 1 0,37-2 0,-40 5 0,-11-1 0,0 1 0,0 0 0,0 0 0,1 1 0,-1 0 0,7 1 0,-53 8 0,-85-9 0,771-1 0,-443 8 0,-168-8 0,0 1 0,0 2 0,49 11 0,-60-11 0,0 0 0,-1-2 0,1-1 0,26-2 0,10 0 0,-50 2 0,0 1 0,0 1 0,-1-1 0,16 6 0,-17-5 0,1 1 0,0-1 0,0-1 0,0 0 0,12 1 0,-27-4 0,0 1 0,0-1 0,0-1 0,0 1 0,-9-6 0,-5 0 0,-320-138 0,299 125 0,19 9 0,0 1 0,-49-17 0,-91-7 0,147 31 0,0-1 0,0 0 0,0-2 0,1 0 0,-16-9 0,11 6-273,0 1 0,-1 1 0,0 0 0,-28-5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45.04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166 1 24575,'-3'0'0,"-3"0"0,-3 0 0,-2 0 0,-1 0 0,0 0 0,-2 0 0,-2 0 0,1 1 0,0 0 0,0 2 0,2 1 0,0 1 0,2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25:51.05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29 24575,'227'-7'0,"-6"7"0,-1 0 0,-112-21-1365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6:40.88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31 0 24575,'0'2'0,"-2"2"0,0 2 0,-2 1 0,-2-2 0,-2 1 0,-1-1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6:42.19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42 181 24575,'-1'-18'0,"-1"0"0,-1 0 0,0 0 0,-2 1 0,-7-23 0,-1-2 0,11 32-1365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6:54.10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24575,'2'2'0,"0"-1"0,0 0 0,0 0 0,0 1 0,1-1 0,-1-1 0,0 1 0,1 0 0,-1 0 0,1-1 0,-1 0 0,6 1 0,36-1 0,-26-1 0,69 2 0,138 20 0,-148-11 0,154 1 0,1615-12-1365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6:55.68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3 24575,'1566'0'0,"-1542"-2"-1365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7:04.18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24575,'2'0'0,"-1"0"0,0 1 0,1-1 0,-1 1 0,0 0 0,1-1 0,-1 1 0,0 0 0,0 0 0,1 0 0,-1 0 0,0 0 0,0 0 0,0 0 0,0 0 0,1 3 0,16 24 0,-14-21 0,-2-4 0,0 0 0,0 0 0,0 0 0,0 0 0,1 0 0,-1-1 0,1 1 0,0-1 0,-1 0 0,1 0 0,0 0 0,0 0 0,5 2 0,-2-2 0,0-1 0,0 1 0,1-1 0,-1-1 0,12 1 0,-2 0 0,132 9 0,0 0 0,402-10-1365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7:12.53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80 37 24575,'201'0'0,"-203"0"0,-31 0 0,-34 4 0,55-2 0,0 0 0,0 1 0,1 0 0,0 1 0,-1 0 0,-14 8 0,19-9 0,0 0 0,1-1 0,-1 1 0,-14 1 0,-13 5 0,51-5 0,12-2 0,19-1 0,-31 1 0,0-2 0,0 0 0,0 0 0,28-6 0,-30 1 0,1-1 0,-1-1 0,-1 0 0,1-1 0,15-11 0,24-13 0,-48 29 0,0 1 0,0 0 0,0 1 0,0-1 0,10 0 0,-12 2 0,-1-1 0,0 1 0,0 0 0,0 0 0,1 0 0,-1 1 0,0-1 0,0 1 0,0-1 0,0 1 0,0 0 0,4 2 0,-6-2 0,-1-1 0,0 0 0,1 1 0,-1-1 0,0 1 0,1-1 0,-1 1 0,0-1 0,0 1 0,0-1 0,0 1 0,1-1 0,-1 1 0,0-1 0,0 1 0,0-1 0,0 1 0,0 0 0,0-1 0,0 1 0,-1-1 0,1 1 0,0-1 0,0 1 0,0-1 0,0 1 0,-1-1 0,1 1 0,0-1 0,0 1 0,-1-1 0,1 0 0,0 1 0,-1 0 0,0-1 0,1 0 0,0 1 0,-1-1 0,1 1 0,0-1 0,-1 0 0,1 1 0,0-1 0,0 1 0,-1-1 0,1 1 0,0-1 0,0 1 0,0-1 0,0 1 0,-1-1 0,1 1 0,0-1 0,0 1 0,0-1 0,0 1 0,0-1 0,0 1 0,1-1 0,-1 1 0,0-1 0,0 1 0,0-1 0,0 1 0,1-1 0,-1 1 0,0-1 0,0 1 0,1-1 0,-1 1 0,0-1 0,1 0 0,-1 1 0,1-1 0,-1 0 0,0 1 0,1-1 0,-1 0 0,1 1 0,-1-1 0,1 0 0,-1 0 0,1 0 0,-1 1 0,1-1 0,-1 0 0,1 0 0,-1 0 0,1 0 0,-1 0 0,1 0 0,-1 0 0,2 0 0,11 1 0,1 0 0,-1-1 0,1 0 0,-1-1 0,23-4 0,34-2 0,-44 6 0,48-8 0,-49 4 0,51-1 0,367 7 0,-271 9 0,-157-9 0,1 1 0,-1 0 0,0 1 0,18 5 0,-18-4 0,0 0 0,0-1 0,1-1 0,18 1 0,70-5 0,191 4 0,-240 3 42,31 1-1449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7:16.15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95 24575,'12'-4'0,"0"1"0,1 0 0,0 1 0,0 0 0,0 1 0,-1 1 0,1 0 0,24 3 0,6-1 0,-30-3 0,1 1 0,-1-1 0,0-1 0,-1 0 0,1-1 0,0-1 0,-1 0 0,1 0 0,-1-1 0,-1-1 0,19-11 0,-24 14 0,1-2 0,0 1 0,0 0 0,1 0 0,-1 1 0,1 0 0,0 0 0,0 1 0,8-2 0,-15 4 0,-1 0 0,0 0 0,0 0 0,1 0 0,-1 0 0,0 0 0,0 0 0,1 0 0,-1 0 0,0 0 0,0 0 0,1 0 0,-1 0 0,0 0 0,0 1 0,1-1 0,-1 0 0,0 0 0,0 0 0,0 0 0,1 0 0,-1 1 0,0-1 0,0 0 0,0 0 0,0 0 0,1 1 0,-1-1 0,0 0 0,0 0 0,0 0 0,0 1 0,0-1 0,0 0 0,0 0 0,0 1 0,1-1 0,-1 1 0,-7 9 0,-13 6 0,10-9 0,0 0 0,-1-1 0,0 0 0,0-1 0,0 0 0,-1-1 0,0 0 0,0-1 0,0 0 0,-23 1 0,84-27 0,54-25 0,-72 42 95,-15 4-1555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7:18.50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24575,'-1'6'0,"2"0"0,-1 0 0,1 1 0,-1-1 0,2 0 0,-1 0 0,1 0 0,3 9 0,-4-14 0,-1 0 0,1 0 0,-1 0 0,1-1 0,0 1 0,-1 0 0,1 0 0,0 0 0,0-1 0,0 1 0,0 0 0,-1-1 0,1 1 0,0-1 0,0 1 0,0-1 0,0 1 0,0-1 0,0 0 0,0 1 0,2-1 0,-1 0 0,0 0 0,0-1 0,1 1 0,-1-1 0,0 1 0,0-1 0,0 0 0,0 0 0,0 0 0,0 0 0,0 0 0,0 0 0,0-1 0,2-2 0,-2 2-26,0 0 0,0 0 1,0-1-1,0 1 0,0-1 0,0 1 0,-1-1 0,0 0 0,1 1 0,-1-1 0,0 0 0,0 0 0,0-5 0,2-1-976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7:20.07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24575,'1'0'0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7:22.44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7:26.32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0 308 24575,'0'-307'-1365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4:37:28.68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7:18.2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0,'825'0,"-818"0,1 0,-1 1,0 0,0 0,0 0,0 1,0 0,0 1,0-1,-1 1,1 1,7 5,-10-6,0 0,0 0,-1 0,0 1,0 0,0 0,0 0,0 0,-1 0,1 1,-1-1,-1 0,1 1,0 0,-1 0,0-1,0 1,0 10,0 44,-2-38,2 1,0 0,7 30,-7-46,1 0,-1 0,0 0,-1 0,1 0,-1 0,0 0,-2 10,1-14,0 0,0 1,0-1,0 0,0 0,0 0,-1 0,1 0,-1 0,0 0,0-1,1 1,-1 0,0-1,0 0,0 1,-1-1,1 0,0 0,0 0,-1 0,1-1,-4 2,-22 3,1-2,0 0,-1-2,1-1,-34-4,-16 0,-469 4,535 0,1-1,-1-1,0 1,0-2,1 1,-1-2,-13-5,7 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7:23.8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46 409,'-1'0,"0"-1,0 1,0-1,0 1,0-1,0 1,0-1,0 0,0 1,0-1,1 0,-1 0,0 0,1 0,-1 0,0 0,1 0,-1 0,1 0,-1 0,1 0,0 0,-1 0,1 0,0 0,0 0,0-2,-5-36,5 35,-2-66,1 31,-10-68,9 97,0 2,0 0,1 0,0 0,1 0,0-14,1 20,-1 0,0 0,1 0,0 0,-1 0,1 1,0-1,0 0,0 0,0 0,0 1,1-1,-1 0,0 1,1 0,-1-1,1 1,0 0,-1-1,1 1,0 0,0 0,0 1,0-1,-1 0,1 1,4-2,27-3,0 1,1 2,-1 1,57 6,0-1,-75-3,1 1,28 7,22 2,-33-7,0 1,36 11,13 2,-4-13,-61-5,1 1,28 5,-40-4,0-1,1 1,-1 1,0-1,0 1,-1 0,1 0,-1 1,1 0,8 8,-7-5,0 1,-1 0,0 0,0 0,-1 0,0 1,-1 0,0 0,0 1,-1-1,4 19,-4-8,0-1,-2 0,0 1,-1-1,-4 24,4-39,-1-1,0 0,0 1,0-1,0 0,0 1,0-1,-1 0,0 0,1 0,-1 0,0-1,-1 1,1 0,0-1,-1 1,1-1,-1 0,0 0,0 0,0 0,0-1,0 1,0-1,0 0,-1 1,1-2,0 1,-6 1,-11 0,1 0,0-2,-1 0,-25-4,1 1,-67 4,-61-3,94-9,49 6,-52-3,-36 9,97-1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7:27.1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51 357,'0'0,"1"0,0-1,0 1,0 0,0 0,-1-1,1 1,0-1,0 1,-1-1,1 1,0-1,-1 1,1-1,-1 0,1 1,-1-1,1 0,-1 1,1-1,-1 0,0 0,1 0,-1 1,0-1,1 0,-1 0,0 0,0 0,0 1,0-2,0-28,-3 18,-1 0,0 0,-1 0,-7-11,6 10,0 0,1 0,-4-15,8 24,-3-10,2 1,0-1,-1-21,2 32,1 1,0-1,0 1,1 0,-1-1,0 1,1-1,-1 1,1 0,0-1,0 1,0 0,0-1,0 1,0 0,1 0,-1 0,1 0,0 1,-1-1,1 0,0 0,0 1,0 0,0-1,0 1,3-2,8 0,-1 1,1-1,0 2,-1 0,1 1,16 1,-11 0,-1-1,30-4,-40 2,94-12,-90 13,1 0,0 1,-1 1,1 0,0 0,16 5,-24-4,0 0,0 0,0 1,-1-1,0 1,1 0,-1-1,0 2,0-1,0 0,-1 1,1-1,-1 1,0 0,0-1,0 1,0 0,-1 0,0 1,0-1,1 5,3 13,-2-1,2 39,-5-59,1 21,1-7,-1 1,-1-1,-1 0,-3 24,3-36,0 1,0-1,0 0,0 1,0-1,-1 0,0 0,0 0,1 0,-2 0,1 0,0 0,-1-1,1 1,-1-1,0 0,1 1,-1-1,0-1,-1 1,1 0,0-1,0 1,-6 0,-12 2,0-1,0-1,-1-1,1-1,-33-3,-8 0,42 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7:33.6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49 452,'-5'-6,"0"0,0-1,1 0,0 1,1-1,-1-1,1 1,0 0,1-1,0 0,0 1,-1-14,0-12,2-56,1 65,0-21,3-61,-3 104,0 0,1 0,-1 0,0 0,1 0,0 0,-1 0,1 0,0 0,0 0,0 0,0 0,1 0,-1 1,0-1,1 0,-1 1,1 0,3-3,-2 2,0 1,0 0,0-1,0 1,1 0,-1 1,1-1,-1 0,1 1,-1 0,5 0,9 2,-1 0,1 1,0 1,16 5,-18-4,30 5,1-3,0-1,0-2,86-4,-128 0,8 0,1 0,-1 1,0 0,0 1,0 1,22 7,-29-8,-1 0,1 0,-1 0,1 1,-1 0,0 0,0 0,0 0,0 1,-1-1,1 1,-1 0,0 0,0 0,-1 0,1 1,-1-1,0 1,2 5,3 12,-1-1,-1 1,-1 0,-1 0,-1 0,-1 0,-3 41,1-59,0-1,0 1,-1-1,1 1,-1-1,1 1,-1-1,0 0,-1 0,1 0,0 0,-1 0,0 0,1-1,-1 1,0-1,0 0,-1 0,1 0,0 0,-1 0,1-1,-1 0,1 0,-1 0,0 0,-6 1,-11 0,0 0,0-1,-40-4,27 1,-200 1,214 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7:39.9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89 432,'-6'-7,"0"0,1 0,0-1,0 1,0-1,1 0,0-1,1 1,-5-18,1-7,-5-47,1 3,9 67,0 1,0-1,1 1,0-1,1 1,1-16,0 22,0 0,0 1,-1-1,2 0,-1 1,0-1,1 0,-1 1,1 0,0-1,-1 1,1 0,0 0,0 0,1 0,-1 0,0 1,1-1,-1 1,1-1,0 1,-1 0,1 0,0 0,4-1,16-2,1 1,-1 0,0 2,1 1,37 4,10 0,-31-2,40 8,34 2,-105-12,1 1,-1 0,0 0,0 1,1 0,-1 1,-1 0,1 1,0-1,-1 2,0-1,0 1,0 0,-1 1,1 0,-1 0,-1 1,1-1,-1 1,0 1,-1-1,0 1,0 0,0 0,-1 1,5 15,-7-19,0 0,-1 1,0-1,0 1,0 0,0-1,-1 1,0 0,0-1,-1 1,0 0,0-1,-2 7,2-8,0-1,-1-1,1 1,-1 0,0 0,0 0,0-1,0 1,0-1,-1 0,1 0,-1 1,0-2,1 1,-1 0,0 0,0-1,0 0,0 1,0-1,0 0,-1-1,-4 2,-16 0,1-1,-1 0,-31-4,36 1,-1 0,1 2,0 0,0 2,-37 6,36-3,1-2,-1 0,-26 0,2-1,43-2,-1 0,1 0,-1 1,1-1,-1 0,1 0,-1 1,1-1,-1 1,1-1,0 1,-1 0,1-1,0 1,0 0,-2 2,6 2,15 0,55 0,100-6,-61-1,-79 1,-25-1,1 1,-1 1,1 0,0 0,-1 1,1 0,-1 0,0 1,1 0,9 4,-18-6,1 0,0 0,-1 1,1-1,0 0,-1 1,1-1,-1 0,1 1,-1-1,1 1,-1-1,1 1,-1-1,1 1,-1-1,0 1,1 0,-1-1,0 1,1 0,-1-1,0 1,0 0,0-1,1 1,-1 0,0-1,0 1,0 0,-1 1,1-1,-1 0,0 0,0 0,0 0,0 0,-1 0,1 0,0-1,0 1,0 0,-1-1,1 1,0-1,-3 1,-48 9,-135-10,84-1,83 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7:43.6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107 287,'-7'0,"0"0,0 0,1 0,-1 0,0-1,-13-4,18 5,0-1,0 0,0 0,0-1,0 1,1 0,-1-1,0 1,1-1,-1 1,1-1,-1 0,1 0,0 0,0 0,0 0,0 0,0 0,0 0,0 0,1 0,-1-3,-2-11,1-1,1 1,1-21,0 19,-1 0,-3-26,3 42,0-1,1 1,0 0,-1-1,1 1,0 0,0-1,0 1,0-1,1 1,-1 0,1-1,0 1,-1 0,1 0,0-1,0 1,0 0,0 0,1 0,-1 0,1 0,2-3,0 3,0 0,0 0,0 0,0 0,0 0,0 1,0 0,1 0,-1 0,0 0,1 1,5 0,148 1,-50 2,-104-3,0 0,-1 0,1 0,0 1,-1-1,1 1,-1 0,1 0,-1 1,1-1,-1 1,0-1,0 1,0 0,0 0,0 0,4 5,-4-3,0 0,0 0,0 1,-1-1,1 1,-1 0,0 0,-1 0,1 0,-1 0,1 10,1-1,-1 0,-1-1,0 1,-1 0,-1 0,0 0,-1 0,-4 16,5-28,-1 0,1 1,-1-1,0 0,0 0,0 0,0 0,0 0,0-1,0 1,-1-1,1 1,0-1,-1 0,0 0,1 0,-1 0,1 0,-1-1,0 1,0-1,-4 0,-10 1,-1 0,-26-4,19 1,-23 0,27 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7:55.8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73 314,'-5'-7,"0"1,0-1,0 0,1 0,0 0,1-1,0 1,-3-11,-15-65,20 76,0 6,-2-12,1 0,0 0,1 0,0-21,1 32,0-1,0 1,1 0,-1-1,0 1,1-1,0 1,0 0,0-1,0 1,0 0,0 0,0 0,1 0,-1 0,1 0,-1 0,1 0,0 1,0-1,0 1,0-1,0 1,0 0,0-1,0 1,1 0,-1 1,0-1,1 0,2 0,26-2,0 1,1 1,39 5,11 0,379-4,-457 0,1-1,0 1,0 1,-1-1,1 1,0-1,-1 1,1 1,-1-1,1 1,-1 0,0 0,1 0,-1 0,0 1,0-1,-1 1,1 0,-1 0,1 1,-1-1,0 1,0 0,0 0,-1 0,0 0,1 0,-1 0,-1 0,1 1,-1-1,1 1,-1 0,0-1,-1 1,1 0,-1-1,-1 8,-3 155,4-164,0 0,-1 1,0-1,0 0,0 1,0-1,0 0,-1 0,1 0,-1 0,0 0,0 0,0-1,0 1,0-1,-1 1,1-1,-1 0,1 0,-1 0,0 0,0 0,0-1,0 1,0-1,0 0,-1 0,1 0,0 0,-4 0,-12 1,0 0,0-1,0-1,-26-4,5 2,-341 0,361 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8:01.1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38 287,'-3'-3,"1"0,0-1,-1 1,1-1,1 0,-1 0,0 0,1 0,0 0,0 0,0 0,0-6,-1-56,2 48,-7-31,5 41,0 0,1 1,0-1,0 0,1 0,1-12,0 18,-1 1,1-1,0 0,0 1,0-1,0 1,0-1,0 1,0 0,0-1,1 1,-1 0,0 0,1 0,-1 0,1 0,-1 0,1 0,0 0,-1 1,1-1,0 1,0-1,-1 1,5-1,50-2,-47 3,562 5,-563-5,1 0,-1 1,0 0,0 0,0 1,0 0,0 0,-1 1,1 0,-1 0,1 1,12 8,-15-8,-1 0,1 0,-1 1,0-1,-1 1,1 0,-1 0,0 0,0 0,-1 0,0 1,1-1,-2 1,1 0,-1 0,0-1,0 1,0 9,0 10,-1-10,1 1,1-1,0 0,8 29,-10-42,3 4,-1 1,-1-1,1 0,-1 1,1 10,-2-15,0-1,0 1,0-1,-1 1,1-1,0 1,-1-1,1 0,-1 1,0-1,1 0,-1 1,0-1,0 0,0 0,1 0,-1 0,0 1,-1-2,1 1,0 0,0 0,0 0,-1 0,1-1,0 1,-1 0,1-1,0 1,-1-1,-2 1,-17 2,0-1,-1-1,1-1,-37-5,-13 1,-352 4,403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4:48:04.8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57 359,'-1'-16,"-1"1,-1 0,0 0,-8-21,-1-7,-6-74,12 68,6 47,-1 0,1 0,0 0,1 0,-1 0,0 1,0-1,1 0,-1 0,1 0,0 0,-1 1,1-1,0 0,0 1,0-1,0 1,0-1,1 1,-1-1,0 1,1 0,-1 0,1-1,-1 1,1 0,0 0,-1 1,1-1,0 0,0 0,-1 1,1-1,0 1,0 0,0 0,3-1,10 0,0 0,0 0,27 3,-24 0,126 2,-142-4,1 0,-1 1,0-1,1 1,-1 0,0 0,0 0,0 0,0 0,1 0,-2 0,1 1,0-1,0 1,0 0,-1-1,1 1,-1 0,1 0,-1 0,0 0,0 0,0 0,0 0,0 1,0-1,0 0,-1 0,1 1,-1 2,2 9,-1 1,-1-1,0 0,-2 16,0-5,-1-7,0 0,0 0,-2 0,0-1,-2 0,1 0,-2-1,-18 30,15-25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1:17.6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0,'-2'1,"6"2,8 2,145 10,266-9,-240-8,-177 2,1 0,-1 0,0 1,1 0,-1 0,0 0,0 1,12 5,-16-6,1 0,-1 1,0 0,0-1,0 1,0 0,0 0,0 0,-1 0,1 1,-1-1,1 0,-1 1,0-1,0 1,0-1,0 1,0 0,-1-1,1 1,-1 0,0-1,0 4,1 2,-1-1,0 1,0-1,-1 1,0-1,0 0,0 1,-6 12,6-18,0 1,-1-1,0 1,1-1,-1 0,0 0,0 0,0 0,-1 0,1 0,0 0,-1-1,1 1,-1-1,0 0,1 0,-1 0,0 0,0 0,1 0,-1-1,0 1,0-1,-6 0,-249 0,107-3,-201 3,340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1:22.9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3 315,'-2'-92,"4"-99,-2 190,1-1,-1 1,1-1,-1 1,1 0,0-1,-1 1,1 0,0-1,0 1,0 0,0 0,0 0,0 0,0 0,0 0,0 0,1 0,-1 0,0 0,1 1,-1-1,0 0,1 1,-1-1,1 1,-1 0,1 0,2-1,6 0,1 0,-1 1,14 1,-9 0,487 1,-345-2,-149 0,1 0,-1 1,0 0,1 0,-1 1,0 0,0 0,11 6,-16-7,0 1,-1-1,1 1,0 0,-1 0,1 0,-1 0,0 1,1-1,-1 1,0-1,-1 1,1 0,0 0,-1 0,1 0,-1 0,0 0,0 0,0 0,-1 0,1 1,0 4,-1 4,0 0,0-1,-1 1,-1-1,0 0,0 1,-1-1,0 0,-1 0,-1 0,1-1,-9 13,9-16,1 0,-1 0,0-1,-1 1,1-1,-8 8,9-12,1 0,-1 0,0 0,0-1,1 1,-1-1,-1 0,1 1,0-1,0-1,0 1,0 0,-1-1,1 0,-7 0,-654-3,652 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1:26.2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17 344,'-1'-1,"1"1,-1-1,0 1,1-1,-1 1,0-1,1 1,-1-1,1 0,-1 1,1-1,-1 0,1 0,0 1,-1-1,1 0,0 0,0 0,-1 1,1-1,0 0,0 0,0 0,0-1,-2-28,1 26,-3-73,8-104,-4 179,0 0,1 1,-1-1,1 1,0-1,0 0,0 1,0 0,0-1,0 1,0-1,0 1,0 0,0 0,1 0,-1 0,0 0,1 0,-1 0,1 0,0 0,-1 1,1-1,-1 1,1-1,0 1,-1 0,1-1,0 1,2 0,10-1,0 1,27 2,-21 0,93-3,54 4,-165-3,0 0,0 0,0 1,0 0,0-1,0 1,0 0,0 0,0 0,0 0,-1 0,1 0,0 1,-1-1,1 0,-1 1,1-1,-1 1,0 0,0 0,0-1,0 1,0 0,0 0,0 0,0 0,-1 0,1 0,-1 0,1 4,0 7,0 1,-1-1,-2 27,0-10,3 7,0-27,0-1,-1 1,0 0,0 0,-1 0,-4 18,4-26,-1-1,1 0,0 1,0-1,-1 1,1-1,0 0,-1 0,1 0,-1 0,0 0,1 0,-1-1,0 1,1 0,-1-1,0 1,0-1,0 0,1 1,-1-1,-3 0,-48-1,39 0,-18 1,1 2,-1 1,-33 9,23-5,29-5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1:30.1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0,'0'1,"0"0,0 1,1-1,-1 0,0 0,1 0,-1 0,1 0,-1 1,1-1,0 0,-1 0,1-1,0 1,0 0,0 0,0 0,-1 0,1-1,0 1,0 0,1-1,-1 1,0-1,0 1,0-1,0 0,0 1,0-1,2 0,46 5,-25-3,6 4,32 13,-42-13,0 0,0-1,0 0,35 1,-44-5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1:35.2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0,'52'3,"58"9,-60-5,66 1,-64-7,61 8,-21-4,8 2,81 24,-136-30,-38-2,0 1,0 0,0 0,0 0,-1 1,14 3,-19-3,0-1,0 1,0 0,0 0,1 0,-1-1,0 1,0 0,-1 0,1 0,0 0,0 1,0-1,-1 0,1 0,0 0,-1 1,1-1,-1 0,0 1,1-1,-1 0,0 1,0-1,0 0,0 1,0-1,0 0,0 1,0-1,-2 3,0 6,-1 0,0 0,-6 13,2-5,6-13,-1 0,1-1,-1 1,0-1,0 0,0 0,-1 1,0-1,1-1,-2 1,-5 6,5-7,0-1,1 0,-1-1,0 1,0 0,-1-1,1 0,0 0,0 0,0-1,-1 0,1 1,-7-2,-574-2,571 3,0-2,0 0,-25-8,24 6,0 1,-29-4,-27-4,59 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1:39.4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1 231,'0'-183,"0"181,0 0,0 0,1 0,-1 0,1 0,0 0,-1 0,1 0,0 0,0 1,0-1,0 0,1 1,-1-1,0 0,1 1,-1 0,1-1,-1 1,1 0,0 0,-1 0,1 0,0 0,0 0,0 0,0 1,0-1,-1 1,1-1,0 1,4 0,9-2,1 1,-1 0,22 3,-15-1,-18-1,245 14,-196-11,85-3,30 0,-149 3,-1 0,35 12,-37-10,0 0,0-1,1-1,25 2,-39-6,-1 1,0 1,0-1,0 0,1 0,-1 1,0-1,0 1,0 0,0-1,0 1,0 0,0 0,0 0,0 1,-1-1,1 0,0 1,-1-1,1 1,-1 0,0-1,2 3,-1 0,-1 0,1-1,-1 1,0 0,-1 0,1-1,0 1,-1 0,0 0,0 0,0 0,-2 5,1 1,-1 0,-1-1,0 1,0-1,-1 1,0-1,0 0,-1-1,0 1,-7 7,9-13,-1 0,1 0,-1-1,0 1,0-1,0 0,0 0,0 0,0-1,-1 0,1 1,0-2,-1 1,-8 0,-9 0,-40-3,24-1,-542 3,568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1:44.1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47 271,'-2'0,"0"-1,0 1,0-1,0 1,0-1,1 1,-1-1,0 0,0 0,1 0,-1 0,0 0,1 0,-1-1,1 1,0-1,-1 1,1-1,0 1,0-1,0 1,0-1,0 0,0 0,0 1,1-1,-1 0,1 0,-1 0,1 0,0-3,-2-9,1 0,0 1,2-20,-1 23,-1-23,0 24,1 0,-1 0,2 0,-1 0,1 0,4-17,-3 24,-1 1,0-1,1 0,-1 0,1 1,-1-1,1 1,0-1,0 1,-1-1,1 1,0 0,0 0,0 0,0 0,1 1,-1-1,0 0,0 1,4-1,50-3,-46 4,441 1,-182 1,-204-3,70 2,-133 0,0-1,1 0,-1 1,0 0,0 0,0-1,0 1,0 1,0-1,0 0,0 0,-1 1,1-1,0 1,-1-1,1 1,-1 0,0-1,1 1,-1 0,0 0,0 0,0 0,0 0,-1 0,1 0,0 1,-1-1,0 0,1 0,-1 3,1 11,0 0,-1 0,-3 24,1-9,2-28,0 0,0 0,0 0,0 0,-1 0,1 0,-1 0,0 0,1 0,-1 0,-1 0,1-1,-2 4,1-5,0 1,0-1,0 1,0-1,0 0,0 0,0 0,0 0,-1-1,1 1,0 0,-1-1,1 0,0 1,-1-1,1 0,-4 0,-285-1,117-1,67 0,-116 5,213-2,1 1,-1 0,-13 6,14-5,-7 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1:49.1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48 427,'-1'-24,"-2"0,-9-42,1 12,-4-83,9 65,6 71,0-1,0 0,1 0,-1 0,0 1,1-1,-1 0,1 1,-1-1,1 0,0 1,0-1,0 1,0-1,0 1,0-1,0 1,0 0,1-1,-1 1,0 0,1 0,-1 0,1 0,-1 0,1 0,0 1,-1-1,1 0,0 1,-1 0,1-1,2 1,9-3,-1 1,1 1,19 0,-24 1,28 1,0 2,0 1,38 10,-37-6,1-1,64 2,-21-11,-30 0,0 2,0 2,-1 2,60 13,-100-15,1 1,-1 0,1 1,-1 0,10 6,-16-7,0 0,-1-1,1 1,-1 1,0-1,0 0,0 1,-1-1,1 1,-1 0,0 0,0 0,0 0,0 0,1 6,4 16,-1 1,-1 0,-2 0,0 1,-2-1,-1 1,-3 27,2-54,1 1,0-1,-1 0,1 1,0-1,-1 0,0 0,1 0,-1 1,0-1,0 0,1 0,-1 0,0 0,0 0,0 0,0 0,0-1,-1 1,1 0,0-1,0 1,0 0,-1-1,1 0,0 1,-1-1,1 0,0 1,-1-1,1 0,0 0,-3 0,-8-1,1 1,-1-2,-14-2,-1-1,-174-7,123 6,-105 7,70 1,5-2,97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1:54.1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79 202,'-7'-7,"0"1,1-1,-1 0,2-1,-1 0,1 0,0 0,0 0,1-1,1 0,-1 1,1-2,-3-14,4 9,1 11,0 0,0 0,1 0,-1 0,1 0,0 0,1-8,0 11,-1 0,1 0,0 0,-1-1,1 1,0 0,0 0,0 0,0 0,0 0,0 1,0-1,0 0,0 0,0 1,0-1,0 0,1 1,-1-1,0 1,0 0,1-1,-1 1,0 0,1 0,-1 0,0 0,1 0,0 0,219 1,-89 1,337-2,-466 0,0 0,-1 0,1 0,-1 0,1 1,-1-1,0 1,1 0,-1 0,1 0,-1 0,0 0,0 0,0 0,0 1,0-1,0 1,0 0,0 0,0-1,-1 1,1 0,-1 0,1 1,-1-1,0 0,1 3,1 4,0 0,-1 0,0 0,-1 0,0 1,-1 11,2-2,-1-14,0 0,-1 0,1 0,-1 1,0-1,-1 0,1 0,-1 0,-2 7,2-11,0 0,-1 0,1 0,0 0,-1 0,1 0,-1 0,1 0,-1-1,1 1,-1-1,1 1,-1-1,0 0,1 1,-1-1,0 0,-1 0,-37-1,28 0,-471-3,271 6,200-2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1:58.0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73 283,'-6'-7,"1"1,-1-1,1 0,1 0,0-1,0 0,0 1,1-1,-5-14,2-6,-6-45,7 32,5 40,0-1,0 1,0-1,0 1,0-1,0 0,1 1,-1-1,1 1,-1 0,1-1,-1 1,1-1,0 1,0 0,0 0,0-1,0 1,0 0,0 0,0 0,0 0,0 0,1 0,-1 0,0 0,1 1,-1-1,0 1,1-1,-1 1,1-1,-1 1,1 0,1-1,10-1,0 0,0 1,18 0,-12 1,422-8,-338 8,-76 1,1 2,45 11,-10-1,127 19,-164-28,-19-4,-1 1,1 0,-1 0,1 0,8 4,-13-4,-1 0,1 0,0 0,-1 0,1 0,-1 0,1 1,-1-1,0 0,0 1,0-1,1 1,-1-1,0 1,-1 0,1-1,0 1,0 0,-1 0,1 0,-1-1,0 1,1 3,0 22,0 0,-6 45,5-70,0 0,-1-1,1 1,-1-1,1 1,-1-1,0 0,0 1,1-1,-1 0,0 1,0-1,0 0,-1 0,1 0,0 0,0 0,-1 0,1 0,0 0,-1-1,1 1,-1 0,1-1,-1 1,1-1,-1 0,1 1,-1-1,-1 0,-8 1,0 0,0-1,-16-2,10 1,-415-2,256 4,63 13,-8-14,106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2:02.0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1 260,'6'-15,"-1"0,0 0,-2 0,1 0,1-31,-3 27,1 0,1 0,7-23,-10 39,1 1,-1-1,1 1,-1 0,1 0,0 0,0 0,-1 0,2 0,-1 0,0 1,0-1,0 1,1-1,-1 1,1 0,-1 0,1 0,-1 0,1 1,0-1,0 1,3-1,10 0,-1 0,32 3,-20-1,10 1,0 1,0 2,72 18,-80-16,0-2,48 2,-27-3,86 9,-109-10,0-2,27-2,35 2,-87-1,0 0,0 1,0-1,0 1,0 0,0-1,0 1,0 0,0 0,-1 0,1 0,0 1,0-1,-1 0,1 1,-1-1,0 1,1-1,-1 1,0 0,0 0,0 0,0-1,0 1,0 0,-1 0,1 0,-1 0,1 0,0 4,0 8,0-1,-1 1,-3 25,1-9,3-6,-1-17,1 0,-1 1,-1-1,0 0,-2 14,2-19,0 0,0 0,0 0,0 0,0-1,0 1,0 0,0-1,-1 1,1-1,-1 1,1-1,-1 0,1 0,-1 0,0 1,0-2,1 1,-1 0,0 0,0-1,0 1,0 0,0-1,0 0,-2 1,-44 2,-80-5,36-1,-455 3,535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2:06.8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3 344,'-2'-103,"4"-106,-2 207,1 1,-1-1,1 1,-1-1,1 1,0-1,0 1,-1 0,1-1,0 1,0 0,0-1,0 1,1 0,-1 0,0 0,0 0,1 0,-1 0,0 1,1-1,-1 0,1 1,-1-1,1 1,-1-1,1 1,-1 0,1 0,3 0,6-1,0 0,1 2,14 1,-15-1,50 4,123 6,-137-12,-17-1,0 2,1 1,-1 1,0 2,40 10,-54-11,0 1,0-2,1 0,23-1,-18-1,39 6,-39-3,1-1,45-2,-52-1,1 1,0 0,0 1,-1 1,1 0,0 1,16 6,-29-7,0 0,0 1,-1-1,1 1,-1 0,0-1,1 1,-1 1,-1-1,1 0,0 1,-1 0,0-1,0 1,0 0,0 0,0 0,-1 0,2 8,-1-4,-1-1,0 1,0-1,0 1,-1-1,-1 1,1 0,-1-1,0 1,-4 12,4-18,0 0,0 0,0 0,-1-1,1 1,0 0,-1-1,1 1,-1-1,0 0,0 1,1-1,-1 0,0 0,0 0,0 0,0 0,0-1,0 1,-3 0,-50 7,31-6,-46 7,-124 0,-452-9,632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2:10.7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34 344,'-1'0,"1"-1,-1 1,0 0,0-1,1 1,-1-1,0 1,1-1,-1 0,0 1,1-1,-1 0,1 1,-1-1,1 0,0 0,-1 1,1-1,0 0,-1 0,1-1,-7-21,7 21,-6-32,2 0,1-1,2 1,1-1,6-37,-6 70,0 0,1 1,0-1,-1 0,1 1,0-1,0 1,0-1,0 1,0-1,0 1,0-1,1 1,-1 0,0 0,1 0,-1 0,1 0,-1 0,1 0,0 0,-1 1,3-1,44-12,-38 11,26-4,0 2,1 2,-1 1,56 6,-89-4,-1-1,1 1,-1 0,1 0,-1 1,1-1,-1 0,0 1,0 0,1-1,-1 1,0 0,0 0,-1 0,1 0,0 1,-1-1,1 0,-1 1,0-1,0 1,0-1,0 1,0 0,-1-1,1 1,-1 3,4 11,-2 0,1 34,-3-50,0 11,1 13,-2 0,-3 29,3-47,0 0,-1-1,0 1,0-1,0 0,-1 1,0-1,0 0,0-1,-1 1,0 0,0-1,-6 6,7-8,-1-1,0 0,1 0,-1 0,0 0,0 0,0-1,0 1,-1-1,1 0,0-1,0 1,-6-1,-65-2,40-1,19 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2:16.7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 7,'0'0,"-1"0,0 1,0-1,1 1,-1-1,0 1,1-1,-1 1,0-1,1 1,-1 0,1-1,-1 1,1 0,-1 0,1-1,-1 1,1 0,0 0,0-1,-1 1,1 0,0 0,0 0,0 0,0 0,0 1,-2 29,1-28,2 38,2-1,8 44,-10-76,-1-6,1 1,-1 0,1-1,0 1,0 0,0-1,0 1,1-1,-1 0,1 1,-1-1,1 0,0 0,0 0,0 0,3 2,-1-1,1 0,-1 0,1-1,0 0,0 0,1 0,8 2,6-1,1 0,-1-2,29-1,-43 0,76 1,56-3,-136 2,-1 0,1 0,0 0,-1 0,1-1,-1 1,1-1,-1 1,1-1,-1 1,0-1,1 0,-1 0,1 1,-1-1,0 0,0 0,0 0,0-1,1 1,-2 0,1 0,0-1,0 1,0 0,0-1,-1 1,1-1,-1 1,1-1,-1 1,0-1,1 1,-1-1,0 1,0-1,0 0,0 1,-1-3,-1-8,0 0,-1 1,0-1,-9-17,-1-7,9-2,4 31,-1 0,0 0,0 0,-3-12,2 17,1-1,0 1,0-1,-1 1,1 0,-1 0,0 0,0-1,0 2,0-1,0 0,0 0,0 1,-1-1,-4-2,-2 0,-1 1,0 0,0 0,0 1,0 0,0 1,-20-1,-23-2,39 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2:20.9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16 388,'-11'-169,"9"153,1-1,0 0,0 0,2-1,0 1,1 0,1 0,8-28,-10 43,0-1,1 1,-1 0,1-1,0 1,-1 0,1 0,0 0,0 1,0-1,1 0,-1 1,0-1,1 1,-1 0,1 0,-1 0,1 0,-1 0,1 1,0-1,-1 1,7-1,8 0,0 1,31 3,-18-1,64-2,51 2,-143-2,0 0,0 1,0 0,0-1,0 1,0 0,0 0,0 0,0 0,-1 1,1-1,0 0,-1 1,1-1,-1 1,1 0,-1-1,0 1,0 0,0 0,0 0,0 0,0 0,0 0,0 0,-1 0,1 0,-1 0,0 4,2 8,-1 0,0 0,-2 21,0-18,2 47,1-40,-2-1,0 0,-5 26,5-47,-1-1,0 1,0 0,0-1,0 1,0 0,0-1,0 0,0 1,0-1,-1 0,1 1,-1-1,1 0,-1 0,1 0,-1 0,0-1,1 1,-1 0,0-1,0 1,0-1,1 1,-1-1,-4 0,-6 1,-1 0,-23-2,26 1,-36-2,0 2,-74 11,108-9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9T15:02:24.2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20 297,'-14'-148,"9"43,5 103,-1 1,1-1,0 0,0 1,1-1,-1 1,0-1,0 0,1 1,-1-1,1 1,-1-1,1 1,0-1,0 1,0 0,0-1,0 1,0 0,0 0,0-1,0 1,0 0,1 0,-1 0,0 0,1 1,-1-1,1 0,-1 1,1-1,-1 0,1 1,-1 0,1-1,0 1,-1 0,1 0,2 0,10 0,0 0,0 1,25 5,-17-2,250 13,-269-17,0 0,0 0,0 0,0 0,0 0,0 1,0-1,-1 1,1 0,0 0,0 0,-1 0,1 1,2 1,-3-2,-1 1,1 0,-1 0,0 0,0 1,0-1,0 0,0 0,0 1,-1-1,1 0,-1 1,0-1,1 0,-1 1,0-1,-1 5,1 50,-3 86,3-142,-1 1,1-1,0 1,-1-1,1 1,-1-1,0 0,0 1,1-1,-1 0,0 0,0 1,0-1,0 0,0 0,-1 0,1 0,0 0,0 0,-1-1,1 1,0 0,-1-1,1 1,-1-1,1 1,-1-1,1 0,-4 1,-5 0,-1 0,1-1,-16-1,11 0,-180-14,186 14,-4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04:40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2355 24575,'-1'-28'0,"0"18"0,1 0 0,0 0 0,0 1 0,1-1 0,0 0 0,1 1 0,5-16 0,20-44 0,57-105 0,14-27 0,-62 98 0,-25 66 0,31-66 0,-28 73 0,16-52 0,-21 56 0,33-73 0,-9 25 0,38-100 0,-14 37 0,-36 92 0,34-57 0,10-16 0,-10 10 0,23-52 0,-64 124-113,114-263-1139,-99 243-5574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04:56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0 312 24575,'1'-2'0,"0"1"0,0-1 0,0 1 0,0-1 0,0 1 0,0-1 0,0 1 0,1 0 0,-1 0 0,0 0 0,1-1 0,-1 1 0,3-1 0,1-1 0,18-16 0,10-9 0,55-34 0,-35 26 0,61-51 0,-85 63 0,-24 20 0,1 0 0,-1 0 0,1 0 0,0 1 0,0 0 0,1 0 0,7-2 0,-13 4 0,1 1 0,0-1 0,-1 1 0,1 0 0,-1 0 0,1 0 0,-1 0 0,1 0 0,0 0 0,-1 0 0,1 0 0,-1 0 0,1 1 0,-1-1 0,1 1 0,-1-1 0,1 1 0,-1 0 0,1 0 0,-1-1 0,0 1 0,1 0 0,-1 0 0,0 0 0,0 0 0,0 1 0,0-1 0,0 0 0,0 0 0,0 1 0,0-1 0,0 0 0,0 1 0,-1-1 0,1 1 0,0 2 0,2 10 0,0 0 0,0-1 0,-2 1 0,0 0 0,-1 0 0,-1 20 0,0-16 0,1 1 0,0-1 0,5 24 0,5 10-73,22 91-1219,-24-116-5534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05:01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24575,'1'23'0,"1"1"0,1 0 0,1-1 0,1 0 0,1 0 0,1 0 0,1-1 0,1 0 0,18 32 0,147 312 0,43 87 0,-95-208 0,149 273 0,-258-496 0,137 222 0,-97-146-1365,-38-72-5461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05:03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1 257 24575,'8'1'0,"0"0"0,0 1 0,-1 0 0,1 0 0,-1 0 0,11 6 0,13 3 0,16 6 0,86 43 0,-132-59 0,-1-1 0,1 1 0,0-1 0,0 1 0,0-1 0,0 1 0,0-1 0,0 0 0,0 0 0,0 1 0,-1-1 0,1 0 0,0 0 0,0 0 0,0 0 0,0 0 0,0 0 0,0 0 0,0 0 0,0 0 0,0 0 0,0-1 0,0 1 0,0 0 0,0-1 0,0 1 0,0-1 0,0 1 0,0-1 0,-1 1 0,1-1 0,0 0 0,0 1 0,-1-1 0,1 0 0,0 1 0,-1-1 0,1 0 0,-1 0 0,1 0 0,-1 0 0,1 0 0,-1 0 0,0 1 0,1-1 0,-1 0 0,0 0 0,0 0 0,0 0 0,0-2 0,1-8 0,0 1 0,-1 0 0,0-1 0,-2-10 0,1 8 0,-5-235-1365,6 228-5461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13:41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24575,'1'16'0,"0"-1"0,1 0 0,1 1 0,1-1 0,0 0 0,0 0 0,9 16 0,55 100 0,-39-79 0,99 184 0,195 351 0,-245-443 0,-26-45 0,118 166 0,-159-251 0,0-1 0,1-1 0,0 0 0,1-1 0,0 0 0,20 12 0,12 10 0,-2 2 0,45 46 0,-46-41 0,94 77 0,59 58 0,-19-13 0,64 56 0,-126-119 0,-88-78 0,57 34 0,-21-15 0,10 5 0,3-3 0,92 37 0,-66-32 0,-60-30 0,-1-2 0,45 9 0,42 16 0,-107-32-114,99 34-1137,-78-32-5575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13:43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2302 1 24575,'-4'1'0,"-1"1"0,0-1 0,1 1 0,0 1 0,-1-1 0,1 0 0,0 1 0,0 0 0,0 0 0,0 0 0,1 1 0,-5 4 0,-1 1 0,-41 45 0,37-38 0,-29 26 0,-6 1 0,2 2 0,2 1 0,2 3 0,2 2 0,-38 63 0,38-54 0,-52 62 0,23-30 0,42-54 0,-38 42 0,19-28 0,-64 95 0,-25 69 0,8-14 0,98-158 0,-53 58 0,23-31 0,-91 146 0,-1 3 0,-163 185 0,210-250 0,-33 40 0,132-187 0,0-1 0,0 1 0,0 1 0,-5 14 0,6-14 0,0 0 0,0-1 0,-1 1 0,-6 7 0,-26 35-1365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13:45.9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0 390 24575,'195'10'0,"-55"-1"0,-81-6 0,-29 0 0,0-2 0,0-1 0,0-1 0,47-9 0,-74 10 0,0 0 0,-1-1 0,1 0 0,-1 1 0,1-1 0,-1 0 0,1 0 0,-1 0 0,0 0 0,1-1 0,-1 1 0,0-1 0,0 1 0,0-1 0,0 0 0,0 0 0,-1 1 0,1-2 0,0 1 0,-1 0 0,0 0 0,1 0 0,-1-1 0,0 1 0,0 0 0,0-1 0,0 1 0,0-4 0,-1 1 0,0 0 0,-1 0 0,0-1 0,0 1 0,0 0 0,0 0 0,-1 0 0,0 0 0,0 0 0,0 0 0,0 0 0,-6-7 0,-39-59 0,25 38 0,0 0 0,2-2 0,-15-37 0,26 50-1365,0 6-5461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13:48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24575,'0'155'0,"-23"182"0,21-322 0,0-4 0,0 0 0,1 1 0,1-1 0,1 20 0,-1-29 0,0 0 0,1 1 0,-1-1 0,1 0 0,-1 0 0,1 1 0,0-1 0,0 0 0,0 0 0,1 0 0,-1 0 0,0 0 0,1 0 0,-1 0 0,1 0 0,-1-1 0,1 1 0,0-1 0,0 1 0,0-1 0,0 0 0,0 0 0,0 1 0,0-1 0,0-1 0,1 1 0,-1 0 0,3 0 0,5 1 0,1-1 0,-1 0 0,1-1 0,0 0 0,-1 0 0,1-1 0,17-4 0,78-26 0,-31 8 0,2 6-1365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26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1374 24575,'24'0'0,"46"0"0,74-34 0,45-35 0,30-29 0,11-18 0,-5-3 0,-2-6 0,-6-15 0,18-7 0,8-8 0,-24 8 0,-34 19 0,-49 32-8191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28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1 172 24575,'4'-3'0,"1"0"0,0 0 0,0 0 0,0 1 0,1-1 0,-1 1 0,1 1 0,-1-1 0,1 1 0,11-2 0,-3 1 0,49-11 0,37-7 0,142-47 0,-220 58 0,61-18 0,-75 25 0,0 0 0,0 0 0,0 1 0,0 0 0,0 1 0,1 0 0,15 2 0,-21-1 0,0-1 0,-1 1 0,1 0 0,-1 0 0,1 0 0,-1 1 0,1-1 0,-1 1 0,0-1 0,1 1 0,-1 0 0,0 0 0,0 0 0,0 0 0,-1 0 0,3 3 0,-1 1 0,0-1 0,0 0 0,-1 1 0,0-1 0,0 1 0,0-1 0,1 10 0,-1 1 0,-1 1 0,0 0 0,-2 0 0,-2 27 0,-5-2 0,-1 0 0,-23 64 0,-40 74 0,7-35-1365,54-114-5461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30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 1320 24575,'0'-64'0,"-18"-536"0,12 555 0,-2 1 0,-1 0 0,-19-50 0,-55-121 0,65 170 0,2 6-682,-16-66-1,26 80-6143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33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1 510 24575,'0'-373'0,"0"366"0,0 1 0,0 0 0,1-1 0,0 1 0,0 0 0,1 0 0,0 0 0,0 0 0,0 0 0,0 0 0,1 0 0,6-9 0,-6 11 0,1 0 0,0 0 0,0 1 0,0-1 0,0 1 0,0 0 0,0 0 0,1 1 0,0-1 0,-1 1 0,1 0 0,0 0 0,0 0 0,0 1 0,9-2 0,-4 2 0,-1 0 0,1 1 0,0 0 0,-1 0 0,1 1 0,-1 0 0,1 1 0,-1 0 0,12 5 0,11 5 0,39 20 0,-19-8 0,23 10-1365,-44-20-5461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35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2440 1764 24575,'0'-1'0,"0"-1"0,0 1 0,-1-1 0,1 1 0,0 0 0,-1-1 0,0 1 0,1 0 0,-1-1 0,0 1 0,0 0 0,1 0 0,-1-1 0,0 1 0,0 0 0,0 0 0,-2-1 0,-26-18 0,14 11 0,-618-446 0,309 218 0,-265-243 0,115 85 0,454 379 0,-1 1 0,0 1 0,-1 1 0,-1 1 0,0 1 0,-1 1 0,0 1 0,0 1 0,-49-9 0,14 6-1365,31 4-5461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38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177 570 24575,'-6'-14'0,"0"0"0,-13-21 0,-7-14 0,-7-40 0,4-2 0,-26-139 0,55 229 0,-1 0 0,1-1 0,-1 1 0,1 0 0,0-1 0,0 1 0,0 0 0,0-1 0,0 1 0,0-1 0,0 1 0,1 0 0,-1-1 0,0 1 0,1 0 0,-1-1 0,1 1 0,-1 0 0,1 0 0,0-1 0,-1 1 0,1 0 0,0 0 0,0 0 0,0 0 0,0 0 0,0 0 0,0 0 0,0 0 0,0 1 0,0-1 0,0 0 0,1 0 0,-1 1 0,3-1 0,3-1 0,0 0 0,1 1 0,-1 0 0,1 1 0,12 0 0,-8 0 0,254 18 14,-155-8-1393,-68-7-5447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7:12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4101 1907 24575,'-4'-1'0,"0"0"0,0-1 0,0 0 0,0 0 0,0 0 0,0 0 0,0-1 0,-6-5 0,-7-3 0,-104-52 0,-15-8 0,-161-88 0,-3-3 0,-7 4 0,40 24 0,109 55 0,11 7 0,3 1 0,-29-17 0,-65-41 0,152 85 0,-56-22 0,-252-81 0,181 73 0,-2 0 0,-219-88 0,353 128 0,39 18 0,-41-23 0,50 22-1365,3 4-5461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7:15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105 505 24575,'1'-40'0,"-1"0"0,-3-1 0,-1 1 0,-2 1 0,-15-50 0,-48-92 0,69 180 0,-1 0 0,1 0 0,0 0 0,0 0 0,-1 0 0,1 0 0,0 0 0,0 0 0,0 0 0,0 0 0,0 0 0,0 0 0,0 0 0,0 0 0,1 0 0,-1 0 0,0 0 0,1 0 0,-1 0 0,0 0 0,1 0 0,-1 0 0,1 0 0,-1 1 0,1-1 0,0 0 0,-1 0 0,1 1 0,0-1 0,0 0 0,0 1 0,-1-1 0,1 0 0,0 1 0,0-1 0,0 1 0,0 0 0,0-1 0,0 1 0,0 0 0,0-1 0,0 1 0,0 0 0,0 0 0,0 0 0,0 0 0,2 0 0,8 0 0,1 0 0,-1 0 0,19 4 0,-18-3 0,183 36 112,14 1-1589,-184-36-5349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7:27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24575,'10'24'0,"-2"-8"0,13 30 0,3-2 0,1 0 0,2-1 0,37 43 0,-35-47 0,40 53 0,5-4 0,3-3 0,4-3 0,99 78 0,-152-138 0,371 276 0,-287-223 0,288 174 0,-55-38 0,-191-112 0,-109-68 0,-30-20 0,0 0 0,1-2 0,0 0 0,18 8 0,-15-9-1365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7:28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343 0 24575,'23'76'0,"4"-2"0,69 136 0,-13-36 0,-64-137 0,-14-29 0,0-1 0,-1 1 0,0-1 0,-1 1 0,0 0 0,0 0 0,-1 1 0,0-1 0,2 14 0,-4-20 0,-1-1 0,1 1 0,0 0 0,-1 0 0,0 0 0,1-1 0,-1 1 0,0 0 0,0-1 0,0 1 0,0 0 0,0-1 0,0 0 0,0 1 0,0-1 0,-1 1 0,1-1 0,-1 0 0,1 0 0,-1 0 0,1 0 0,-1 0 0,0 0 0,1-1 0,-1 1 0,0 0 0,-3 0 0,-6 2 0,0-1 0,1 0 0,-18 1 0,21-3 0,-326-1 61,174-4-1487,128 4-5400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25:45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 24575,'0'0'0,"0"0"0,0-1 0,1 1 0,-1-1 0,1 1 0,-1 0 0,0-1 0,1 1 0,-1 0 0,1 0 0,-1-1 0,1 1 0,-1 0 0,1 0 0,-1-1 0,1 1 0,-1 0 0,1 0 0,-1 0 0,1 0 0,-1 0 0,1 0 0,-1 0 0,1 0 0,-1 0 0,1 0 0,-1 0 0,1 0 0,-1 1 0,1-1 0,-1 0 0,1 0 0,-1 0 0,1 1 0,-1-1 0,1 0 0,-1 1 0,0-1 0,2 1 0,22 11 0,0 5 0,34 32 0,-34-27 0,30 20 0,-15-15 0,-21-13 0,36 20 0,-46-30 0,0-1 0,0 1 0,1-2 0,-1 1 0,1-1 0,-1 0 0,1-1 0,10 1 0,307-3 0,-131-1 0,-81 4 0,130-5 0,-145-7 0,45-3 0,420 11 0,-290 4 0,-259-3 0,-1 2 0,0 0 0,0 0 0,0 1 0,0 1 0,20 7 0,-32-9 0,1 0 0,0 0 0,-1 0 0,1 0 0,-1 1 0,0-1 0,1 1 0,-1 0 0,0 0 0,0 0 0,0 0 0,0 0 0,0 0 0,-1 0 0,1 1 0,0-1 0,-1 1 0,0-1 0,0 1 0,0-1 0,0 1 0,0 0 0,0-1 0,-1 1 0,1 0 0,-1 0 0,0 0 0,0-1 0,0 1 0,0 0 0,0 0 0,-1 0 0,1 0 0,-1-1 0,0 1 0,1 0 0,-1-1 0,-3 5 0,4-7 0,0 1 0,0-1 0,0 1 0,0-1 0,0 1 0,0 0 0,0-1 0,-1 1 0,1-1 0,0 1 0,0-1 0,-1 1 0,1-1 0,0 0 0,-1 1 0,1-1 0,-1 1 0,1-1 0,0 0 0,-1 1 0,1-1 0,-1 0 0,1 1 0,-1-1 0,1 0 0,-2 0 0,-5-10 0,1-24 0,5 28 0,1-1 0,0 0 0,0 1 0,0-1 0,1 0 0,0 1 0,1-1 0,0 1 0,0-1 0,0 1 0,6-12 0,-5 13 0,0 1 0,0 0 0,0 0 0,1 1 0,-1-1 0,1 1 0,0-1 0,0 1 0,0 0 0,0 1 0,1-1 0,-1 1 0,1-1 0,-1 1 0,1 1 0,8-3 0,16-1 0,1 2 0,-1 0 0,1 2 0,56 6 0,-5-2 0,602-2 0,-675-2 0,0 0 0,0 0 0,-1 0 0,1-1 0,0 0 0,-1 0 0,1-1 0,-1 0 0,0-1 0,0 1 0,0-1 0,0-1 0,6-4 0,-1-2 0,0 1 0,-1-1 0,-1-1 0,1 0 0,13-22 0,-20 28-124,-1 0 0,0 0 0,-1-1 0,0 1 0,0-1 0,0 0-1,-1 1 1,1-1 0,-2 0 0,1-10 0,-1-3-6702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25:46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24575,'2'26'0,"1"-1"0,2 0 0,0 0 0,1-1 0,14 35 0,0 2 0,179 536 0,-2 3 0,-26-70 0,-163-508-273,-1 1 0,-1 0 0,-1-1 0,3 31 0,-7-28-6553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25:48.1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0 217 24575,'42'43'0,"-11"-11"0,39 33 0,-3-12 0,176 154 0,-228-190 0,-12-12 0,0-1 0,1 0 0,0 0 0,0 0 0,0 0 0,8 5 0,-11-9 0,0 1 0,1-1 0,-1 1 0,0-1 0,0 0 0,1 1 0,-1-1 0,1 0 0,-1 0 0,0 0 0,1 0 0,-1 0 0,0 0 0,1 0 0,-1-1 0,1 1 0,-1 0 0,0-1 0,0 1 0,1-1 0,-1 1 0,0-1 0,0 0 0,0 0 0,1 1 0,-1-1 0,0 0 0,0 0 0,0 0 0,0 0 0,-1 0 0,2-2 0,5-6 0,-1-2 0,0 1 0,0 0 0,-1-1 0,-1 0 0,0-1 0,4-15 0,6-15 0,19-49 0,-4-2 0,17-97 0,-41 163-455,2 0 0,10-26 0,-5 22-6371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30:19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24575,'19'-1'0,"39"-7"0,11-1 0,639 1 0,-444 10 0,-105-1 0,184-2 0,-312-1 0,-1-2 0,1-1 0,51-15 0,-51 12 0,-4 2 46,33-2 0,-38 5-532,-1 0 1,40-11-1,-44 7-6340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30:20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24575,'5'5'0,"-1"1"0,1-1 0,0 0 0,1 0 0,-1 0 0,1-1 0,0 1 0,0-2 0,0 1 0,1-1 0,6 3 0,3 3 0,66 34 0,2-4 0,114 37 0,-140-59 0,42 15 0,-98-31 0,-1-1 0,1 1 0,-1-1 0,0 1 0,1 0 0,-1-1 0,1 1 0,-1 0 0,0 0 0,0 0 0,1 0 0,-1 0 0,0 1 0,0-1 0,0 0 0,0 0 0,0 1 0,0-1 0,-1 0 0,1 1 0,0 1 0,-1-2 0,0 1 0,0 0 0,0-1 0,0 1 0,0-1 0,-1 1 0,1-1 0,0 1 0,-1 0 0,1-1 0,-1 0 0,0 1 0,1-1 0,-1 1 0,0-1 0,0 0 0,-1 2 0,-6 5 0,0 1 0,-1-2 0,0 1 0,-14 9 0,-263 165-1365,265-170-5461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37:12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 24575,'0'-2'0,"1"0"0,-1 0 0,1 0 0,-1 1 0,1-1 0,0 0 0,0 0 0,0 1 0,0-1 0,0 1 0,0-1 0,0 1 0,0-1 0,1 1 0,-1 0 0,0-1 0,1 1 0,-1 0 0,1 0 0,0 0 0,-1 0 0,1 0 0,0 1 0,0-1 0,-1 0 0,5 0 0,4-2 0,0 1 0,0 0 0,15-1 0,226 1 0,-123 4 0,4115-2 0,-3926-12 0,21 0 0,534 13-1365,-800-1-5461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37:1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24575,'10'1'0,"0"-1"0,-1 2 0,1 0 0,0 0 0,0 0 0,-1 2 0,10 3 0,64 35 0,-54-25 0,170 78 0,-87-45 0,-109-49 0,-1 0 0,0 1 0,0-1 0,0 0 0,0 1 0,0-1 0,0 1 0,0-1 0,0 1 0,-1 0 0,1 0 0,-1 0 0,1 0 0,-1 0 0,0 0 0,0 0 0,2 3 0,-3-3 0,0 0 0,0 0 0,0 0 0,0-1 0,0 1 0,0 0 0,-1 0 0,1 0 0,0-1 0,-1 1 0,1 0 0,-1 0 0,0-1 0,0 1 0,0-1 0,0 1 0,0 0 0,0-1 0,0 0 0,0 1 0,0-1 0,-1 0 0,1 0 0,-3 2 0,-24 19 0,-2-2 0,0-2 0,-1 0 0,-48 19 0,34-17 0,-68 43 0,90-48-1365,2-2-5461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38:15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1432 24575,'15'0'0,"0"2"0,0 0 0,-1 0 0,1 1 0,19 8 0,72 32 0,-21-7 0,32 3 0,2-5 0,1-5 0,1-5 0,164 11 0,-118-13 0,-105-11 0,93 3 0,-84-12 0,103 18 0,-31 2 0,268 5 0,1059-29 0,-869 2 0,-535-3 0,115-20 0,-45 3 0,-85 11 0,95-28 0,-48 9 0,38-14 0,7-2 0,-79 27 0,-1-3 0,-1-2 0,-1-3 0,109-61 0,-93 46 0,142-52 0,-17 9 0,-66 22 0,151-79 0,-91 4 0,-114 75 0,-70 51 0,0-1 0,-1 0 0,0 0 0,17-26 0,20-21 0,-25 32 0,-2 0 0,0-2 0,26-47 0,28-38 0,47-46 0,-14-6 0,-72 97-1365,-28 48-5461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38:17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0 243 24575,'1'-3'0,"-1"1"0,1 0 0,-1-1 0,1 1 0,0 0 0,0-1 0,0 1 0,1 0 0,-1 0 0,0 0 0,1 0 0,-1 0 0,1 0 0,0 0 0,-1 0 0,1 1 0,0-1 0,0 1 0,0-1 0,1 1 0,3-2 0,8-4 0,1 0 0,20-6 0,-21 8 0,-12 4 0,213-86 0,-87 37 0,-111 41 0,-13 6 0,1 0 0,-1 1 0,1-1 0,0 1 0,0 0 0,9-2 0,-13 4 0,0 0 0,0 0 0,1 0 0,-1 0 0,0 1 0,0-1 0,0 0 0,0 1 0,0-1 0,0 0 0,0 1 0,0-1 0,0 1 0,0 0 0,-1-1 0,1 1 0,0 0 0,0-1 0,0 1 0,-1 0 0,1 0 0,0 0 0,-1-1 0,1 1 0,-1 0 0,1 0 0,-1 0 0,1 0 0,-1 0 0,0 0 0,1 0 0,-1 1 0,0-1 0,0 0 0,0 0 0,0 0 0,0 0 0,0 2 0,3 25 0,21 114 0,-18-112-341,-1 0 0,-1 0-1,1 44 1,-5-54-6485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25:45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 24575,'0'0'0,"0"0"0,0-1 0,1 1 0,-1-1 0,1 1 0,-1 0 0,0-1 0,1 1 0,-1 0 0,1 0 0,-1-1 0,1 1 0,-1 0 0,1 0 0,-1-1 0,1 1 0,-1 0 0,1 0 0,-1 0 0,1 0 0,-1 0 0,1 0 0,-1 0 0,1 0 0,-1 0 0,1 0 0,-1 0 0,1 0 0,-1 1 0,1-1 0,-1 0 0,1 0 0,-1 0 0,1 1 0,-1-1 0,1 0 0,-1 1 0,0-1 0,2 1 0,22 11 0,0 5 0,34 32 0,-34-27 0,30 20 0,-15-15 0,-21-13 0,36 20 0,-46-30 0,0-1 0,0 1 0,1-2 0,-1 1 0,1-1 0,-1 0 0,1-1 0,10 1 0,307-3 0,-131-1 0,-81 4 0,130-5 0,-145-7 0,45-3 0,420 11 0,-290 4 0,-259-3 0,-1 2 0,0 0 0,0 0 0,0 1 0,0 1 0,20 7 0,-32-9 0,1 0 0,0 0 0,-1 0 0,1 0 0,-1 1 0,0-1 0,1 1 0,-1 0 0,0 0 0,0 0 0,0 0 0,0 0 0,0 0 0,-1 0 0,1 1 0,0-1 0,-1 1 0,0-1 0,0 1 0,0-1 0,0 1 0,0 0 0,0-1 0,-1 1 0,1 0 0,-1 0 0,0 0 0,0-1 0,0 1 0,0 0 0,0 0 0,-1 0 0,1 0 0,-1-1 0,0 1 0,1 0 0,-1-1 0,-3 5 0,4-7 0,0 1 0,0-1 0,0 1 0,0-1 0,0 1 0,0 0 0,0-1 0,-1 1 0,1-1 0,0 1 0,0-1 0,-1 1 0,1-1 0,0 0 0,-1 1 0,1-1 0,-1 1 0,1-1 0,0 0 0,-1 1 0,1-1 0,-1 0 0,1 1 0,-1-1 0,1 0 0,-2 0 0,-5-10 0,1-24 0,5 28 0,1-1 0,0 0 0,0 1 0,0-1 0,1 0 0,0 1 0,1-1 0,0 1 0,0-1 0,0 1 0,6-12 0,-5 13 0,0 1 0,0 0 0,0 0 0,1 1 0,-1-1 0,1 1 0,0-1 0,0 1 0,0 0 0,0 1 0,1-1 0,-1 1 0,1-1 0,-1 1 0,1 1 0,8-3 0,16-1 0,1 2 0,-1 0 0,1 2 0,56 6 0,-5-2 0,602-2 0,-675-2 0,0 0 0,0 0 0,-1 0 0,1-1 0,0 0 0,-1 0 0,1-1 0,-1 0 0,0-1 0,0 1 0,0-1 0,0-1 0,6-4 0,-1-2 0,0 1 0,-1-1 0,-1-1 0,1 0 0,13-22 0,-20 28-124,-1 0 0,0 0 0,-1-1 0,0 1 0,0-1 0,0 0-1,-1 1 1,1-1 0,-2 0 0,1-10 0,-1-3-6702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25:46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24575,'2'26'0,"1"-1"0,2 0 0,0 0 0,1-1 0,14 35 0,0 2 0,179 536 0,-2 3 0,-26-70 0,-163-508-273,-1 1 0,-1 0 0,-1-1 0,3 31 0,-7-28-6553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25:48.1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0 217 24575,'42'43'0,"-11"-11"0,39 33 0,-3-12 0,176 154 0,-228-190 0,-12-12 0,0-1 0,1 0 0,0 0 0,0 0 0,0 0 0,8 5 0,-11-9 0,0 1 0,1-1 0,-1 1 0,0-1 0,0 0 0,1 1 0,-1-1 0,1 0 0,-1 0 0,0 0 0,1 0 0,-1 0 0,0 0 0,1 0 0,-1-1 0,1 1 0,-1 0 0,0-1 0,0 1 0,1-1 0,-1 1 0,0-1 0,0 0 0,0 0 0,1 1 0,-1-1 0,0 0 0,0 0 0,0 0 0,0 0 0,-1 0 0,2-2 0,5-6 0,-1-2 0,0 1 0,0 0 0,-1-1 0,-1 0 0,0-1 0,4-15 0,6-15 0,19-49 0,-4-2 0,17-97 0,-41 163-455,2 0 0,10-26 0,-5 22-6371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30:19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24575,'19'-1'0,"39"-7"0,11-1 0,639 1 0,-444 10 0,-105-1 0,184-2 0,-312-1 0,-1-2 0,1-1 0,51-15 0,-51 12 0,-4 2 46,33-2 0,-38 5-532,-1 0 1,40-11-1,-44 7-6340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30:20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24575,'5'5'0,"-1"1"0,1-1 0,0 0 0,1 0 0,-1 0 0,1-1 0,0 1 0,0-2 0,0 1 0,1-1 0,6 3 0,3 3 0,66 34 0,2-4 0,114 37 0,-140-59 0,42 15 0,-98-31 0,-1-1 0,1 1 0,-1-1 0,0 1 0,1 0 0,-1-1 0,1 1 0,-1 0 0,0 0 0,0 0 0,1 0 0,-1 0 0,0 1 0,0-1 0,0 0 0,0 0 0,0 1 0,0-1 0,-1 0 0,1 1 0,0 1 0,-1-2 0,0 1 0,0 0 0,0-1 0,0 1 0,0-1 0,-1 1 0,1-1 0,0 1 0,-1 0 0,1-1 0,-1 0 0,0 1 0,1-1 0,-1 1 0,0-1 0,0 0 0,-1 2 0,-6 5 0,0 1 0,-1-2 0,0 1 0,-14 9 0,-263 165-1365,265-170-5461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16:37:1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24575,'10'1'0,"0"-1"0,-1 2 0,1 0 0,0 0 0,0 0 0,-1 2 0,10 3 0,64 35 0,-54-25 0,170 78 0,-87-45 0,-109-49 0,-1 0 0,0 1 0,0-1 0,0 0 0,0 1 0,0-1 0,0 1 0,0-1 0,0 1 0,-1 0 0,1 0 0,-1 0 0,1 0 0,-1 0 0,0 0 0,0 0 0,2 3 0,-3-3 0,0 0 0,0 0 0,0 0 0,0-1 0,0 1 0,0 0 0,-1 0 0,1 0 0,0-1 0,-1 1 0,1 0 0,-1 0 0,0-1 0,0 1 0,0-1 0,0 1 0,0 0 0,0-1 0,0 0 0,0 1 0,0-1 0,-1 0 0,1 0 0,-3 2 0,-24 19 0,-2-2 0,0-2 0,-1 0 0,-48 19 0,34-17 0,-68 43 0,90-48-1365,2-2-5461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21:55:03.7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24575,'6660'0'-1365,"-6604"0"-5461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9T21:55:24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1874 24575,'45'3'0,"0"2"0,0 2 0,61 17 0,-42-9 0,737 145 0,-606-131 0,255 5 0,198-32 0,-326-6 0,-123 6 0,246-8 0,-374-2 0,-1-3 0,-1-2 0,84-29 0,199-87 0,-252 90 0,515-251 0,-380 171 0,625-327 0,-706 365 0,186-127 0,-247 149 0,3 4 0,197-82 0,-196 94 0,147-88 0,-37 16 0,23-24 22,-134 77-1409,-68 44-5439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AB85-A485-66FF-88B6-2D8E40625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714BC-DD20-B3B9-4165-8306C1D51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9FB7-9B02-4E11-4959-E1FE7EF9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1168-3114-C12E-E23F-F635F97D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3FA82-AACF-0BF5-2B5E-BAAC1E9A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8F24-99BE-E5CE-431C-B95CF2F9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8589-3D6D-5C33-46C6-BA12BDDA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C2900-550C-620C-FEF8-C5A09DC9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57B0-633C-EB86-959C-E5D11EC1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2D4F1-433B-F374-C00A-D3FAE71C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01B-F66A-443E-E19F-19FBE7F2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9C2AE-AE5B-971B-C7AD-68A297E0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B7ED-D94C-8F16-FF7B-5DAC0432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9C466-8D95-DDA2-AAFC-BDCE42B7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F52B-3BF2-5E85-F266-22EAE98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4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CB09-F70E-97ED-600C-5665836B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E474-FDE0-759C-E3B2-F8C273A1F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DFE-AC4C-3F1C-D9A1-931494794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78FAA-6858-6142-1F26-13795A4E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C7F70-611E-33BE-F822-6228E7FE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30888-2A12-2E36-51D6-1BA3CFFB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8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4C2F-7D13-531C-F6A2-45048812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B5256-36C3-0815-5F67-6DBF70BD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06AE4-E4CB-A853-18C7-3DBF5580A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E2957-0FAA-236A-7325-1265280D1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F4523-3D54-83D9-E2BF-BEABCC5EA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0EC1F-B04F-C190-D4D1-EB940422F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C8352-670A-8DA6-9D2D-5A194074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94EB7-A2E3-F391-9D4B-BFDFE003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4DC3-B3C9-8EEE-9C58-379205F4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200DB-0340-A725-FCDE-D8988CC3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68FB0-36DD-5A9D-F034-84C754C3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A3611-C177-62B6-B869-91901C67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8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0A391-DCCA-D00C-BB9B-F97F4237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D665F-A389-5C5D-88C0-2E794981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50247-479F-676E-080F-5FEE716D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7D90-EBCA-BED2-577F-9C797FA4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52F7-B3DD-0D52-74FA-81303DA0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C37E6-81A3-BF8F-F6C7-8406DCE2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D7BB6-5010-0DF4-797C-E955CED4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70D3-A83A-BAA3-8E47-18CB5233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AEE53-41D5-C470-7847-7932CE99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2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54E4-E87C-13C3-3C22-08A7C8AB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DC182-C212-E29D-9A31-A2A1E46A3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DB46C-FC97-B397-6E4B-B6D931BC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B7F92-1C35-24DE-8013-2DAB8814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D823E-9251-B1F8-916F-B488A4C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218C3-43C0-4A71-8BA9-1C7B810B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5D60-02ED-3023-B50F-5984B796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5C278-82F2-6B06-C417-60CD04BD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71DB-BAB0-EECD-C58C-2B4D452D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B408-BCC2-A739-C158-9714BC40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9879-00FE-82CA-4DA6-B9B5042A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6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5F75F-DC88-B564-DD9D-BB42B2AF6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E312-C991-FF98-4F3E-497F89E9F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ADDD-C052-BFF1-EA37-30F13E2E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03930-C641-2FC7-1F88-EB3FA0F7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8AA47-01FF-6812-B569-E67B102C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DC7F3-FE36-79BE-63BA-A0D9CB46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3005D-8BC5-076A-DA7D-978F5FFE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2215A-BE23-E07E-25E1-617E2EDFB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77924-099F-4094-BDB3-CD57C5B45D11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A0006-1E9E-68F4-4E24-60A041784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09B5E-6F1E-2EA7-62C1-6B2AEC904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4.xm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customXml" Target="../ink/ink3.xml"/><Relationship Id="rId5" Type="http://schemas.openxmlformats.org/officeDocument/2006/relationships/image" Target="../media/image8.png"/><Relationship Id="rId15" Type="http://schemas.openxmlformats.org/officeDocument/2006/relationships/image" Target="../media/image15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customXml" Target="../ink/ink2.xml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customXml" Target="../ink/ink11.xml"/><Relationship Id="rId42" Type="http://schemas.openxmlformats.org/officeDocument/2006/relationships/image" Target="../media/image36.png"/><Relationship Id="rId63" Type="http://schemas.openxmlformats.org/officeDocument/2006/relationships/customXml" Target="../ink/ink32.xml"/><Relationship Id="rId84" Type="http://schemas.openxmlformats.org/officeDocument/2006/relationships/image" Target="../media/image57.png"/><Relationship Id="rId138" Type="http://schemas.openxmlformats.org/officeDocument/2006/relationships/customXml" Target="../ink/ink70.xml"/><Relationship Id="rId159" Type="http://schemas.openxmlformats.org/officeDocument/2006/relationships/image" Target="../media/image94.png"/><Relationship Id="rId170" Type="http://schemas.openxmlformats.org/officeDocument/2006/relationships/customXml" Target="../ink/ink86.xml"/><Relationship Id="rId107" Type="http://schemas.openxmlformats.org/officeDocument/2006/relationships/customXml" Target="../ink/ink54.xml"/><Relationship Id="rId11" Type="http://schemas.openxmlformats.org/officeDocument/2006/relationships/customXml" Target="../ink/ink6.xml"/><Relationship Id="rId32" Type="http://schemas.openxmlformats.org/officeDocument/2006/relationships/image" Target="../media/image31.png"/><Relationship Id="rId53" Type="http://schemas.openxmlformats.org/officeDocument/2006/relationships/customXml" Target="../ink/ink27.xml"/><Relationship Id="rId74" Type="http://schemas.openxmlformats.org/officeDocument/2006/relationships/image" Target="../media/image52.png"/><Relationship Id="rId128" Type="http://schemas.openxmlformats.org/officeDocument/2006/relationships/customXml" Target="../ink/ink65.xml"/><Relationship Id="rId149" Type="http://schemas.openxmlformats.org/officeDocument/2006/relationships/image" Target="../media/image89.png"/><Relationship Id="rId5" Type="http://schemas.openxmlformats.org/officeDocument/2006/relationships/image" Target="../media/image19.png"/><Relationship Id="rId95" Type="http://schemas.openxmlformats.org/officeDocument/2006/relationships/customXml" Target="../ink/ink48.xml"/><Relationship Id="rId160" Type="http://schemas.openxmlformats.org/officeDocument/2006/relationships/customXml" Target="../ink/ink81.xml"/><Relationship Id="rId181" Type="http://schemas.openxmlformats.org/officeDocument/2006/relationships/image" Target="../media/image106.png"/><Relationship Id="rId22" Type="http://schemas.openxmlformats.org/officeDocument/2006/relationships/image" Target="../media/image26.png"/><Relationship Id="rId43" Type="http://schemas.openxmlformats.org/officeDocument/2006/relationships/customXml" Target="../ink/ink22.xml"/><Relationship Id="rId64" Type="http://schemas.openxmlformats.org/officeDocument/2006/relationships/image" Target="../media/image47.png"/><Relationship Id="rId118" Type="http://schemas.openxmlformats.org/officeDocument/2006/relationships/image" Target="../media/image74.png"/><Relationship Id="rId139" Type="http://schemas.openxmlformats.org/officeDocument/2006/relationships/image" Target="../media/image84.png"/><Relationship Id="rId85" Type="http://schemas.openxmlformats.org/officeDocument/2006/relationships/customXml" Target="../ink/ink43.xml"/><Relationship Id="rId150" Type="http://schemas.openxmlformats.org/officeDocument/2006/relationships/customXml" Target="../ink/ink76.xml"/><Relationship Id="rId171" Type="http://schemas.openxmlformats.org/officeDocument/2006/relationships/image" Target="../media/image100.png"/><Relationship Id="rId12" Type="http://schemas.openxmlformats.org/officeDocument/2006/relationships/image" Target="../media/image219.png"/><Relationship Id="rId33" Type="http://schemas.openxmlformats.org/officeDocument/2006/relationships/customXml" Target="../ink/ink17.xml"/><Relationship Id="rId108" Type="http://schemas.openxmlformats.org/officeDocument/2006/relationships/image" Target="../media/image69.png"/><Relationship Id="rId129" Type="http://schemas.openxmlformats.org/officeDocument/2006/relationships/image" Target="../media/image79.png"/><Relationship Id="rId54" Type="http://schemas.openxmlformats.org/officeDocument/2006/relationships/image" Target="../media/image42.png"/><Relationship Id="rId75" Type="http://schemas.openxmlformats.org/officeDocument/2006/relationships/customXml" Target="../ink/ink38.xml"/><Relationship Id="rId96" Type="http://schemas.openxmlformats.org/officeDocument/2006/relationships/image" Target="../media/image63.png"/><Relationship Id="rId140" Type="http://schemas.openxmlformats.org/officeDocument/2006/relationships/customXml" Target="../ink/ink71.xml"/><Relationship Id="rId161" Type="http://schemas.openxmlformats.org/officeDocument/2006/relationships/image" Target="../media/image95.png"/><Relationship Id="rId182" Type="http://schemas.openxmlformats.org/officeDocument/2006/relationships/image" Target="../media/image107.png"/><Relationship Id="rId6" Type="http://schemas.openxmlformats.org/officeDocument/2006/relationships/image" Target="../media/image20.png"/><Relationship Id="rId23" Type="http://schemas.openxmlformats.org/officeDocument/2006/relationships/customXml" Target="../ink/ink12.xml"/><Relationship Id="rId119" Type="http://schemas.openxmlformats.org/officeDocument/2006/relationships/customXml" Target="../ink/ink60.xml"/><Relationship Id="rId44" Type="http://schemas.openxmlformats.org/officeDocument/2006/relationships/image" Target="../media/image37.png"/><Relationship Id="rId65" Type="http://schemas.openxmlformats.org/officeDocument/2006/relationships/customXml" Target="../ink/ink33.xml"/><Relationship Id="rId86" Type="http://schemas.openxmlformats.org/officeDocument/2006/relationships/image" Target="../media/image58.png"/><Relationship Id="rId130" Type="http://schemas.openxmlformats.org/officeDocument/2006/relationships/customXml" Target="../ink/ink66.xml"/><Relationship Id="rId151" Type="http://schemas.openxmlformats.org/officeDocument/2006/relationships/image" Target="../media/image90.png"/><Relationship Id="rId172" Type="http://schemas.openxmlformats.org/officeDocument/2006/relationships/customXml" Target="../ink/ink87.xml"/><Relationship Id="rId13" Type="http://schemas.openxmlformats.org/officeDocument/2006/relationships/customXml" Target="../ink/ink7.xml"/><Relationship Id="rId18" Type="http://schemas.openxmlformats.org/officeDocument/2006/relationships/image" Target="../media/image24.png"/><Relationship Id="rId39" Type="http://schemas.openxmlformats.org/officeDocument/2006/relationships/customXml" Target="../ink/ink20.xml"/><Relationship Id="rId109" Type="http://schemas.openxmlformats.org/officeDocument/2006/relationships/customXml" Target="../ink/ink55.xml"/><Relationship Id="rId34" Type="http://schemas.openxmlformats.org/officeDocument/2006/relationships/image" Target="../media/image32.png"/><Relationship Id="rId50" Type="http://schemas.openxmlformats.org/officeDocument/2006/relationships/image" Target="../media/image40.png"/><Relationship Id="rId55" Type="http://schemas.openxmlformats.org/officeDocument/2006/relationships/customXml" Target="../ink/ink28.xml"/><Relationship Id="rId76" Type="http://schemas.openxmlformats.org/officeDocument/2006/relationships/image" Target="../media/image53.png"/><Relationship Id="rId97" Type="http://schemas.openxmlformats.org/officeDocument/2006/relationships/customXml" Target="../ink/ink49.xml"/><Relationship Id="rId104" Type="http://schemas.openxmlformats.org/officeDocument/2006/relationships/image" Target="../media/image67.png"/><Relationship Id="rId120" Type="http://schemas.openxmlformats.org/officeDocument/2006/relationships/image" Target="../media/image75.png"/><Relationship Id="rId125" Type="http://schemas.openxmlformats.org/officeDocument/2006/relationships/customXml" Target="../ink/ink63.xml"/><Relationship Id="rId141" Type="http://schemas.openxmlformats.org/officeDocument/2006/relationships/image" Target="../media/image85.png"/><Relationship Id="rId146" Type="http://schemas.openxmlformats.org/officeDocument/2006/relationships/customXml" Target="../ink/ink74.xml"/><Relationship Id="rId167" Type="http://schemas.openxmlformats.org/officeDocument/2006/relationships/image" Target="../media/image98.png"/><Relationship Id="rId7" Type="http://schemas.openxmlformats.org/officeDocument/2006/relationships/image" Target="../media/image21.png"/><Relationship Id="rId71" Type="http://schemas.openxmlformats.org/officeDocument/2006/relationships/customXml" Target="../ink/ink36.xml"/><Relationship Id="rId92" Type="http://schemas.openxmlformats.org/officeDocument/2006/relationships/image" Target="../media/image61.png"/><Relationship Id="rId162" Type="http://schemas.openxmlformats.org/officeDocument/2006/relationships/customXml" Target="../ink/ink82.xml"/><Relationship Id="rId183" Type="http://schemas.openxmlformats.org/officeDocument/2006/relationships/image" Target="../media/image108.png"/><Relationship Id="rId2" Type="http://schemas.openxmlformats.org/officeDocument/2006/relationships/image" Target="../media/image16.png"/><Relationship Id="rId29" Type="http://schemas.openxmlformats.org/officeDocument/2006/relationships/customXml" Target="../ink/ink15.xml"/><Relationship Id="rId24" Type="http://schemas.openxmlformats.org/officeDocument/2006/relationships/image" Target="../media/image27.png"/><Relationship Id="rId40" Type="http://schemas.openxmlformats.org/officeDocument/2006/relationships/image" Target="../media/image35.png"/><Relationship Id="rId45" Type="http://schemas.openxmlformats.org/officeDocument/2006/relationships/customXml" Target="../ink/ink23.xml"/><Relationship Id="rId66" Type="http://schemas.openxmlformats.org/officeDocument/2006/relationships/image" Target="../media/image48.png"/><Relationship Id="rId87" Type="http://schemas.openxmlformats.org/officeDocument/2006/relationships/customXml" Target="../ink/ink44.xml"/><Relationship Id="rId110" Type="http://schemas.openxmlformats.org/officeDocument/2006/relationships/image" Target="../media/image70.png"/><Relationship Id="rId115" Type="http://schemas.openxmlformats.org/officeDocument/2006/relationships/customXml" Target="../ink/ink58.xml"/><Relationship Id="rId131" Type="http://schemas.openxmlformats.org/officeDocument/2006/relationships/image" Target="../media/image80.png"/><Relationship Id="rId136" Type="http://schemas.openxmlformats.org/officeDocument/2006/relationships/customXml" Target="../ink/ink69.xml"/><Relationship Id="rId157" Type="http://schemas.openxmlformats.org/officeDocument/2006/relationships/image" Target="../media/image93.png"/><Relationship Id="rId178" Type="http://schemas.openxmlformats.org/officeDocument/2006/relationships/customXml" Target="../ink/ink90.xml"/><Relationship Id="rId61" Type="http://schemas.openxmlformats.org/officeDocument/2006/relationships/customXml" Target="../ink/ink31.xml"/><Relationship Id="rId82" Type="http://schemas.openxmlformats.org/officeDocument/2006/relationships/image" Target="../media/image56.png"/><Relationship Id="rId152" Type="http://schemas.openxmlformats.org/officeDocument/2006/relationships/customXml" Target="../ink/ink77.xml"/><Relationship Id="rId173" Type="http://schemas.openxmlformats.org/officeDocument/2006/relationships/image" Target="../media/image101.png"/><Relationship Id="rId19" Type="http://schemas.openxmlformats.org/officeDocument/2006/relationships/customXml" Target="../ink/ink10.xml"/><Relationship Id="rId14" Type="http://schemas.openxmlformats.org/officeDocument/2006/relationships/image" Target="../media/image220.png"/><Relationship Id="rId30" Type="http://schemas.openxmlformats.org/officeDocument/2006/relationships/image" Target="../media/image30.png"/><Relationship Id="rId35" Type="http://schemas.openxmlformats.org/officeDocument/2006/relationships/customXml" Target="../ink/ink18.xml"/><Relationship Id="rId56" Type="http://schemas.openxmlformats.org/officeDocument/2006/relationships/image" Target="../media/image43.png"/><Relationship Id="rId77" Type="http://schemas.openxmlformats.org/officeDocument/2006/relationships/customXml" Target="../ink/ink39.xml"/><Relationship Id="rId100" Type="http://schemas.openxmlformats.org/officeDocument/2006/relationships/image" Target="../media/image65.png"/><Relationship Id="rId105" Type="http://schemas.openxmlformats.org/officeDocument/2006/relationships/customXml" Target="../ink/ink53.xml"/><Relationship Id="rId126" Type="http://schemas.openxmlformats.org/officeDocument/2006/relationships/customXml" Target="../ink/ink64.xml"/><Relationship Id="rId147" Type="http://schemas.openxmlformats.org/officeDocument/2006/relationships/image" Target="../media/image88.png"/><Relationship Id="rId168" Type="http://schemas.openxmlformats.org/officeDocument/2006/relationships/customXml" Target="../ink/ink85.xml"/><Relationship Id="rId8" Type="http://schemas.openxmlformats.org/officeDocument/2006/relationships/image" Target="../media/image22.png"/><Relationship Id="rId51" Type="http://schemas.openxmlformats.org/officeDocument/2006/relationships/customXml" Target="../ink/ink26.xml"/><Relationship Id="rId72" Type="http://schemas.openxmlformats.org/officeDocument/2006/relationships/image" Target="../media/image51.png"/><Relationship Id="rId93" Type="http://schemas.openxmlformats.org/officeDocument/2006/relationships/customXml" Target="../ink/ink47.xml"/><Relationship Id="rId98" Type="http://schemas.openxmlformats.org/officeDocument/2006/relationships/image" Target="../media/image64.png"/><Relationship Id="rId121" Type="http://schemas.openxmlformats.org/officeDocument/2006/relationships/customXml" Target="../ink/ink61.xml"/><Relationship Id="rId142" Type="http://schemas.openxmlformats.org/officeDocument/2006/relationships/customXml" Target="../ink/ink72.xml"/><Relationship Id="rId163" Type="http://schemas.openxmlformats.org/officeDocument/2006/relationships/image" Target="../media/image96.png"/><Relationship Id="rId184" Type="http://schemas.openxmlformats.org/officeDocument/2006/relationships/image" Target="../media/image109.png"/><Relationship Id="rId3" Type="http://schemas.openxmlformats.org/officeDocument/2006/relationships/image" Target="../media/image17.png"/><Relationship Id="rId25" Type="http://schemas.openxmlformats.org/officeDocument/2006/relationships/customXml" Target="../ink/ink13.xml"/><Relationship Id="rId46" Type="http://schemas.openxmlformats.org/officeDocument/2006/relationships/image" Target="../media/image38.png"/><Relationship Id="rId67" Type="http://schemas.openxmlformats.org/officeDocument/2006/relationships/customXml" Target="../ink/ink34.xml"/><Relationship Id="rId116" Type="http://schemas.openxmlformats.org/officeDocument/2006/relationships/image" Target="../media/image73.png"/><Relationship Id="rId137" Type="http://schemas.openxmlformats.org/officeDocument/2006/relationships/image" Target="../media/image83.png"/><Relationship Id="rId158" Type="http://schemas.openxmlformats.org/officeDocument/2006/relationships/customXml" Target="../ink/ink80.xml"/><Relationship Id="rId20" Type="http://schemas.openxmlformats.org/officeDocument/2006/relationships/image" Target="../media/image25.png"/><Relationship Id="rId41" Type="http://schemas.openxmlformats.org/officeDocument/2006/relationships/customXml" Target="../ink/ink21.xml"/><Relationship Id="rId62" Type="http://schemas.openxmlformats.org/officeDocument/2006/relationships/image" Target="../media/image46.png"/><Relationship Id="rId83" Type="http://schemas.openxmlformats.org/officeDocument/2006/relationships/customXml" Target="../ink/ink42.xml"/><Relationship Id="rId88" Type="http://schemas.openxmlformats.org/officeDocument/2006/relationships/image" Target="../media/image59.png"/><Relationship Id="rId111" Type="http://schemas.openxmlformats.org/officeDocument/2006/relationships/customXml" Target="../ink/ink56.xml"/><Relationship Id="rId132" Type="http://schemas.openxmlformats.org/officeDocument/2006/relationships/customXml" Target="../ink/ink67.xml"/><Relationship Id="rId153" Type="http://schemas.openxmlformats.org/officeDocument/2006/relationships/image" Target="../media/image91.png"/><Relationship Id="rId174" Type="http://schemas.openxmlformats.org/officeDocument/2006/relationships/customXml" Target="../ink/ink88.xml"/><Relationship Id="rId179" Type="http://schemas.openxmlformats.org/officeDocument/2006/relationships/image" Target="../media/image104.png"/><Relationship Id="rId15" Type="http://schemas.openxmlformats.org/officeDocument/2006/relationships/customXml" Target="../ink/ink8.xml"/><Relationship Id="rId36" Type="http://schemas.openxmlformats.org/officeDocument/2006/relationships/image" Target="../media/image33.png"/><Relationship Id="rId57" Type="http://schemas.openxmlformats.org/officeDocument/2006/relationships/customXml" Target="../ink/ink29.xml"/><Relationship Id="rId106" Type="http://schemas.openxmlformats.org/officeDocument/2006/relationships/image" Target="../media/image68.png"/><Relationship Id="rId127" Type="http://schemas.openxmlformats.org/officeDocument/2006/relationships/image" Target="../media/image78.png"/><Relationship Id="rId10" Type="http://schemas.openxmlformats.org/officeDocument/2006/relationships/image" Target="../media/image2010.png"/><Relationship Id="rId31" Type="http://schemas.openxmlformats.org/officeDocument/2006/relationships/customXml" Target="../ink/ink16.xml"/><Relationship Id="rId52" Type="http://schemas.openxmlformats.org/officeDocument/2006/relationships/image" Target="../media/image41.png"/><Relationship Id="rId73" Type="http://schemas.openxmlformats.org/officeDocument/2006/relationships/customXml" Target="../ink/ink37.xml"/><Relationship Id="rId78" Type="http://schemas.openxmlformats.org/officeDocument/2006/relationships/image" Target="../media/image54.png"/><Relationship Id="rId94" Type="http://schemas.openxmlformats.org/officeDocument/2006/relationships/image" Target="../media/image62.png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122" Type="http://schemas.openxmlformats.org/officeDocument/2006/relationships/image" Target="../media/image76.png"/><Relationship Id="rId143" Type="http://schemas.openxmlformats.org/officeDocument/2006/relationships/image" Target="../media/image86.png"/><Relationship Id="rId148" Type="http://schemas.openxmlformats.org/officeDocument/2006/relationships/customXml" Target="../ink/ink75.xml"/><Relationship Id="rId164" Type="http://schemas.openxmlformats.org/officeDocument/2006/relationships/customXml" Target="../ink/ink83.xml"/><Relationship Id="rId169" Type="http://schemas.openxmlformats.org/officeDocument/2006/relationships/image" Target="../media/image99.png"/><Relationship Id="rId185" Type="http://schemas.openxmlformats.org/officeDocument/2006/relationships/image" Target="../media/image110.png"/><Relationship Id="rId4" Type="http://schemas.openxmlformats.org/officeDocument/2006/relationships/image" Target="../media/image18.png"/><Relationship Id="rId9" Type="http://schemas.openxmlformats.org/officeDocument/2006/relationships/customXml" Target="../ink/ink5.xml"/><Relationship Id="rId180" Type="http://schemas.openxmlformats.org/officeDocument/2006/relationships/image" Target="../media/image105.png"/><Relationship Id="rId26" Type="http://schemas.openxmlformats.org/officeDocument/2006/relationships/image" Target="../media/image28.png"/><Relationship Id="rId47" Type="http://schemas.openxmlformats.org/officeDocument/2006/relationships/customXml" Target="../ink/ink24.xml"/><Relationship Id="rId68" Type="http://schemas.openxmlformats.org/officeDocument/2006/relationships/image" Target="../media/image49.png"/><Relationship Id="rId89" Type="http://schemas.openxmlformats.org/officeDocument/2006/relationships/customXml" Target="../ink/ink45.xml"/><Relationship Id="rId112" Type="http://schemas.openxmlformats.org/officeDocument/2006/relationships/image" Target="../media/image71.png"/><Relationship Id="rId133" Type="http://schemas.openxmlformats.org/officeDocument/2006/relationships/image" Target="../media/image81.png"/><Relationship Id="rId154" Type="http://schemas.openxmlformats.org/officeDocument/2006/relationships/customXml" Target="../ink/ink78.xml"/><Relationship Id="rId175" Type="http://schemas.openxmlformats.org/officeDocument/2006/relationships/image" Target="../media/image102.png"/><Relationship Id="rId16" Type="http://schemas.openxmlformats.org/officeDocument/2006/relationships/image" Target="../media/image23.png"/><Relationship Id="rId37" Type="http://schemas.openxmlformats.org/officeDocument/2006/relationships/customXml" Target="../ink/ink19.xml"/><Relationship Id="rId58" Type="http://schemas.openxmlformats.org/officeDocument/2006/relationships/image" Target="../media/image44.png"/><Relationship Id="rId79" Type="http://schemas.openxmlformats.org/officeDocument/2006/relationships/customXml" Target="../ink/ink40.xml"/><Relationship Id="rId102" Type="http://schemas.openxmlformats.org/officeDocument/2006/relationships/image" Target="../media/image66.png"/><Relationship Id="rId123" Type="http://schemas.openxmlformats.org/officeDocument/2006/relationships/customXml" Target="../ink/ink62.xml"/><Relationship Id="rId144" Type="http://schemas.openxmlformats.org/officeDocument/2006/relationships/customXml" Target="../ink/ink73.xml"/><Relationship Id="rId90" Type="http://schemas.openxmlformats.org/officeDocument/2006/relationships/image" Target="../media/image60.png"/><Relationship Id="rId165" Type="http://schemas.openxmlformats.org/officeDocument/2006/relationships/image" Target="../media/image97.png"/><Relationship Id="rId27" Type="http://schemas.openxmlformats.org/officeDocument/2006/relationships/customXml" Target="../ink/ink14.xml"/><Relationship Id="rId48" Type="http://schemas.openxmlformats.org/officeDocument/2006/relationships/image" Target="../media/image39.png"/><Relationship Id="rId69" Type="http://schemas.openxmlformats.org/officeDocument/2006/relationships/customXml" Target="../ink/ink35.xml"/><Relationship Id="rId113" Type="http://schemas.openxmlformats.org/officeDocument/2006/relationships/customXml" Target="../ink/ink57.xml"/><Relationship Id="rId134" Type="http://schemas.openxmlformats.org/officeDocument/2006/relationships/customXml" Target="../ink/ink68.xml"/><Relationship Id="rId80" Type="http://schemas.openxmlformats.org/officeDocument/2006/relationships/image" Target="../media/image55.png"/><Relationship Id="rId155" Type="http://schemas.openxmlformats.org/officeDocument/2006/relationships/image" Target="../media/image92.png"/><Relationship Id="rId176" Type="http://schemas.openxmlformats.org/officeDocument/2006/relationships/customXml" Target="../ink/ink89.xml"/><Relationship Id="rId17" Type="http://schemas.openxmlformats.org/officeDocument/2006/relationships/customXml" Target="../ink/ink9.xml"/><Relationship Id="rId38" Type="http://schemas.openxmlformats.org/officeDocument/2006/relationships/image" Target="../media/image34.png"/><Relationship Id="rId59" Type="http://schemas.openxmlformats.org/officeDocument/2006/relationships/customXml" Target="../ink/ink30.xml"/><Relationship Id="rId103" Type="http://schemas.openxmlformats.org/officeDocument/2006/relationships/customXml" Target="../ink/ink52.xml"/><Relationship Id="rId124" Type="http://schemas.openxmlformats.org/officeDocument/2006/relationships/image" Target="../media/image77.png"/><Relationship Id="rId70" Type="http://schemas.openxmlformats.org/officeDocument/2006/relationships/image" Target="../media/image50.png"/><Relationship Id="rId91" Type="http://schemas.openxmlformats.org/officeDocument/2006/relationships/customXml" Target="../ink/ink46.xml"/><Relationship Id="rId145" Type="http://schemas.openxmlformats.org/officeDocument/2006/relationships/image" Target="../media/image87.png"/><Relationship Id="rId166" Type="http://schemas.openxmlformats.org/officeDocument/2006/relationships/customXml" Target="../ink/ink84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29.png"/><Relationship Id="rId49" Type="http://schemas.openxmlformats.org/officeDocument/2006/relationships/customXml" Target="../ink/ink25.xml"/><Relationship Id="rId114" Type="http://schemas.openxmlformats.org/officeDocument/2006/relationships/image" Target="../media/image72.png"/><Relationship Id="rId60" Type="http://schemas.openxmlformats.org/officeDocument/2006/relationships/image" Target="../media/image45.png"/><Relationship Id="rId81" Type="http://schemas.openxmlformats.org/officeDocument/2006/relationships/customXml" Target="../ink/ink41.xml"/><Relationship Id="rId135" Type="http://schemas.openxmlformats.org/officeDocument/2006/relationships/image" Target="../media/image82.png"/><Relationship Id="rId156" Type="http://schemas.openxmlformats.org/officeDocument/2006/relationships/customXml" Target="../ink/ink79.xml"/><Relationship Id="rId177" Type="http://schemas.openxmlformats.org/officeDocument/2006/relationships/image" Target="../media/image103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5.png"/><Relationship Id="rId21" Type="http://schemas.openxmlformats.org/officeDocument/2006/relationships/customXml" Target="../ink/ink94.xml"/><Relationship Id="rId42" Type="http://schemas.openxmlformats.org/officeDocument/2006/relationships/image" Target="../media/image128.png"/><Relationship Id="rId63" Type="http://schemas.openxmlformats.org/officeDocument/2006/relationships/customXml" Target="../ink/ink114.xml"/><Relationship Id="rId84" Type="http://schemas.openxmlformats.org/officeDocument/2006/relationships/image" Target="../media/image149.png"/><Relationship Id="rId138" Type="http://schemas.openxmlformats.org/officeDocument/2006/relationships/customXml" Target="../ink/ink152.xml"/><Relationship Id="rId159" Type="http://schemas.openxmlformats.org/officeDocument/2006/relationships/image" Target="../media/image186.png"/><Relationship Id="rId170" Type="http://schemas.openxmlformats.org/officeDocument/2006/relationships/customXml" Target="../ink/ink168.xml"/><Relationship Id="rId107" Type="http://schemas.openxmlformats.org/officeDocument/2006/relationships/customXml" Target="../ink/ink136.xml"/><Relationship Id="rId11" Type="http://schemas.openxmlformats.org/officeDocument/2006/relationships/image" Target="../media/image111.png"/><Relationship Id="rId32" Type="http://schemas.openxmlformats.org/officeDocument/2006/relationships/image" Target="../media/image123.png"/><Relationship Id="rId53" Type="http://schemas.openxmlformats.org/officeDocument/2006/relationships/image" Target="../media/image134.png"/><Relationship Id="rId74" Type="http://schemas.openxmlformats.org/officeDocument/2006/relationships/image" Target="../media/image65.png"/><Relationship Id="rId128" Type="http://schemas.openxmlformats.org/officeDocument/2006/relationships/customXml" Target="../ink/ink147.xml"/><Relationship Id="rId149" Type="http://schemas.openxmlformats.org/officeDocument/2006/relationships/image" Target="../media/image181.png"/><Relationship Id="rId5" Type="http://schemas.openxmlformats.org/officeDocument/2006/relationships/image" Target="../media/image105.png"/><Relationship Id="rId95" Type="http://schemas.openxmlformats.org/officeDocument/2006/relationships/customXml" Target="../ink/ink130.xml"/><Relationship Id="rId160" Type="http://schemas.openxmlformats.org/officeDocument/2006/relationships/customXml" Target="../ink/ink163.xml"/><Relationship Id="rId181" Type="http://schemas.openxmlformats.org/officeDocument/2006/relationships/image" Target="../media/image197.png"/><Relationship Id="rId22" Type="http://schemas.openxmlformats.org/officeDocument/2006/relationships/image" Target="../media/image118.png"/><Relationship Id="rId43" Type="http://schemas.openxmlformats.org/officeDocument/2006/relationships/customXml" Target="../ink/ink105.xml"/><Relationship Id="rId64" Type="http://schemas.openxmlformats.org/officeDocument/2006/relationships/image" Target="../media/image140.png"/><Relationship Id="rId118" Type="http://schemas.openxmlformats.org/officeDocument/2006/relationships/customXml" Target="../ink/ink142.xml"/><Relationship Id="rId139" Type="http://schemas.openxmlformats.org/officeDocument/2006/relationships/image" Target="../media/image176.png"/><Relationship Id="rId85" Type="http://schemas.openxmlformats.org/officeDocument/2006/relationships/customXml" Target="../ink/ink125.xml"/><Relationship Id="rId150" Type="http://schemas.openxmlformats.org/officeDocument/2006/relationships/customXml" Target="../ink/ink158.xml"/><Relationship Id="rId171" Type="http://schemas.openxmlformats.org/officeDocument/2006/relationships/image" Target="../media/image192.png"/><Relationship Id="rId12" Type="http://schemas.openxmlformats.org/officeDocument/2006/relationships/image" Target="../media/image112.png"/><Relationship Id="rId33" Type="http://schemas.openxmlformats.org/officeDocument/2006/relationships/customXml" Target="../ink/ink100.xml"/><Relationship Id="rId108" Type="http://schemas.openxmlformats.org/officeDocument/2006/relationships/image" Target="../media/image161.png"/><Relationship Id="rId129" Type="http://schemas.openxmlformats.org/officeDocument/2006/relationships/image" Target="../media/image171.png"/><Relationship Id="rId54" Type="http://schemas.openxmlformats.org/officeDocument/2006/relationships/customXml" Target="../ink/ink110.xml"/><Relationship Id="rId75" Type="http://schemas.openxmlformats.org/officeDocument/2006/relationships/customXml" Target="../ink/ink120.xml"/><Relationship Id="rId96" Type="http://schemas.openxmlformats.org/officeDocument/2006/relationships/image" Target="../media/image155.png"/><Relationship Id="rId140" Type="http://schemas.openxmlformats.org/officeDocument/2006/relationships/customXml" Target="../ink/ink153.xml"/><Relationship Id="rId161" Type="http://schemas.openxmlformats.org/officeDocument/2006/relationships/image" Target="../media/image187.png"/><Relationship Id="rId182" Type="http://schemas.openxmlformats.org/officeDocument/2006/relationships/customXml" Target="../ink/ink174.xml"/><Relationship Id="rId6" Type="http://schemas.openxmlformats.org/officeDocument/2006/relationships/image" Target="../media/image106.png"/><Relationship Id="rId23" Type="http://schemas.openxmlformats.org/officeDocument/2006/relationships/customXml" Target="../ink/ink95.xml"/><Relationship Id="rId119" Type="http://schemas.openxmlformats.org/officeDocument/2006/relationships/image" Target="../media/image166.png"/><Relationship Id="rId44" Type="http://schemas.openxmlformats.org/officeDocument/2006/relationships/image" Target="../media/image129.png"/><Relationship Id="rId65" Type="http://schemas.openxmlformats.org/officeDocument/2006/relationships/customXml" Target="../ink/ink115.xml"/><Relationship Id="rId86" Type="http://schemas.openxmlformats.org/officeDocument/2006/relationships/image" Target="../media/image150.png"/><Relationship Id="rId130" Type="http://schemas.openxmlformats.org/officeDocument/2006/relationships/customXml" Target="../ink/ink148.xml"/><Relationship Id="rId151" Type="http://schemas.openxmlformats.org/officeDocument/2006/relationships/image" Target="../media/image182.png"/><Relationship Id="rId172" Type="http://schemas.openxmlformats.org/officeDocument/2006/relationships/customXml" Target="../ink/ink169.xml"/><Relationship Id="rId13" Type="http://schemas.openxmlformats.org/officeDocument/2006/relationships/image" Target="../media/image113.png"/><Relationship Id="rId18" Type="http://schemas.openxmlformats.org/officeDocument/2006/relationships/image" Target="../media/image116.png"/><Relationship Id="rId39" Type="http://schemas.openxmlformats.org/officeDocument/2006/relationships/customXml" Target="../ink/ink103.xml"/><Relationship Id="rId109" Type="http://schemas.openxmlformats.org/officeDocument/2006/relationships/customXml" Target="../ink/ink137.xml"/><Relationship Id="rId34" Type="http://schemas.openxmlformats.org/officeDocument/2006/relationships/image" Target="../media/image124.png"/><Relationship Id="rId50" Type="http://schemas.openxmlformats.org/officeDocument/2006/relationships/customXml" Target="../ink/ink108.xml"/><Relationship Id="rId55" Type="http://schemas.openxmlformats.org/officeDocument/2006/relationships/image" Target="../media/image135.png"/><Relationship Id="rId76" Type="http://schemas.openxmlformats.org/officeDocument/2006/relationships/image" Target="../media/image145.png"/><Relationship Id="rId97" Type="http://schemas.openxmlformats.org/officeDocument/2006/relationships/customXml" Target="../ink/ink131.xml"/><Relationship Id="rId104" Type="http://schemas.openxmlformats.org/officeDocument/2006/relationships/image" Target="../media/image159.png"/><Relationship Id="rId120" Type="http://schemas.openxmlformats.org/officeDocument/2006/relationships/customXml" Target="../ink/ink143.xml"/><Relationship Id="rId125" Type="http://schemas.openxmlformats.org/officeDocument/2006/relationships/image" Target="../media/image169.png"/><Relationship Id="rId141" Type="http://schemas.openxmlformats.org/officeDocument/2006/relationships/image" Target="../media/image177.png"/><Relationship Id="rId146" Type="http://schemas.openxmlformats.org/officeDocument/2006/relationships/customXml" Target="../ink/ink156.xml"/><Relationship Id="rId167" Type="http://schemas.openxmlformats.org/officeDocument/2006/relationships/image" Target="../media/image190.png"/><Relationship Id="rId188" Type="http://schemas.openxmlformats.org/officeDocument/2006/relationships/customXml" Target="../ink/ink177.xml"/><Relationship Id="rId7" Type="http://schemas.openxmlformats.org/officeDocument/2006/relationships/image" Target="../media/image107.png"/><Relationship Id="rId71" Type="http://schemas.openxmlformats.org/officeDocument/2006/relationships/customXml" Target="../ink/ink118.xml"/><Relationship Id="rId92" Type="http://schemas.openxmlformats.org/officeDocument/2006/relationships/image" Target="../media/image153.png"/><Relationship Id="rId162" Type="http://schemas.openxmlformats.org/officeDocument/2006/relationships/customXml" Target="../ink/ink164.xml"/><Relationship Id="rId183" Type="http://schemas.openxmlformats.org/officeDocument/2006/relationships/image" Target="../media/image198.png"/><Relationship Id="rId2" Type="http://schemas.openxmlformats.org/officeDocument/2006/relationships/image" Target="../media/image16.png"/><Relationship Id="rId29" Type="http://schemas.openxmlformats.org/officeDocument/2006/relationships/customXml" Target="../ink/ink98.xml"/><Relationship Id="rId24" Type="http://schemas.openxmlformats.org/officeDocument/2006/relationships/image" Target="../media/image119.png"/><Relationship Id="rId40" Type="http://schemas.openxmlformats.org/officeDocument/2006/relationships/image" Target="../media/image127.png"/><Relationship Id="rId45" Type="http://schemas.openxmlformats.org/officeDocument/2006/relationships/customXml" Target="../ink/ink106.xml"/><Relationship Id="rId66" Type="http://schemas.openxmlformats.org/officeDocument/2006/relationships/image" Target="../media/image141.png"/><Relationship Id="rId87" Type="http://schemas.openxmlformats.org/officeDocument/2006/relationships/customXml" Target="../ink/ink126.xml"/><Relationship Id="rId110" Type="http://schemas.openxmlformats.org/officeDocument/2006/relationships/image" Target="../media/image162.png"/><Relationship Id="rId115" Type="http://schemas.openxmlformats.org/officeDocument/2006/relationships/customXml" Target="../ink/ink140.xml"/><Relationship Id="rId131" Type="http://schemas.openxmlformats.org/officeDocument/2006/relationships/image" Target="../media/image172.png"/><Relationship Id="rId136" Type="http://schemas.openxmlformats.org/officeDocument/2006/relationships/customXml" Target="../ink/ink151.xml"/><Relationship Id="rId157" Type="http://schemas.openxmlformats.org/officeDocument/2006/relationships/image" Target="../media/image185.png"/><Relationship Id="rId178" Type="http://schemas.openxmlformats.org/officeDocument/2006/relationships/customXml" Target="../ink/ink172.xml"/><Relationship Id="rId61" Type="http://schemas.openxmlformats.org/officeDocument/2006/relationships/image" Target="../media/image138.png"/><Relationship Id="rId82" Type="http://schemas.openxmlformats.org/officeDocument/2006/relationships/image" Target="../media/image148.png"/><Relationship Id="rId152" Type="http://schemas.openxmlformats.org/officeDocument/2006/relationships/customXml" Target="../ink/ink159.xml"/><Relationship Id="rId173" Type="http://schemas.openxmlformats.org/officeDocument/2006/relationships/image" Target="../media/image193.png"/><Relationship Id="rId19" Type="http://schemas.openxmlformats.org/officeDocument/2006/relationships/customXml" Target="../ink/ink93.xml"/><Relationship Id="rId14" Type="http://schemas.openxmlformats.org/officeDocument/2006/relationships/image" Target="../media/image114.png"/><Relationship Id="rId30" Type="http://schemas.openxmlformats.org/officeDocument/2006/relationships/image" Target="../media/image122.png"/><Relationship Id="rId35" Type="http://schemas.openxmlformats.org/officeDocument/2006/relationships/customXml" Target="../ink/ink101.xml"/><Relationship Id="rId56" Type="http://schemas.openxmlformats.org/officeDocument/2006/relationships/customXml" Target="../ink/ink111.xml"/><Relationship Id="rId77" Type="http://schemas.openxmlformats.org/officeDocument/2006/relationships/customXml" Target="../ink/ink121.xml"/><Relationship Id="rId100" Type="http://schemas.openxmlformats.org/officeDocument/2006/relationships/image" Target="../media/image157.png"/><Relationship Id="rId105" Type="http://schemas.openxmlformats.org/officeDocument/2006/relationships/customXml" Target="../ink/ink135.xml"/><Relationship Id="rId126" Type="http://schemas.openxmlformats.org/officeDocument/2006/relationships/customXml" Target="../ink/ink146.xml"/><Relationship Id="rId147" Type="http://schemas.openxmlformats.org/officeDocument/2006/relationships/image" Target="../media/image180.png"/><Relationship Id="rId168" Type="http://schemas.openxmlformats.org/officeDocument/2006/relationships/customXml" Target="../ink/ink167.xml"/><Relationship Id="rId8" Type="http://schemas.openxmlformats.org/officeDocument/2006/relationships/image" Target="../media/image108.png"/><Relationship Id="rId51" Type="http://schemas.openxmlformats.org/officeDocument/2006/relationships/image" Target="../media/image133.png"/><Relationship Id="rId72" Type="http://schemas.openxmlformats.org/officeDocument/2006/relationships/image" Target="../media/image144.png"/><Relationship Id="rId93" Type="http://schemas.openxmlformats.org/officeDocument/2006/relationships/customXml" Target="../ink/ink129.xml"/><Relationship Id="rId98" Type="http://schemas.openxmlformats.org/officeDocument/2006/relationships/image" Target="../media/image156.png"/><Relationship Id="rId121" Type="http://schemas.openxmlformats.org/officeDocument/2006/relationships/image" Target="../media/image167.png"/><Relationship Id="rId142" Type="http://schemas.openxmlformats.org/officeDocument/2006/relationships/customXml" Target="../ink/ink154.xml"/><Relationship Id="rId163" Type="http://schemas.openxmlformats.org/officeDocument/2006/relationships/image" Target="../media/image188.png"/><Relationship Id="rId184" Type="http://schemas.openxmlformats.org/officeDocument/2006/relationships/customXml" Target="../ink/ink175.xml"/><Relationship Id="rId189" Type="http://schemas.openxmlformats.org/officeDocument/2006/relationships/image" Target="../media/image201.png"/><Relationship Id="rId3" Type="http://schemas.openxmlformats.org/officeDocument/2006/relationships/image" Target="../media/image19.png"/><Relationship Id="rId25" Type="http://schemas.openxmlformats.org/officeDocument/2006/relationships/customXml" Target="../ink/ink96.xml"/><Relationship Id="rId46" Type="http://schemas.openxmlformats.org/officeDocument/2006/relationships/image" Target="../media/image130.png"/><Relationship Id="rId67" Type="http://schemas.openxmlformats.org/officeDocument/2006/relationships/customXml" Target="../ink/ink116.xml"/><Relationship Id="rId116" Type="http://schemas.openxmlformats.org/officeDocument/2006/relationships/customXml" Target="../ink/ink141.xml"/><Relationship Id="rId137" Type="http://schemas.openxmlformats.org/officeDocument/2006/relationships/image" Target="../media/image175.png"/><Relationship Id="rId158" Type="http://schemas.openxmlformats.org/officeDocument/2006/relationships/customXml" Target="../ink/ink162.xml"/><Relationship Id="rId20" Type="http://schemas.openxmlformats.org/officeDocument/2006/relationships/image" Target="../media/image117.png"/><Relationship Id="rId41" Type="http://schemas.openxmlformats.org/officeDocument/2006/relationships/customXml" Target="../ink/ink104.xml"/><Relationship Id="rId62" Type="http://schemas.openxmlformats.org/officeDocument/2006/relationships/image" Target="../media/image139.png"/><Relationship Id="rId83" Type="http://schemas.openxmlformats.org/officeDocument/2006/relationships/customXml" Target="../ink/ink124.xml"/><Relationship Id="rId88" Type="http://schemas.openxmlformats.org/officeDocument/2006/relationships/image" Target="../media/image151.png"/><Relationship Id="rId111" Type="http://schemas.openxmlformats.org/officeDocument/2006/relationships/customXml" Target="../ink/ink138.xml"/><Relationship Id="rId132" Type="http://schemas.openxmlformats.org/officeDocument/2006/relationships/customXml" Target="../ink/ink149.xml"/><Relationship Id="rId153" Type="http://schemas.openxmlformats.org/officeDocument/2006/relationships/image" Target="../media/image183.png"/><Relationship Id="rId174" Type="http://schemas.openxmlformats.org/officeDocument/2006/relationships/customXml" Target="../ink/ink170.xml"/><Relationship Id="rId179" Type="http://schemas.openxmlformats.org/officeDocument/2006/relationships/image" Target="../media/image196.png"/><Relationship Id="rId15" Type="http://schemas.openxmlformats.org/officeDocument/2006/relationships/customXml" Target="../ink/ink91.xml"/><Relationship Id="rId36" Type="http://schemas.openxmlformats.org/officeDocument/2006/relationships/image" Target="../media/image125.png"/><Relationship Id="rId57" Type="http://schemas.openxmlformats.org/officeDocument/2006/relationships/image" Target="../media/image136.png"/><Relationship Id="rId106" Type="http://schemas.openxmlformats.org/officeDocument/2006/relationships/image" Target="../media/image160.png"/><Relationship Id="rId127" Type="http://schemas.openxmlformats.org/officeDocument/2006/relationships/image" Target="../media/image170.png"/><Relationship Id="rId10" Type="http://schemas.openxmlformats.org/officeDocument/2006/relationships/image" Target="../media/image110.png"/><Relationship Id="rId31" Type="http://schemas.openxmlformats.org/officeDocument/2006/relationships/customXml" Target="../ink/ink99.xml"/><Relationship Id="rId52" Type="http://schemas.openxmlformats.org/officeDocument/2006/relationships/customXml" Target="../ink/ink109.xml"/><Relationship Id="rId73" Type="http://schemas.openxmlformats.org/officeDocument/2006/relationships/customXml" Target="../ink/ink119.xml"/><Relationship Id="rId78" Type="http://schemas.openxmlformats.org/officeDocument/2006/relationships/image" Target="../media/image146.png"/><Relationship Id="rId94" Type="http://schemas.openxmlformats.org/officeDocument/2006/relationships/image" Target="../media/image154.png"/><Relationship Id="rId99" Type="http://schemas.openxmlformats.org/officeDocument/2006/relationships/customXml" Target="../ink/ink132.xml"/><Relationship Id="rId101" Type="http://schemas.openxmlformats.org/officeDocument/2006/relationships/customXml" Target="../ink/ink133.xml"/><Relationship Id="rId122" Type="http://schemas.openxmlformats.org/officeDocument/2006/relationships/customXml" Target="../ink/ink144.xml"/><Relationship Id="rId143" Type="http://schemas.openxmlformats.org/officeDocument/2006/relationships/image" Target="../media/image178.png"/><Relationship Id="rId148" Type="http://schemas.openxmlformats.org/officeDocument/2006/relationships/customXml" Target="../ink/ink157.xml"/><Relationship Id="rId164" Type="http://schemas.openxmlformats.org/officeDocument/2006/relationships/customXml" Target="../ink/ink165.xml"/><Relationship Id="rId169" Type="http://schemas.openxmlformats.org/officeDocument/2006/relationships/image" Target="../media/image191.png"/><Relationship Id="rId185" Type="http://schemas.openxmlformats.org/officeDocument/2006/relationships/image" Target="../media/image199.png"/><Relationship Id="rId4" Type="http://schemas.openxmlformats.org/officeDocument/2006/relationships/image" Target="../media/image20.png"/><Relationship Id="rId9" Type="http://schemas.openxmlformats.org/officeDocument/2006/relationships/image" Target="../media/image109.png"/><Relationship Id="rId180" Type="http://schemas.openxmlformats.org/officeDocument/2006/relationships/customXml" Target="../ink/ink173.xml"/><Relationship Id="rId26" Type="http://schemas.openxmlformats.org/officeDocument/2006/relationships/image" Target="../media/image120.png"/><Relationship Id="rId47" Type="http://schemas.openxmlformats.org/officeDocument/2006/relationships/customXml" Target="../ink/ink107.xml"/><Relationship Id="rId68" Type="http://schemas.openxmlformats.org/officeDocument/2006/relationships/image" Target="../media/image142.png"/><Relationship Id="rId89" Type="http://schemas.openxmlformats.org/officeDocument/2006/relationships/customXml" Target="../ink/ink127.xml"/><Relationship Id="rId112" Type="http://schemas.openxmlformats.org/officeDocument/2006/relationships/image" Target="../media/image163.png"/><Relationship Id="rId133" Type="http://schemas.openxmlformats.org/officeDocument/2006/relationships/image" Target="../media/image173.png"/><Relationship Id="rId154" Type="http://schemas.openxmlformats.org/officeDocument/2006/relationships/customXml" Target="../ink/ink160.xml"/><Relationship Id="rId175" Type="http://schemas.openxmlformats.org/officeDocument/2006/relationships/image" Target="../media/image194.png"/><Relationship Id="rId16" Type="http://schemas.openxmlformats.org/officeDocument/2006/relationships/image" Target="../media/image115.png"/><Relationship Id="rId37" Type="http://schemas.openxmlformats.org/officeDocument/2006/relationships/customXml" Target="../ink/ink102.xml"/><Relationship Id="rId58" Type="http://schemas.openxmlformats.org/officeDocument/2006/relationships/customXml" Target="../ink/ink112.xml"/><Relationship Id="rId79" Type="http://schemas.openxmlformats.org/officeDocument/2006/relationships/customXml" Target="../ink/ink122.xml"/><Relationship Id="rId102" Type="http://schemas.openxmlformats.org/officeDocument/2006/relationships/image" Target="../media/image158.png"/><Relationship Id="rId123" Type="http://schemas.openxmlformats.org/officeDocument/2006/relationships/image" Target="../media/image168.png"/><Relationship Id="rId144" Type="http://schemas.openxmlformats.org/officeDocument/2006/relationships/customXml" Target="../ink/ink155.xml"/><Relationship Id="rId90" Type="http://schemas.openxmlformats.org/officeDocument/2006/relationships/image" Target="../media/image152.png"/><Relationship Id="rId165" Type="http://schemas.openxmlformats.org/officeDocument/2006/relationships/image" Target="../media/image189.png"/><Relationship Id="rId186" Type="http://schemas.openxmlformats.org/officeDocument/2006/relationships/customXml" Target="../ink/ink176.xml"/><Relationship Id="rId27" Type="http://schemas.openxmlformats.org/officeDocument/2006/relationships/customXml" Target="../ink/ink97.xml"/><Relationship Id="rId48" Type="http://schemas.openxmlformats.org/officeDocument/2006/relationships/image" Target="../media/image131.png"/><Relationship Id="rId69" Type="http://schemas.openxmlformats.org/officeDocument/2006/relationships/customXml" Target="../ink/ink117.xml"/><Relationship Id="rId113" Type="http://schemas.openxmlformats.org/officeDocument/2006/relationships/customXml" Target="../ink/ink139.xml"/><Relationship Id="rId134" Type="http://schemas.openxmlformats.org/officeDocument/2006/relationships/customXml" Target="../ink/ink150.xml"/><Relationship Id="rId80" Type="http://schemas.openxmlformats.org/officeDocument/2006/relationships/image" Target="../media/image147.png"/><Relationship Id="rId155" Type="http://schemas.openxmlformats.org/officeDocument/2006/relationships/image" Target="../media/image184.png"/><Relationship Id="rId176" Type="http://schemas.openxmlformats.org/officeDocument/2006/relationships/customXml" Target="../ink/ink171.xml"/><Relationship Id="rId17" Type="http://schemas.openxmlformats.org/officeDocument/2006/relationships/customXml" Target="../ink/ink92.xml"/><Relationship Id="rId38" Type="http://schemas.openxmlformats.org/officeDocument/2006/relationships/image" Target="../media/image126.png"/><Relationship Id="rId59" Type="http://schemas.openxmlformats.org/officeDocument/2006/relationships/image" Target="../media/image137.png"/><Relationship Id="rId103" Type="http://schemas.openxmlformats.org/officeDocument/2006/relationships/customXml" Target="../ink/ink134.xml"/><Relationship Id="rId124" Type="http://schemas.openxmlformats.org/officeDocument/2006/relationships/customXml" Target="../ink/ink145.xml"/><Relationship Id="rId70" Type="http://schemas.openxmlformats.org/officeDocument/2006/relationships/image" Target="../media/image143.png"/><Relationship Id="rId91" Type="http://schemas.openxmlformats.org/officeDocument/2006/relationships/customXml" Target="../ink/ink128.xml"/><Relationship Id="rId145" Type="http://schemas.openxmlformats.org/officeDocument/2006/relationships/image" Target="../media/image179.png"/><Relationship Id="rId166" Type="http://schemas.openxmlformats.org/officeDocument/2006/relationships/customXml" Target="../ink/ink166.xml"/><Relationship Id="rId187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21.png"/><Relationship Id="rId49" Type="http://schemas.openxmlformats.org/officeDocument/2006/relationships/image" Target="../media/image132.png"/><Relationship Id="rId114" Type="http://schemas.openxmlformats.org/officeDocument/2006/relationships/image" Target="../media/image164.png"/><Relationship Id="rId60" Type="http://schemas.openxmlformats.org/officeDocument/2006/relationships/customXml" Target="../ink/ink113.xml"/><Relationship Id="rId81" Type="http://schemas.openxmlformats.org/officeDocument/2006/relationships/customXml" Target="../ink/ink123.xml"/><Relationship Id="rId135" Type="http://schemas.openxmlformats.org/officeDocument/2006/relationships/image" Target="../media/image174.png"/><Relationship Id="rId156" Type="http://schemas.openxmlformats.org/officeDocument/2006/relationships/customXml" Target="../ink/ink161.xml"/><Relationship Id="rId177" Type="http://schemas.openxmlformats.org/officeDocument/2006/relationships/image" Target="../media/image195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3.xml"/><Relationship Id="rId18" Type="http://schemas.openxmlformats.org/officeDocument/2006/relationships/customXml" Target="../ink/ink186.xml"/><Relationship Id="rId26" Type="http://schemas.openxmlformats.org/officeDocument/2006/relationships/image" Target="../media/image210.png"/><Relationship Id="rId39" Type="http://schemas.openxmlformats.org/officeDocument/2006/relationships/image" Target="../media/image217.png"/><Relationship Id="rId21" Type="http://schemas.openxmlformats.org/officeDocument/2006/relationships/customXml" Target="../ink/ink189.xml"/><Relationship Id="rId34" Type="http://schemas.openxmlformats.org/officeDocument/2006/relationships/customXml" Target="../ink/ink196.xml"/><Relationship Id="rId7" Type="http://schemas.openxmlformats.org/officeDocument/2006/relationships/customXml" Target="../ink/ink180.xml"/><Relationship Id="rId12" Type="http://schemas.openxmlformats.org/officeDocument/2006/relationships/image" Target="../media/image207.png"/><Relationship Id="rId17" Type="http://schemas.openxmlformats.org/officeDocument/2006/relationships/customXml" Target="../ink/ink185.xml"/><Relationship Id="rId25" Type="http://schemas.openxmlformats.org/officeDocument/2006/relationships/customXml" Target="../ink/ink192.xml"/><Relationship Id="rId33" Type="http://schemas.openxmlformats.org/officeDocument/2006/relationships/image" Target="../media/image214.png"/><Relationship Id="rId38" Type="http://schemas.openxmlformats.org/officeDocument/2006/relationships/customXml" Target="../ink/ink198.xml"/><Relationship Id="rId2" Type="http://schemas.openxmlformats.org/officeDocument/2006/relationships/image" Target="../media/image202.png"/><Relationship Id="rId16" Type="http://schemas.openxmlformats.org/officeDocument/2006/relationships/image" Target="../media/image14.png"/><Relationship Id="rId20" Type="http://schemas.openxmlformats.org/officeDocument/2006/relationships/customXml" Target="../ink/ink188.xml"/><Relationship Id="rId29" Type="http://schemas.openxmlformats.org/officeDocument/2006/relationships/customXml" Target="../ink/ink1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1" Type="http://schemas.openxmlformats.org/officeDocument/2006/relationships/customXml" Target="../ink/ink182.xml"/><Relationship Id="rId24" Type="http://schemas.openxmlformats.org/officeDocument/2006/relationships/image" Target="../media/image209.png"/><Relationship Id="rId32" Type="http://schemas.openxmlformats.org/officeDocument/2006/relationships/customXml" Target="../ink/ink195.xml"/><Relationship Id="rId37" Type="http://schemas.openxmlformats.org/officeDocument/2006/relationships/image" Target="../media/image216.png"/><Relationship Id="rId40" Type="http://schemas.openxmlformats.org/officeDocument/2006/relationships/image" Target="../media/image218.png"/><Relationship Id="rId5" Type="http://schemas.openxmlformats.org/officeDocument/2006/relationships/customXml" Target="../ink/ink179.xml"/><Relationship Id="rId15" Type="http://schemas.openxmlformats.org/officeDocument/2006/relationships/customXml" Target="../ink/ink184.xml"/><Relationship Id="rId23" Type="http://schemas.openxmlformats.org/officeDocument/2006/relationships/customXml" Target="../ink/ink191.xml"/><Relationship Id="rId28" Type="http://schemas.openxmlformats.org/officeDocument/2006/relationships/image" Target="../media/image211.png"/><Relationship Id="rId36" Type="http://schemas.openxmlformats.org/officeDocument/2006/relationships/customXml" Target="../ink/ink197.xml"/><Relationship Id="rId10" Type="http://schemas.openxmlformats.org/officeDocument/2006/relationships/image" Target="../media/image206.png"/><Relationship Id="rId19" Type="http://schemas.openxmlformats.org/officeDocument/2006/relationships/customXml" Target="../ink/ink187.xml"/><Relationship Id="rId31" Type="http://schemas.openxmlformats.org/officeDocument/2006/relationships/image" Target="../media/image213.png"/><Relationship Id="rId4" Type="http://schemas.openxmlformats.org/officeDocument/2006/relationships/image" Target="../media/image203.png"/><Relationship Id="rId9" Type="http://schemas.openxmlformats.org/officeDocument/2006/relationships/customXml" Target="../ink/ink181.xml"/><Relationship Id="rId14" Type="http://schemas.openxmlformats.org/officeDocument/2006/relationships/image" Target="../media/image208.png"/><Relationship Id="rId22" Type="http://schemas.openxmlformats.org/officeDocument/2006/relationships/customXml" Target="../ink/ink190.xml"/><Relationship Id="rId27" Type="http://schemas.openxmlformats.org/officeDocument/2006/relationships/customXml" Target="../ink/ink193.xml"/><Relationship Id="rId30" Type="http://schemas.openxmlformats.org/officeDocument/2006/relationships/image" Target="../media/image212.png"/><Relationship Id="rId35" Type="http://schemas.openxmlformats.org/officeDocument/2006/relationships/image" Target="../media/image215.png"/><Relationship Id="rId8" Type="http://schemas.openxmlformats.org/officeDocument/2006/relationships/image" Target="../media/image205.png"/><Relationship Id="rId3" Type="http://schemas.openxmlformats.org/officeDocument/2006/relationships/customXml" Target="../ink/ink178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8.png"/><Relationship Id="rId18" Type="http://schemas.openxmlformats.org/officeDocument/2006/relationships/customXml" Target="../ink/ink208.xml"/><Relationship Id="rId26" Type="http://schemas.openxmlformats.org/officeDocument/2006/relationships/customXml" Target="../ink/ink213.xml"/><Relationship Id="rId39" Type="http://schemas.openxmlformats.org/officeDocument/2006/relationships/customXml" Target="../ink/ink219.xml"/><Relationship Id="rId21" Type="http://schemas.openxmlformats.org/officeDocument/2006/relationships/customXml" Target="../ink/ink211.xml"/><Relationship Id="rId34" Type="http://schemas.openxmlformats.org/officeDocument/2006/relationships/customXml" Target="../ink/ink217.xml"/><Relationship Id="rId42" Type="http://schemas.openxmlformats.org/officeDocument/2006/relationships/image" Target="../media/image229.png"/><Relationship Id="rId47" Type="http://schemas.openxmlformats.org/officeDocument/2006/relationships/image" Target="../media/image232.png"/><Relationship Id="rId50" Type="http://schemas.openxmlformats.org/officeDocument/2006/relationships/customXml" Target="../ink/ink225.xml"/><Relationship Id="rId55" Type="http://schemas.openxmlformats.org/officeDocument/2006/relationships/customXml" Target="../ink/ink229.xml"/><Relationship Id="rId7" Type="http://schemas.openxmlformats.org/officeDocument/2006/relationships/image" Target="../media/image205.png"/><Relationship Id="rId2" Type="http://schemas.openxmlformats.org/officeDocument/2006/relationships/customXml" Target="../ink/ink199.xml"/><Relationship Id="rId16" Type="http://schemas.openxmlformats.org/officeDocument/2006/relationships/customXml" Target="../ink/ink206.xml"/><Relationship Id="rId29" Type="http://schemas.openxmlformats.org/officeDocument/2006/relationships/image" Target="../media/image222.png"/><Relationship Id="rId11" Type="http://schemas.openxmlformats.org/officeDocument/2006/relationships/image" Target="../media/image207.png"/><Relationship Id="rId24" Type="http://schemas.openxmlformats.org/officeDocument/2006/relationships/image" Target="../media/image219.gif"/><Relationship Id="rId32" Type="http://schemas.openxmlformats.org/officeDocument/2006/relationships/customXml" Target="../ink/ink216.xml"/><Relationship Id="rId37" Type="http://schemas.openxmlformats.org/officeDocument/2006/relationships/customXml" Target="../ink/ink218.xml"/><Relationship Id="rId40" Type="http://schemas.openxmlformats.org/officeDocument/2006/relationships/image" Target="../media/image228.png"/><Relationship Id="rId45" Type="http://schemas.openxmlformats.org/officeDocument/2006/relationships/image" Target="../media/image231.png"/><Relationship Id="rId53" Type="http://schemas.openxmlformats.org/officeDocument/2006/relationships/customXml" Target="../ink/ink228.xml"/><Relationship Id="rId58" Type="http://schemas.openxmlformats.org/officeDocument/2006/relationships/image" Target="../media/image235.png"/><Relationship Id="rId5" Type="http://schemas.openxmlformats.org/officeDocument/2006/relationships/image" Target="../media/image204.png"/><Relationship Id="rId61" Type="http://schemas.openxmlformats.org/officeDocument/2006/relationships/customXml" Target="../ink/ink232.xml"/><Relationship Id="rId19" Type="http://schemas.openxmlformats.org/officeDocument/2006/relationships/customXml" Target="../ink/ink209.xml"/><Relationship Id="rId14" Type="http://schemas.openxmlformats.org/officeDocument/2006/relationships/customXml" Target="../ink/ink205.xml"/><Relationship Id="rId22" Type="http://schemas.openxmlformats.org/officeDocument/2006/relationships/customXml" Target="../ink/ink212.xml"/><Relationship Id="rId27" Type="http://schemas.openxmlformats.org/officeDocument/2006/relationships/image" Target="../media/image221.png"/><Relationship Id="rId30" Type="http://schemas.openxmlformats.org/officeDocument/2006/relationships/customXml" Target="../ink/ink215.xml"/><Relationship Id="rId35" Type="http://schemas.openxmlformats.org/officeDocument/2006/relationships/image" Target="../media/image225.png"/><Relationship Id="rId43" Type="http://schemas.openxmlformats.org/officeDocument/2006/relationships/customXml" Target="../ink/ink221.xml"/><Relationship Id="rId48" Type="http://schemas.openxmlformats.org/officeDocument/2006/relationships/customXml" Target="../ink/ink223.xml"/><Relationship Id="rId56" Type="http://schemas.openxmlformats.org/officeDocument/2006/relationships/image" Target="../media/image234.png"/><Relationship Id="rId8" Type="http://schemas.openxmlformats.org/officeDocument/2006/relationships/customXml" Target="../ink/ink202.xml"/><Relationship Id="rId51" Type="http://schemas.openxmlformats.org/officeDocument/2006/relationships/customXml" Target="../ink/ink226.xml"/><Relationship Id="rId3" Type="http://schemas.openxmlformats.org/officeDocument/2006/relationships/image" Target="../media/image203.png"/><Relationship Id="rId12" Type="http://schemas.openxmlformats.org/officeDocument/2006/relationships/customXml" Target="../ink/ink204.xml"/><Relationship Id="rId17" Type="http://schemas.openxmlformats.org/officeDocument/2006/relationships/customXml" Target="../ink/ink207.xml"/><Relationship Id="rId25" Type="http://schemas.openxmlformats.org/officeDocument/2006/relationships/image" Target="../media/image220.gif"/><Relationship Id="rId33" Type="http://schemas.openxmlformats.org/officeDocument/2006/relationships/image" Target="../media/image224.png"/><Relationship Id="rId38" Type="http://schemas.openxmlformats.org/officeDocument/2006/relationships/image" Target="../media/image227.png"/><Relationship Id="rId46" Type="http://schemas.openxmlformats.org/officeDocument/2006/relationships/customXml" Target="../ink/ink222.xml"/><Relationship Id="rId59" Type="http://schemas.openxmlformats.org/officeDocument/2006/relationships/customXml" Target="../ink/ink231.xml"/><Relationship Id="rId20" Type="http://schemas.openxmlformats.org/officeDocument/2006/relationships/customXml" Target="../ink/ink210.xml"/><Relationship Id="rId41" Type="http://schemas.openxmlformats.org/officeDocument/2006/relationships/customXml" Target="../ink/ink220.xml"/><Relationship Id="rId54" Type="http://schemas.openxmlformats.org/officeDocument/2006/relationships/image" Target="../media/image233.png"/><Relationship Id="rId6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1.xml"/><Relationship Id="rId15" Type="http://schemas.openxmlformats.org/officeDocument/2006/relationships/image" Target="../media/image14.png"/><Relationship Id="rId23" Type="http://schemas.openxmlformats.org/officeDocument/2006/relationships/image" Target="../media/image209.png"/><Relationship Id="rId28" Type="http://schemas.openxmlformats.org/officeDocument/2006/relationships/customXml" Target="../ink/ink214.xml"/><Relationship Id="rId36" Type="http://schemas.openxmlformats.org/officeDocument/2006/relationships/image" Target="../media/image226.png"/><Relationship Id="rId49" Type="http://schemas.openxmlformats.org/officeDocument/2006/relationships/customXml" Target="../ink/ink224.xml"/><Relationship Id="rId57" Type="http://schemas.openxmlformats.org/officeDocument/2006/relationships/customXml" Target="../ink/ink230.xml"/><Relationship Id="rId10" Type="http://schemas.openxmlformats.org/officeDocument/2006/relationships/customXml" Target="../ink/ink203.xml"/><Relationship Id="rId31" Type="http://schemas.openxmlformats.org/officeDocument/2006/relationships/image" Target="../media/image223.png"/><Relationship Id="rId44" Type="http://schemas.openxmlformats.org/officeDocument/2006/relationships/image" Target="../media/image230.png"/><Relationship Id="rId52" Type="http://schemas.openxmlformats.org/officeDocument/2006/relationships/customXml" Target="../ink/ink227.xml"/><Relationship Id="rId60" Type="http://schemas.openxmlformats.org/officeDocument/2006/relationships/image" Target="../media/image236.png"/><Relationship Id="rId4" Type="http://schemas.openxmlformats.org/officeDocument/2006/relationships/customXml" Target="../ink/ink200.xml"/><Relationship Id="rId9" Type="http://schemas.openxmlformats.org/officeDocument/2006/relationships/image" Target="../media/image206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8.png"/><Relationship Id="rId18" Type="http://schemas.openxmlformats.org/officeDocument/2006/relationships/customXml" Target="../ink/ink242.xml"/><Relationship Id="rId26" Type="http://schemas.openxmlformats.org/officeDocument/2006/relationships/image" Target="../media/image221.png"/><Relationship Id="rId39" Type="http://schemas.openxmlformats.org/officeDocument/2006/relationships/customXml" Target="../ink/ink254.xml"/><Relationship Id="rId21" Type="http://schemas.openxmlformats.org/officeDocument/2006/relationships/customXml" Target="../ink/ink245.xml"/><Relationship Id="rId34" Type="http://schemas.openxmlformats.org/officeDocument/2006/relationships/image" Target="../media/image230.png"/><Relationship Id="rId42" Type="http://schemas.openxmlformats.org/officeDocument/2006/relationships/image" Target="../media/image241.png"/><Relationship Id="rId47" Type="http://schemas.openxmlformats.org/officeDocument/2006/relationships/image" Target="../media/image244.png"/><Relationship Id="rId7" Type="http://schemas.openxmlformats.org/officeDocument/2006/relationships/image" Target="../media/image205.png"/><Relationship Id="rId2" Type="http://schemas.openxmlformats.org/officeDocument/2006/relationships/customXml" Target="../ink/ink233.xml"/><Relationship Id="rId16" Type="http://schemas.openxmlformats.org/officeDocument/2006/relationships/customXml" Target="../ink/ink240.xml"/><Relationship Id="rId29" Type="http://schemas.openxmlformats.org/officeDocument/2006/relationships/customXml" Target="../ink/ink24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5.xml"/><Relationship Id="rId11" Type="http://schemas.openxmlformats.org/officeDocument/2006/relationships/image" Target="../media/image207.png"/><Relationship Id="rId24" Type="http://schemas.openxmlformats.org/officeDocument/2006/relationships/image" Target="../media/image219.gif"/><Relationship Id="rId32" Type="http://schemas.openxmlformats.org/officeDocument/2006/relationships/image" Target="../media/image229.png"/><Relationship Id="rId37" Type="http://schemas.openxmlformats.org/officeDocument/2006/relationships/customXml" Target="../ink/ink253.xml"/><Relationship Id="rId40" Type="http://schemas.openxmlformats.org/officeDocument/2006/relationships/image" Target="../media/image240.png"/><Relationship Id="rId45" Type="http://schemas.openxmlformats.org/officeDocument/2006/relationships/customXml" Target="../ink/ink257.xml"/><Relationship Id="rId5" Type="http://schemas.openxmlformats.org/officeDocument/2006/relationships/image" Target="../media/image204.png"/><Relationship Id="rId15" Type="http://schemas.openxmlformats.org/officeDocument/2006/relationships/image" Target="../media/image14.png"/><Relationship Id="rId23" Type="http://schemas.openxmlformats.org/officeDocument/2006/relationships/image" Target="../media/image209.png"/><Relationship Id="rId28" Type="http://schemas.openxmlformats.org/officeDocument/2006/relationships/image" Target="../media/image227.png"/><Relationship Id="rId36" Type="http://schemas.openxmlformats.org/officeDocument/2006/relationships/image" Target="../media/image238.png"/><Relationship Id="rId10" Type="http://schemas.openxmlformats.org/officeDocument/2006/relationships/customXml" Target="../ink/ink237.xml"/><Relationship Id="rId19" Type="http://schemas.openxmlformats.org/officeDocument/2006/relationships/customXml" Target="../ink/ink243.xml"/><Relationship Id="rId31" Type="http://schemas.openxmlformats.org/officeDocument/2006/relationships/customXml" Target="../ink/ink250.xml"/><Relationship Id="rId44" Type="http://schemas.openxmlformats.org/officeDocument/2006/relationships/image" Target="../media/image242.png"/><Relationship Id="rId4" Type="http://schemas.openxmlformats.org/officeDocument/2006/relationships/customXml" Target="../ink/ink234.xml"/><Relationship Id="rId9" Type="http://schemas.openxmlformats.org/officeDocument/2006/relationships/image" Target="../media/image206.png"/><Relationship Id="rId14" Type="http://schemas.openxmlformats.org/officeDocument/2006/relationships/customXml" Target="../ink/ink239.xml"/><Relationship Id="rId22" Type="http://schemas.openxmlformats.org/officeDocument/2006/relationships/customXml" Target="../ink/ink246.xml"/><Relationship Id="rId27" Type="http://schemas.openxmlformats.org/officeDocument/2006/relationships/customXml" Target="../ink/ink248.xml"/><Relationship Id="rId30" Type="http://schemas.openxmlformats.org/officeDocument/2006/relationships/image" Target="../media/image228.png"/><Relationship Id="rId35" Type="http://schemas.openxmlformats.org/officeDocument/2006/relationships/customXml" Target="../ink/ink252.xml"/><Relationship Id="rId43" Type="http://schemas.openxmlformats.org/officeDocument/2006/relationships/customXml" Target="../ink/ink256.xml"/><Relationship Id="rId8" Type="http://schemas.openxmlformats.org/officeDocument/2006/relationships/customXml" Target="../ink/ink236.xml"/><Relationship Id="rId3" Type="http://schemas.openxmlformats.org/officeDocument/2006/relationships/image" Target="../media/image203.png"/><Relationship Id="rId12" Type="http://schemas.openxmlformats.org/officeDocument/2006/relationships/customXml" Target="../ink/ink238.xml"/><Relationship Id="rId17" Type="http://schemas.openxmlformats.org/officeDocument/2006/relationships/customXml" Target="../ink/ink241.xml"/><Relationship Id="rId25" Type="http://schemas.openxmlformats.org/officeDocument/2006/relationships/customXml" Target="../ink/ink247.xml"/><Relationship Id="rId33" Type="http://schemas.openxmlformats.org/officeDocument/2006/relationships/customXml" Target="../ink/ink251.xml"/><Relationship Id="rId38" Type="http://schemas.openxmlformats.org/officeDocument/2006/relationships/image" Target="../media/image239.png"/><Relationship Id="rId46" Type="http://schemas.openxmlformats.org/officeDocument/2006/relationships/image" Target="../media/image243.png"/><Relationship Id="rId20" Type="http://schemas.openxmlformats.org/officeDocument/2006/relationships/customXml" Target="../ink/ink244.xml"/><Relationship Id="rId41" Type="http://schemas.openxmlformats.org/officeDocument/2006/relationships/customXml" Target="../ink/ink25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13" Type="http://schemas.openxmlformats.org/officeDocument/2006/relationships/customXml" Target="../ink/ink262.xml"/><Relationship Id="rId3" Type="http://schemas.openxmlformats.org/officeDocument/2006/relationships/image" Target="../media/image250.png"/><Relationship Id="rId7" Type="http://schemas.openxmlformats.org/officeDocument/2006/relationships/image" Target="../media/image2490.png"/><Relationship Id="rId12" Type="http://schemas.openxmlformats.org/officeDocument/2006/relationships/image" Target="../media/image252.png"/><Relationship Id="rId2" Type="http://schemas.openxmlformats.org/officeDocument/2006/relationships/image" Target="../media/image249.png"/><Relationship Id="rId16" Type="http://schemas.openxmlformats.org/officeDocument/2006/relationships/image" Target="../media/image25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9.xml"/><Relationship Id="rId11" Type="http://schemas.openxmlformats.org/officeDocument/2006/relationships/customXml" Target="../ink/ink261.xml"/><Relationship Id="rId5" Type="http://schemas.openxmlformats.org/officeDocument/2006/relationships/image" Target="../media/image2480.png"/><Relationship Id="rId15" Type="http://schemas.openxmlformats.org/officeDocument/2006/relationships/customXml" Target="../ink/ink263.xml"/><Relationship Id="rId10" Type="http://schemas.openxmlformats.org/officeDocument/2006/relationships/image" Target="../media/image2510.png"/><Relationship Id="rId4" Type="http://schemas.openxmlformats.org/officeDocument/2006/relationships/customXml" Target="../ink/ink258.xml"/><Relationship Id="rId9" Type="http://schemas.openxmlformats.org/officeDocument/2006/relationships/customXml" Target="../ink/ink260.xml"/><Relationship Id="rId14" Type="http://schemas.openxmlformats.org/officeDocument/2006/relationships/image" Target="../media/image2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1.png"/><Relationship Id="rId4" Type="http://schemas.openxmlformats.org/officeDocument/2006/relationships/image" Target="../media/image2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13" Type="http://schemas.openxmlformats.org/officeDocument/2006/relationships/image" Target="../media/image268.png"/><Relationship Id="rId3" Type="http://schemas.openxmlformats.org/officeDocument/2006/relationships/customXml" Target="../ink/ink264.xml"/><Relationship Id="rId7" Type="http://schemas.openxmlformats.org/officeDocument/2006/relationships/customXml" Target="../ink/ink266.xml"/><Relationship Id="rId12" Type="http://schemas.openxmlformats.org/officeDocument/2006/relationships/image" Target="../media/image267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11" Type="http://schemas.openxmlformats.org/officeDocument/2006/relationships/customXml" Target="../ink/ink268.xml"/><Relationship Id="rId5" Type="http://schemas.openxmlformats.org/officeDocument/2006/relationships/customXml" Target="../ink/ink265.xml"/><Relationship Id="rId10" Type="http://schemas.openxmlformats.org/officeDocument/2006/relationships/image" Target="../media/image266.png"/><Relationship Id="rId4" Type="http://schemas.openxmlformats.org/officeDocument/2006/relationships/image" Target="../media/image263.png"/><Relationship Id="rId9" Type="http://schemas.openxmlformats.org/officeDocument/2006/relationships/customXml" Target="../ink/ink267.xml"/><Relationship Id="rId14" Type="http://schemas.openxmlformats.org/officeDocument/2006/relationships/image" Target="../media/image26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png"/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9.png"/><Relationship Id="rId4" Type="http://schemas.openxmlformats.org/officeDocument/2006/relationships/image" Target="../media/image27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0.xml"/><Relationship Id="rId13" Type="http://schemas.openxmlformats.org/officeDocument/2006/relationships/image" Target="../media/image288.png"/><Relationship Id="rId18" Type="http://schemas.openxmlformats.org/officeDocument/2006/relationships/customXml" Target="../ink/ink275.xml"/><Relationship Id="rId3" Type="http://schemas.openxmlformats.org/officeDocument/2006/relationships/image" Target="../media/image282.png"/><Relationship Id="rId7" Type="http://schemas.openxmlformats.org/officeDocument/2006/relationships/image" Target="../media/image285.png"/><Relationship Id="rId12" Type="http://schemas.openxmlformats.org/officeDocument/2006/relationships/customXml" Target="../ink/ink272.xml"/><Relationship Id="rId17" Type="http://schemas.openxmlformats.org/officeDocument/2006/relationships/image" Target="../media/image290.png"/><Relationship Id="rId2" Type="http://schemas.openxmlformats.org/officeDocument/2006/relationships/image" Target="../media/image281.png"/><Relationship Id="rId16" Type="http://schemas.openxmlformats.org/officeDocument/2006/relationships/customXml" Target="../ink/ink27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9.xml"/><Relationship Id="rId11" Type="http://schemas.openxmlformats.org/officeDocument/2006/relationships/image" Target="../media/image287.png"/><Relationship Id="rId5" Type="http://schemas.openxmlformats.org/officeDocument/2006/relationships/image" Target="../media/image284.png"/><Relationship Id="rId15" Type="http://schemas.openxmlformats.org/officeDocument/2006/relationships/image" Target="../media/image289.png"/><Relationship Id="rId10" Type="http://schemas.openxmlformats.org/officeDocument/2006/relationships/customXml" Target="../ink/ink271.xml"/><Relationship Id="rId19" Type="http://schemas.openxmlformats.org/officeDocument/2006/relationships/image" Target="../media/image291.png"/><Relationship Id="rId4" Type="http://schemas.openxmlformats.org/officeDocument/2006/relationships/image" Target="../media/image283.png"/><Relationship Id="rId9" Type="http://schemas.openxmlformats.org/officeDocument/2006/relationships/image" Target="../media/image286.png"/><Relationship Id="rId14" Type="http://schemas.openxmlformats.org/officeDocument/2006/relationships/customXml" Target="../ink/ink27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png"/><Relationship Id="rId7" Type="http://schemas.openxmlformats.org/officeDocument/2006/relationships/image" Target="../media/image297.png"/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6.png"/><Relationship Id="rId5" Type="http://schemas.openxmlformats.org/officeDocument/2006/relationships/image" Target="../media/image295.png"/><Relationship Id="rId4" Type="http://schemas.openxmlformats.org/officeDocument/2006/relationships/image" Target="../media/image29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7.xml"/><Relationship Id="rId13" Type="http://schemas.openxmlformats.org/officeDocument/2006/relationships/image" Target="../media/image305.png"/><Relationship Id="rId18" Type="http://schemas.openxmlformats.org/officeDocument/2006/relationships/image" Target="../media/image308.png"/><Relationship Id="rId3" Type="http://schemas.openxmlformats.org/officeDocument/2006/relationships/image" Target="../media/image299.png"/><Relationship Id="rId21" Type="http://schemas.openxmlformats.org/officeDocument/2006/relationships/customXml" Target="../ink/ink283.xml"/><Relationship Id="rId7" Type="http://schemas.openxmlformats.org/officeDocument/2006/relationships/image" Target="../media/image302.png"/><Relationship Id="rId12" Type="http://schemas.openxmlformats.org/officeDocument/2006/relationships/customXml" Target="../ink/ink279.xml"/><Relationship Id="rId17" Type="http://schemas.openxmlformats.org/officeDocument/2006/relationships/customXml" Target="../ink/ink281.xml"/><Relationship Id="rId2" Type="http://schemas.openxmlformats.org/officeDocument/2006/relationships/image" Target="../media/image298.png"/><Relationship Id="rId16" Type="http://schemas.openxmlformats.org/officeDocument/2006/relationships/image" Target="../media/image307.png"/><Relationship Id="rId20" Type="http://schemas.openxmlformats.org/officeDocument/2006/relationships/image" Target="../media/image30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6.xml"/><Relationship Id="rId11" Type="http://schemas.openxmlformats.org/officeDocument/2006/relationships/image" Target="../media/image304.png"/><Relationship Id="rId24" Type="http://schemas.openxmlformats.org/officeDocument/2006/relationships/image" Target="../media/image311.png"/><Relationship Id="rId5" Type="http://schemas.openxmlformats.org/officeDocument/2006/relationships/image" Target="../media/image301.png"/><Relationship Id="rId15" Type="http://schemas.openxmlformats.org/officeDocument/2006/relationships/customXml" Target="../ink/ink280.xml"/><Relationship Id="rId23" Type="http://schemas.openxmlformats.org/officeDocument/2006/relationships/customXml" Target="../ink/ink284.xml"/><Relationship Id="rId10" Type="http://schemas.openxmlformats.org/officeDocument/2006/relationships/customXml" Target="../ink/ink278.xml"/><Relationship Id="rId19" Type="http://schemas.openxmlformats.org/officeDocument/2006/relationships/customXml" Target="../ink/ink282.xml"/><Relationship Id="rId4" Type="http://schemas.openxmlformats.org/officeDocument/2006/relationships/image" Target="../media/image300.png"/><Relationship Id="rId9" Type="http://schemas.openxmlformats.org/officeDocument/2006/relationships/image" Target="../media/image303.png"/><Relationship Id="rId14" Type="http://schemas.openxmlformats.org/officeDocument/2006/relationships/image" Target="../media/image306.png"/><Relationship Id="rId22" Type="http://schemas.openxmlformats.org/officeDocument/2006/relationships/image" Target="../media/image310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89.xml"/><Relationship Id="rId18" Type="http://schemas.openxmlformats.org/officeDocument/2006/relationships/image" Target="../media/image321.png"/><Relationship Id="rId26" Type="http://schemas.openxmlformats.org/officeDocument/2006/relationships/image" Target="../media/image325.png"/><Relationship Id="rId3" Type="http://schemas.openxmlformats.org/officeDocument/2006/relationships/image" Target="../media/image313.png"/><Relationship Id="rId21" Type="http://schemas.openxmlformats.org/officeDocument/2006/relationships/customXml" Target="../ink/ink293.xml"/><Relationship Id="rId34" Type="http://schemas.openxmlformats.org/officeDocument/2006/relationships/image" Target="../media/image330.png"/><Relationship Id="rId7" Type="http://schemas.openxmlformats.org/officeDocument/2006/relationships/customXml" Target="../ink/ink286.xml"/><Relationship Id="rId12" Type="http://schemas.openxmlformats.org/officeDocument/2006/relationships/image" Target="../media/image318.png"/><Relationship Id="rId17" Type="http://schemas.openxmlformats.org/officeDocument/2006/relationships/customXml" Target="../ink/ink291.xml"/><Relationship Id="rId25" Type="http://schemas.openxmlformats.org/officeDocument/2006/relationships/customXml" Target="../ink/ink295.xml"/><Relationship Id="rId33" Type="http://schemas.openxmlformats.org/officeDocument/2006/relationships/image" Target="../media/image329.png"/><Relationship Id="rId2" Type="http://schemas.openxmlformats.org/officeDocument/2006/relationships/image" Target="../media/image312.png"/><Relationship Id="rId16" Type="http://schemas.openxmlformats.org/officeDocument/2006/relationships/image" Target="../media/image320.png"/><Relationship Id="rId20" Type="http://schemas.openxmlformats.org/officeDocument/2006/relationships/image" Target="../media/image322.png"/><Relationship Id="rId29" Type="http://schemas.openxmlformats.org/officeDocument/2006/relationships/customXml" Target="../ink/ink29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5.png"/><Relationship Id="rId11" Type="http://schemas.openxmlformats.org/officeDocument/2006/relationships/customXml" Target="../ink/ink288.xml"/><Relationship Id="rId24" Type="http://schemas.openxmlformats.org/officeDocument/2006/relationships/image" Target="../media/image324.png"/><Relationship Id="rId32" Type="http://schemas.openxmlformats.org/officeDocument/2006/relationships/image" Target="../media/image328.png"/><Relationship Id="rId5" Type="http://schemas.openxmlformats.org/officeDocument/2006/relationships/customXml" Target="../ink/ink285.xml"/><Relationship Id="rId15" Type="http://schemas.openxmlformats.org/officeDocument/2006/relationships/customXml" Target="../ink/ink290.xml"/><Relationship Id="rId23" Type="http://schemas.openxmlformats.org/officeDocument/2006/relationships/customXml" Target="../ink/ink294.xml"/><Relationship Id="rId28" Type="http://schemas.openxmlformats.org/officeDocument/2006/relationships/image" Target="../media/image326.png"/><Relationship Id="rId10" Type="http://schemas.openxmlformats.org/officeDocument/2006/relationships/image" Target="../media/image317.png"/><Relationship Id="rId19" Type="http://schemas.openxmlformats.org/officeDocument/2006/relationships/customXml" Target="../ink/ink292.xml"/><Relationship Id="rId31" Type="http://schemas.openxmlformats.org/officeDocument/2006/relationships/customXml" Target="../ink/ink298.xml"/><Relationship Id="rId4" Type="http://schemas.openxmlformats.org/officeDocument/2006/relationships/image" Target="../media/image314.png"/><Relationship Id="rId9" Type="http://schemas.openxmlformats.org/officeDocument/2006/relationships/customXml" Target="../ink/ink287.xml"/><Relationship Id="rId14" Type="http://schemas.openxmlformats.org/officeDocument/2006/relationships/image" Target="../media/image319.png"/><Relationship Id="rId22" Type="http://schemas.openxmlformats.org/officeDocument/2006/relationships/image" Target="../media/image323.png"/><Relationship Id="rId27" Type="http://schemas.openxmlformats.org/officeDocument/2006/relationships/customXml" Target="../ink/ink296.xml"/><Relationship Id="rId30" Type="http://schemas.openxmlformats.org/officeDocument/2006/relationships/image" Target="../media/image327.png"/><Relationship Id="rId8" Type="http://schemas.openxmlformats.org/officeDocument/2006/relationships/image" Target="../media/image31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png"/><Relationship Id="rId3" Type="http://schemas.openxmlformats.org/officeDocument/2006/relationships/image" Target="../media/image329.png"/><Relationship Id="rId7" Type="http://schemas.openxmlformats.org/officeDocument/2006/relationships/image" Target="../media/image333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0.xml"/><Relationship Id="rId5" Type="http://schemas.openxmlformats.org/officeDocument/2006/relationships/image" Target="../media/image332.png"/><Relationship Id="rId4" Type="http://schemas.openxmlformats.org/officeDocument/2006/relationships/customXml" Target="../ink/ink29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5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png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0.png"/><Relationship Id="rId13" Type="http://schemas.openxmlformats.org/officeDocument/2006/relationships/customXml" Target="../ink/ink304.xml"/><Relationship Id="rId18" Type="http://schemas.openxmlformats.org/officeDocument/2006/relationships/image" Target="../media/image2940.png"/><Relationship Id="rId3" Type="http://schemas.openxmlformats.org/officeDocument/2006/relationships/image" Target="../media/image340.png"/><Relationship Id="rId21" Type="http://schemas.openxmlformats.org/officeDocument/2006/relationships/image" Target="../media/image344.png"/><Relationship Id="rId7" Type="http://schemas.openxmlformats.org/officeDocument/2006/relationships/customXml" Target="../ink/ink301.xml"/><Relationship Id="rId12" Type="http://schemas.openxmlformats.org/officeDocument/2006/relationships/image" Target="../media/image2910.png"/><Relationship Id="rId17" Type="http://schemas.openxmlformats.org/officeDocument/2006/relationships/customXml" Target="../ink/ink306.xml"/><Relationship Id="rId2" Type="http://schemas.openxmlformats.org/officeDocument/2006/relationships/image" Target="../media/image339.png"/><Relationship Id="rId16" Type="http://schemas.openxmlformats.org/officeDocument/2006/relationships/image" Target="../media/image2930.png"/><Relationship Id="rId20" Type="http://schemas.openxmlformats.org/officeDocument/2006/relationships/image" Target="../media/image29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3.png"/><Relationship Id="rId11" Type="http://schemas.openxmlformats.org/officeDocument/2006/relationships/customXml" Target="../ink/ink303.xml"/><Relationship Id="rId5" Type="http://schemas.openxmlformats.org/officeDocument/2006/relationships/image" Target="../media/image342.png"/><Relationship Id="rId15" Type="http://schemas.openxmlformats.org/officeDocument/2006/relationships/customXml" Target="../ink/ink305.xml"/><Relationship Id="rId10" Type="http://schemas.openxmlformats.org/officeDocument/2006/relationships/image" Target="../media/image2900.png"/><Relationship Id="rId19" Type="http://schemas.openxmlformats.org/officeDocument/2006/relationships/customXml" Target="../ink/ink307.xml"/><Relationship Id="rId4" Type="http://schemas.openxmlformats.org/officeDocument/2006/relationships/image" Target="../media/image341.png"/><Relationship Id="rId9" Type="http://schemas.openxmlformats.org/officeDocument/2006/relationships/customXml" Target="../ink/ink302.xml"/><Relationship Id="rId14" Type="http://schemas.openxmlformats.org/officeDocument/2006/relationships/image" Target="../media/image292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40.png"/><Relationship Id="rId18" Type="http://schemas.openxmlformats.org/officeDocument/2006/relationships/customXml" Target="../ink/ink315.xml"/><Relationship Id="rId26" Type="http://schemas.openxmlformats.org/officeDocument/2006/relationships/customXml" Target="../ink/ink319.xml"/><Relationship Id="rId39" Type="http://schemas.openxmlformats.org/officeDocument/2006/relationships/image" Target="../media/image3170.png"/><Relationship Id="rId21" Type="http://schemas.openxmlformats.org/officeDocument/2006/relationships/image" Target="../media/image3080.png"/><Relationship Id="rId34" Type="http://schemas.openxmlformats.org/officeDocument/2006/relationships/customXml" Target="../ink/ink323.xml"/><Relationship Id="rId42" Type="http://schemas.openxmlformats.org/officeDocument/2006/relationships/customXml" Target="../ink/ink327.xml"/><Relationship Id="rId47" Type="http://schemas.openxmlformats.org/officeDocument/2006/relationships/image" Target="../media/image3210.png"/><Relationship Id="rId50" Type="http://schemas.openxmlformats.org/officeDocument/2006/relationships/customXml" Target="../ink/ink331.xml"/><Relationship Id="rId55" Type="http://schemas.openxmlformats.org/officeDocument/2006/relationships/image" Target="../media/image3250.png"/><Relationship Id="rId7" Type="http://schemas.openxmlformats.org/officeDocument/2006/relationships/image" Target="../media/image3010.png"/><Relationship Id="rId2" Type="http://schemas.openxmlformats.org/officeDocument/2006/relationships/image" Target="../media/image346.png"/><Relationship Id="rId16" Type="http://schemas.openxmlformats.org/officeDocument/2006/relationships/customXml" Target="../ink/ink314.xml"/><Relationship Id="rId29" Type="http://schemas.openxmlformats.org/officeDocument/2006/relationships/image" Target="../media/image3120.png"/><Relationship Id="rId11" Type="http://schemas.openxmlformats.org/officeDocument/2006/relationships/image" Target="../media/image3030.png"/><Relationship Id="rId24" Type="http://schemas.openxmlformats.org/officeDocument/2006/relationships/customXml" Target="../ink/ink318.xml"/><Relationship Id="rId32" Type="http://schemas.openxmlformats.org/officeDocument/2006/relationships/customXml" Target="../ink/ink322.xml"/><Relationship Id="rId37" Type="http://schemas.openxmlformats.org/officeDocument/2006/relationships/image" Target="../media/image3160.png"/><Relationship Id="rId40" Type="http://schemas.openxmlformats.org/officeDocument/2006/relationships/customXml" Target="../ink/ink326.xml"/><Relationship Id="rId45" Type="http://schemas.openxmlformats.org/officeDocument/2006/relationships/image" Target="../media/image3200.png"/><Relationship Id="rId53" Type="http://schemas.openxmlformats.org/officeDocument/2006/relationships/image" Target="../media/image3240.png"/><Relationship Id="rId5" Type="http://schemas.openxmlformats.org/officeDocument/2006/relationships/image" Target="../media/image3000.png"/><Relationship Id="rId19" Type="http://schemas.openxmlformats.org/officeDocument/2006/relationships/image" Target="../media/image3070.png"/><Relationship Id="rId4" Type="http://schemas.openxmlformats.org/officeDocument/2006/relationships/customXml" Target="../ink/ink308.xml"/><Relationship Id="rId9" Type="http://schemas.openxmlformats.org/officeDocument/2006/relationships/image" Target="../media/image3020.png"/><Relationship Id="rId14" Type="http://schemas.openxmlformats.org/officeDocument/2006/relationships/customXml" Target="../ink/ink313.xml"/><Relationship Id="rId22" Type="http://schemas.openxmlformats.org/officeDocument/2006/relationships/customXml" Target="../ink/ink317.xml"/><Relationship Id="rId27" Type="http://schemas.openxmlformats.org/officeDocument/2006/relationships/image" Target="../media/image3110.png"/><Relationship Id="rId30" Type="http://schemas.openxmlformats.org/officeDocument/2006/relationships/customXml" Target="../ink/ink321.xml"/><Relationship Id="rId35" Type="http://schemas.openxmlformats.org/officeDocument/2006/relationships/image" Target="../media/image3150.png"/><Relationship Id="rId43" Type="http://schemas.openxmlformats.org/officeDocument/2006/relationships/image" Target="../media/image3190.png"/><Relationship Id="rId48" Type="http://schemas.openxmlformats.org/officeDocument/2006/relationships/customXml" Target="../ink/ink330.xml"/><Relationship Id="rId56" Type="http://schemas.openxmlformats.org/officeDocument/2006/relationships/image" Target="../media/image348.png"/><Relationship Id="rId8" Type="http://schemas.openxmlformats.org/officeDocument/2006/relationships/customXml" Target="../ink/ink310.xml"/><Relationship Id="rId51" Type="http://schemas.openxmlformats.org/officeDocument/2006/relationships/image" Target="../media/image3230.png"/><Relationship Id="rId3" Type="http://schemas.openxmlformats.org/officeDocument/2006/relationships/image" Target="../media/image347.png"/><Relationship Id="rId12" Type="http://schemas.openxmlformats.org/officeDocument/2006/relationships/customXml" Target="../ink/ink312.xml"/><Relationship Id="rId17" Type="http://schemas.openxmlformats.org/officeDocument/2006/relationships/image" Target="../media/image3060.png"/><Relationship Id="rId25" Type="http://schemas.openxmlformats.org/officeDocument/2006/relationships/image" Target="../media/image3100.png"/><Relationship Id="rId33" Type="http://schemas.openxmlformats.org/officeDocument/2006/relationships/image" Target="../media/image3140.png"/><Relationship Id="rId38" Type="http://schemas.openxmlformats.org/officeDocument/2006/relationships/customXml" Target="../ink/ink325.xml"/><Relationship Id="rId46" Type="http://schemas.openxmlformats.org/officeDocument/2006/relationships/customXml" Target="../ink/ink329.xml"/><Relationship Id="rId20" Type="http://schemas.openxmlformats.org/officeDocument/2006/relationships/customXml" Target="../ink/ink316.xml"/><Relationship Id="rId41" Type="http://schemas.openxmlformats.org/officeDocument/2006/relationships/image" Target="../media/image3180.png"/><Relationship Id="rId54" Type="http://schemas.openxmlformats.org/officeDocument/2006/relationships/customXml" Target="../ink/ink3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9.xml"/><Relationship Id="rId15" Type="http://schemas.openxmlformats.org/officeDocument/2006/relationships/image" Target="../media/image3050.png"/><Relationship Id="rId23" Type="http://schemas.openxmlformats.org/officeDocument/2006/relationships/image" Target="../media/image3090.png"/><Relationship Id="rId28" Type="http://schemas.openxmlformats.org/officeDocument/2006/relationships/customXml" Target="../ink/ink320.xml"/><Relationship Id="rId36" Type="http://schemas.openxmlformats.org/officeDocument/2006/relationships/customXml" Target="../ink/ink324.xml"/><Relationship Id="rId49" Type="http://schemas.openxmlformats.org/officeDocument/2006/relationships/image" Target="../media/image3220.png"/><Relationship Id="rId57" Type="http://schemas.openxmlformats.org/officeDocument/2006/relationships/image" Target="../media/image349.png"/><Relationship Id="rId10" Type="http://schemas.openxmlformats.org/officeDocument/2006/relationships/customXml" Target="../ink/ink311.xml"/><Relationship Id="rId31" Type="http://schemas.openxmlformats.org/officeDocument/2006/relationships/image" Target="../media/image3130.png"/><Relationship Id="rId44" Type="http://schemas.openxmlformats.org/officeDocument/2006/relationships/customXml" Target="../ink/ink328.xml"/><Relationship Id="rId52" Type="http://schemas.openxmlformats.org/officeDocument/2006/relationships/customXml" Target="../ink/ink33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png"/><Relationship Id="rId13" Type="http://schemas.openxmlformats.org/officeDocument/2006/relationships/image" Target="../media/image2920.png"/><Relationship Id="rId18" Type="http://schemas.openxmlformats.org/officeDocument/2006/relationships/customXml" Target="../ink/ink339.xml"/><Relationship Id="rId26" Type="http://schemas.openxmlformats.org/officeDocument/2006/relationships/customXml" Target="../ink/ink343.xml"/><Relationship Id="rId3" Type="http://schemas.openxmlformats.org/officeDocument/2006/relationships/image" Target="../media/image2890.png"/><Relationship Id="rId21" Type="http://schemas.openxmlformats.org/officeDocument/2006/relationships/image" Target="../media/image335.png"/><Relationship Id="rId7" Type="http://schemas.openxmlformats.org/officeDocument/2006/relationships/image" Target="../media/image2910.png"/><Relationship Id="rId12" Type="http://schemas.openxmlformats.org/officeDocument/2006/relationships/customXml" Target="../ink/ink337.xml"/><Relationship Id="rId17" Type="http://schemas.openxmlformats.org/officeDocument/2006/relationships/image" Target="../media/image344.png"/><Relationship Id="rId25" Type="http://schemas.openxmlformats.org/officeDocument/2006/relationships/customXml" Target="../ink/ink342.xml"/><Relationship Id="rId2" Type="http://schemas.openxmlformats.org/officeDocument/2006/relationships/customXml" Target="../ink/ink334.xml"/><Relationship Id="rId16" Type="http://schemas.openxmlformats.org/officeDocument/2006/relationships/image" Target="../media/image343.png"/><Relationship Id="rId20" Type="http://schemas.openxmlformats.org/officeDocument/2006/relationships/customXml" Target="../ink/ink340.xml"/><Relationship Id="rId29" Type="http://schemas.openxmlformats.org/officeDocument/2006/relationships/image" Target="../media/image339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6.xml"/><Relationship Id="rId11" Type="http://schemas.openxmlformats.org/officeDocument/2006/relationships/image" Target="../media/image355.png"/><Relationship Id="rId24" Type="http://schemas.openxmlformats.org/officeDocument/2006/relationships/image" Target="../media/image3370.png"/><Relationship Id="rId5" Type="http://schemas.openxmlformats.org/officeDocument/2006/relationships/image" Target="../media/image2900.png"/><Relationship Id="rId15" Type="http://schemas.openxmlformats.org/officeDocument/2006/relationships/image" Target="../media/image2930.png"/><Relationship Id="rId23" Type="http://schemas.openxmlformats.org/officeDocument/2006/relationships/customXml" Target="../ink/ink341.xml"/><Relationship Id="rId28" Type="http://schemas.openxmlformats.org/officeDocument/2006/relationships/customXml" Target="../ink/ink344.xml"/><Relationship Id="rId10" Type="http://schemas.openxmlformats.org/officeDocument/2006/relationships/image" Target="../media/image354.png"/><Relationship Id="rId19" Type="http://schemas.openxmlformats.org/officeDocument/2006/relationships/image" Target="../media/image3340.png"/><Relationship Id="rId4" Type="http://schemas.openxmlformats.org/officeDocument/2006/relationships/customXml" Target="../ink/ink335.xml"/><Relationship Id="rId9" Type="http://schemas.openxmlformats.org/officeDocument/2006/relationships/image" Target="../media/image353.png"/><Relationship Id="rId14" Type="http://schemas.openxmlformats.org/officeDocument/2006/relationships/customXml" Target="../ink/ink338.xml"/><Relationship Id="rId22" Type="http://schemas.openxmlformats.org/officeDocument/2006/relationships/image" Target="../media/image356.png"/><Relationship Id="rId27" Type="http://schemas.openxmlformats.org/officeDocument/2006/relationships/image" Target="../media/image3380.png"/><Relationship Id="rId30" Type="http://schemas.openxmlformats.org/officeDocument/2006/relationships/customXml" Target="../ink/ink345.xml"/></Relationships>
</file>

<file path=ppt/slides/_rels/slide3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420.png"/><Relationship Id="rId21" Type="http://schemas.openxmlformats.org/officeDocument/2006/relationships/customXml" Target="../ink/ink355.xml"/><Relationship Id="rId42" Type="http://schemas.openxmlformats.org/officeDocument/2006/relationships/image" Target="../media/image2910.png"/><Relationship Id="rId47" Type="http://schemas.openxmlformats.org/officeDocument/2006/relationships/customXml" Target="../ink/ink368.xml"/><Relationship Id="rId63" Type="http://schemas.openxmlformats.org/officeDocument/2006/relationships/customXml" Target="../ink/ink376.xml"/><Relationship Id="rId68" Type="http://schemas.openxmlformats.org/officeDocument/2006/relationships/image" Target="../media/image361.png"/><Relationship Id="rId84" Type="http://schemas.openxmlformats.org/officeDocument/2006/relationships/image" Target="../media/image369.png"/><Relationship Id="rId89" Type="http://schemas.openxmlformats.org/officeDocument/2006/relationships/customXml" Target="../ink/ink389.xml"/><Relationship Id="rId16" Type="http://schemas.openxmlformats.org/officeDocument/2006/relationships/image" Target="../media/image3060.png"/><Relationship Id="rId11" Type="http://schemas.openxmlformats.org/officeDocument/2006/relationships/customXml" Target="../ink/ink350.xml"/><Relationship Id="rId32" Type="http://schemas.openxmlformats.org/officeDocument/2006/relationships/image" Target="../media/image3450.png"/><Relationship Id="rId37" Type="http://schemas.openxmlformats.org/officeDocument/2006/relationships/customXml" Target="../ink/ink362.xml"/><Relationship Id="rId53" Type="http://schemas.openxmlformats.org/officeDocument/2006/relationships/customXml" Target="../ink/ink371.xml"/><Relationship Id="rId58" Type="http://schemas.openxmlformats.org/officeDocument/2006/relationships/image" Target="../media/image3560.png"/><Relationship Id="rId74" Type="http://schemas.openxmlformats.org/officeDocument/2006/relationships/image" Target="../media/image364.png"/><Relationship Id="rId79" Type="http://schemas.openxmlformats.org/officeDocument/2006/relationships/customXml" Target="../ink/ink384.xml"/><Relationship Id="rId5" Type="http://schemas.openxmlformats.org/officeDocument/2006/relationships/customXml" Target="../ink/ink347.xml"/><Relationship Id="rId90" Type="http://schemas.openxmlformats.org/officeDocument/2006/relationships/image" Target="../media/image372.png"/><Relationship Id="rId95" Type="http://schemas.openxmlformats.org/officeDocument/2006/relationships/customXml" Target="../ink/ink392.xml"/><Relationship Id="rId22" Type="http://schemas.openxmlformats.org/officeDocument/2006/relationships/image" Target="../media/image3090.png"/><Relationship Id="rId27" Type="http://schemas.openxmlformats.org/officeDocument/2006/relationships/customXml" Target="../ink/ink357.xml"/><Relationship Id="rId43" Type="http://schemas.openxmlformats.org/officeDocument/2006/relationships/customXml" Target="../ink/ink365.xml"/><Relationship Id="rId48" Type="http://schemas.openxmlformats.org/officeDocument/2006/relationships/image" Target="../media/image3510.png"/><Relationship Id="rId64" Type="http://schemas.openxmlformats.org/officeDocument/2006/relationships/image" Target="../media/image359.png"/><Relationship Id="rId69" Type="http://schemas.openxmlformats.org/officeDocument/2006/relationships/customXml" Target="../ink/ink379.xml"/><Relationship Id="rId80" Type="http://schemas.openxmlformats.org/officeDocument/2006/relationships/image" Target="../media/image367.png"/><Relationship Id="rId85" Type="http://schemas.openxmlformats.org/officeDocument/2006/relationships/customXml" Target="../ink/ink387.xml"/><Relationship Id="rId12" Type="http://schemas.openxmlformats.org/officeDocument/2006/relationships/image" Target="../media/image3040.png"/><Relationship Id="rId17" Type="http://schemas.openxmlformats.org/officeDocument/2006/relationships/customXml" Target="../ink/ink353.xml"/><Relationship Id="rId25" Type="http://schemas.openxmlformats.org/officeDocument/2006/relationships/customXml" Target="../ink/ink356.xml"/><Relationship Id="rId33" Type="http://schemas.openxmlformats.org/officeDocument/2006/relationships/customXml" Target="../ink/ink360.xml"/><Relationship Id="rId38" Type="http://schemas.openxmlformats.org/officeDocument/2006/relationships/image" Target="../media/image377.png"/><Relationship Id="rId46" Type="http://schemas.openxmlformats.org/officeDocument/2006/relationships/customXml" Target="../ink/ink367.xml"/><Relationship Id="rId59" Type="http://schemas.openxmlformats.org/officeDocument/2006/relationships/customXml" Target="../ink/ink374.xml"/><Relationship Id="rId67" Type="http://schemas.openxmlformats.org/officeDocument/2006/relationships/customXml" Target="../ink/ink378.xml"/><Relationship Id="rId20" Type="http://schemas.openxmlformats.org/officeDocument/2006/relationships/image" Target="../media/image3080.png"/><Relationship Id="rId41" Type="http://schemas.openxmlformats.org/officeDocument/2006/relationships/customXml" Target="../ink/ink364.xml"/><Relationship Id="rId54" Type="http://schemas.openxmlformats.org/officeDocument/2006/relationships/image" Target="../media/image3540.png"/><Relationship Id="rId62" Type="http://schemas.openxmlformats.org/officeDocument/2006/relationships/image" Target="../media/image3580.png"/><Relationship Id="rId70" Type="http://schemas.openxmlformats.org/officeDocument/2006/relationships/image" Target="../media/image362.png"/><Relationship Id="rId75" Type="http://schemas.openxmlformats.org/officeDocument/2006/relationships/customXml" Target="../ink/ink382.xml"/><Relationship Id="rId83" Type="http://schemas.openxmlformats.org/officeDocument/2006/relationships/customXml" Target="../ink/ink386.xml"/><Relationship Id="rId88" Type="http://schemas.openxmlformats.org/officeDocument/2006/relationships/image" Target="../media/image371.png"/><Relationship Id="rId91" Type="http://schemas.openxmlformats.org/officeDocument/2006/relationships/customXml" Target="../ink/ink390.xml"/><Relationship Id="rId96" Type="http://schemas.openxmlformats.org/officeDocument/2006/relationships/image" Target="../media/image3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0.png"/><Relationship Id="rId15" Type="http://schemas.openxmlformats.org/officeDocument/2006/relationships/customXml" Target="../ink/ink352.xml"/><Relationship Id="rId23" Type="http://schemas.openxmlformats.org/officeDocument/2006/relationships/image" Target="../media/image357.png"/><Relationship Id="rId28" Type="http://schemas.openxmlformats.org/officeDocument/2006/relationships/image" Target="../media/image3430.png"/><Relationship Id="rId36" Type="http://schemas.openxmlformats.org/officeDocument/2006/relationships/image" Target="../media/image3470.png"/><Relationship Id="rId49" Type="http://schemas.openxmlformats.org/officeDocument/2006/relationships/customXml" Target="../ink/ink369.xml"/><Relationship Id="rId57" Type="http://schemas.openxmlformats.org/officeDocument/2006/relationships/customXml" Target="../ink/ink373.xml"/><Relationship Id="rId10" Type="http://schemas.openxmlformats.org/officeDocument/2006/relationships/image" Target="../media/image3030.png"/><Relationship Id="rId31" Type="http://schemas.openxmlformats.org/officeDocument/2006/relationships/customXml" Target="../ink/ink359.xml"/><Relationship Id="rId44" Type="http://schemas.openxmlformats.org/officeDocument/2006/relationships/customXml" Target="../ink/ink366.xml"/><Relationship Id="rId52" Type="http://schemas.openxmlformats.org/officeDocument/2006/relationships/image" Target="../media/image3530.png"/><Relationship Id="rId60" Type="http://schemas.openxmlformats.org/officeDocument/2006/relationships/image" Target="../media/image3570.png"/><Relationship Id="rId65" Type="http://schemas.openxmlformats.org/officeDocument/2006/relationships/customXml" Target="../ink/ink377.xml"/><Relationship Id="rId73" Type="http://schemas.openxmlformats.org/officeDocument/2006/relationships/customXml" Target="../ink/ink381.xml"/><Relationship Id="rId78" Type="http://schemas.openxmlformats.org/officeDocument/2006/relationships/image" Target="../media/image366.png"/><Relationship Id="rId81" Type="http://schemas.openxmlformats.org/officeDocument/2006/relationships/customXml" Target="../ink/ink385.xml"/><Relationship Id="rId86" Type="http://schemas.openxmlformats.org/officeDocument/2006/relationships/image" Target="../media/image370.png"/><Relationship Id="rId94" Type="http://schemas.openxmlformats.org/officeDocument/2006/relationships/image" Target="../media/image374.png"/><Relationship Id="rId99" Type="http://schemas.openxmlformats.org/officeDocument/2006/relationships/image" Target="../media/image378.png"/><Relationship Id="rId101" Type="http://schemas.openxmlformats.org/officeDocument/2006/relationships/image" Target="../media/image348.png"/><Relationship Id="rId4" Type="http://schemas.openxmlformats.org/officeDocument/2006/relationships/image" Target="../media/image3000.png"/><Relationship Id="rId9" Type="http://schemas.openxmlformats.org/officeDocument/2006/relationships/customXml" Target="../ink/ink349.xml"/><Relationship Id="rId13" Type="http://schemas.openxmlformats.org/officeDocument/2006/relationships/customXml" Target="../ink/ink351.xml"/><Relationship Id="rId18" Type="http://schemas.openxmlformats.org/officeDocument/2006/relationships/image" Target="../media/image3070.png"/><Relationship Id="rId39" Type="http://schemas.openxmlformats.org/officeDocument/2006/relationships/customXml" Target="../ink/ink363.xml"/><Relationship Id="rId34" Type="http://schemas.openxmlformats.org/officeDocument/2006/relationships/image" Target="../media/image3460.png"/><Relationship Id="rId50" Type="http://schemas.openxmlformats.org/officeDocument/2006/relationships/image" Target="../media/image3520.png"/><Relationship Id="rId55" Type="http://schemas.openxmlformats.org/officeDocument/2006/relationships/customXml" Target="../ink/ink372.xml"/><Relationship Id="rId76" Type="http://schemas.openxmlformats.org/officeDocument/2006/relationships/image" Target="../media/image365.png"/><Relationship Id="rId97" Type="http://schemas.openxmlformats.org/officeDocument/2006/relationships/image" Target="../media/image376.png"/><Relationship Id="rId7" Type="http://schemas.openxmlformats.org/officeDocument/2006/relationships/customXml" Target="../ink/ink348.xml"/><Relationship Id="rId71" Type="http://schemas.openxmlformats.org/officeDocument/2006/relationships/customXml" Target="../ink/ink380.xml"/><Relationship Id="rId92" Type="http://schemas.openxmlformats.org/officeDocument/2006/relationships/image" Target="../media/image373.png"/><Relationship Id="rId2" Type="http://schemas.openxmlformats.org/officeDocument/2006/relationships/image" Target="../media/image347.png"/><Relationship Id="rId29" Type="http://schemas.openxmlformats.org/officeDocument/2006/relationships/customXml" Target="../ink/ink358.xml"/><Relationship Id="rId24" Type="http://schemas.openxmlformats.org/officeDocument/2006/relationships/image" Target="../media/image358.png"/><Relationship Id="rId40" Type="http://schemas.openxmlformats.org/officeDocument/2006/relationships/image" Target="../media/image378.png"/><Relationship Id="rId45" Type="http://schemas.openxmlformats.org/officeDocument/2006/relationships/image" Target="../media/image3500.png"/><Relationship Id="rId66" Type="http://schemas.openxmlformats.org/officeDocument/2006/relationships/image" Target="../media/image360.png"/><Relationship Id="rId87" Type="http://schemas.openxmlformats.org/officeDocument/2006/relationships/customXml" Target="../ink/ink388.xml"/><Relationship Id="rId61" Type="http://schemas.openxmlformats.org/officeDocument/2006/relationships/customXml" Target="../ink/ink375.xml"/><Relationship Id="rId82" Type="http://schemas.openxmlformats.org/officeDocument/2006/relationships/image" Target="../media/image368.png"/><Relationship Id="rId19" Type="http://schemas.openxmlformats.org/officeDocument/2006/relationships/customXml" Target="../ink/ink354.xml"/><Relationship Id="rId14" Type="http://schemas.openxmlformats.org/officeDocument/2006/relationships/image" Target="../media/image3050.png"/><Relationship Id="rId30" Type="http://schemas.openxmlformats.org/officeDocument/2006/relationships/image" Target="../media/image3440.png"/><Relationship Id="rId35" Type="http://schemas.openxmlformats.org/officeDocument/2006/relationships/customXml" Target="../ink/ink361.xml"/><Relationship Id="rId56" Type="http://schemas.openxmlformats.org/officeDocument/2006/relationships/image" Target="../media/image3550.png"/><Relationship Id="rId77" Type="http://schemas.openxmlformats.org/officeDocument/2006/relationships/customXml" Target="../ink/ink383.xml"/><Relationship Id="rId100" Type="http://schemas.openxmlformats.org/officeDocument/2006/relationships/image" Target="../media/image349.png"/><Relationship Id="rId8" Type="http://schemas.openxmlformats.org/officeDocument/2006/relationships/image" Target="../media/image3020.png"/><Relationship Id="rId51" Type="http://schemas.openxmlformats.org/officeDocument/2006/relationships/customXml" Target="../ink/ink370.xml"/><Relationship Id="rId72" Type="http://schemas.openxmlformats.org/officeDocument/2006/relationships/image" Target="../media/image363.png"/><Relationship Id="rId93" Type="http://schemas.openxmlformats.org/officeDocument/2006/relationships/customXml" Target="../ink/ink391.xml"/><Relationship Id="rId98" Type="http://schemas.openxmlformats.org/officeDocument/2006/relationships/image" Target="../media/image377.png"/><Relationship Id="rId3" Type="http://schemas.openxmlformats.org/officeDocument/2006/relationships/customXml" Target="../ink/ink34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customXml" Target="../ink/ink397.xml"/><Relationship Id="rId18" Type="http://schemas.openxmlformats.org/officeDocument/2006/relationships/image" Target="../media/image386.png"/><Relationship Id="rId3" Type="http://schemas.openxmlformats.org/officeDocument/2006/relationships/customXml" Target="../ink/ink393.xml"/><Relationship Id="rId7" Type="http://schemas.openxmlformats.org/officeDocument/2006/relationships/customXml" Target="../ink/ink395.xml"/><Relationship Id="rId12" Type="http://schemas.openxmlformats.org/officeDocument/2006/relationships/image" Target="../media/image383.png"/><Relationship Id="rId17" Type="http://schemas.openxmlformats.org/officeDocument/2006/relationships/customXml" Target="../ink/ink399.xml"/><Relationship Id="rId2" Type="http://schemas.openxmlformats.org/officeDocument/2006/relationships/image" Target="../media/image379.png"/><Relationship Id="rId16" Type="http://schemas.openxmlformats.org/officeDocument/2006/relationships/image" Target="../media/image385.png"/><Relationship Id="rId20" Type="http://schemas.openxmlformats.org/officeDocument/2006/relationships/image" Target="../media/image3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90.png"/><Relationship Id="rId11" Type="http://schemas.openxmlformats.org/officeDocument/2006/relationships/image" Target="../media/image382.png"/><Relationship Id="rId5" Type="http://schemas.openxmlformats.org/officeDocument/2006/relationships/customXml" Target="../ink/ink394.xml"/><Relationship Id="rId15" Type="http://schemas.openxmlformats.org/officeDocument/2006/relationships/customXml" Target="../ink/ink398.xml"/><Relationship Id="rId10" Type="http://schemas.openxmlformats.org/officeDocument/2006/relationships/image" Target="../media/image381.png"/><Relationship Id="rId19" Type="http://schemas.openxmlformats.org/officeDocument/2006/relationships/customXml" Target="../ink/ink400.xml"/><Relationship Id="rId4" Type="http://schemas.openxmlformats.org/officeDocument/2006/relationships/image" Target="../media/image3780.png"/><Relationship Id="rId9" Type="http://schemas.openxmlformats.org/officeDocument/2006/relationships/customXml" Target="../ink/ink396.xml"/><Relationship Id="rId14" Type="http://schemas.openxmlformats.org/officeDocument/2006/relationships/image" Target="../media/image38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2.png"/><Relationship Id="rId4" Type="http://schemas.openxmlformats.org/officeDocument/2006/relationships/image" Target="../media/image39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3.xml"/><Relationship Id="rId13" Type="http://schemas.openxmlformats.org/officeDocument/2006/relationships/image" Target="../media/image399.png"/><Relationship Id="rId18" Type="http://schemas.openxmlformats.org/officeDocument/2006/relationships/customXml" Target="../ink/ink408.xml"/><Relationship Id="rId3" Type="http://schemas.openxmlformats.org/officeDocument/2006/relationships/image" Target="../media/image394.png"/><Relationship Id="rId21" Type="http://schemas.openxmlformats.org/officeDocument/2006/relationships/image" Target="../media/image403.png"/><Relationship Id="rId7" Type="http://schemas.openxmlformats.org/officeDocument/2006/relationships/image" Target="../media/image396.png"/><Relationship Id="rId12" Type="http://schemas.openxmlformats.org/officeDocument/2006/relationships/customXml" Target="../ink/ink405.xml"/><Relationship Id="rId17" Type="http://schemas.openxmlformats.org/officeDocument/2006/relationships/image" Target="../media/image401.png"/><Relationship Id="rId2" Type="http://schemas.openxmlformats.org/officeDocument/2006/relationships/image" Target="../media/image393.png"/><Relationship Id="rId16" Type="http://schemas.openxmlformats.org/officeDocument/2006/relationships/customXml" Target="../ink/ink407.xml"/><Relationship Id="rId20" Type="http://schemas.openxmlformats.org/officeDocument/2006/relationships/customXml" Target="../ink/ink40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2.xml"/><Relationship Id="rId11" Type="http://schemas.openxmlformats.org/officeDocument/2006/relationships/image" Target="../media/image398.png"/><Relationship Id="rId5" Type="http://schemas.openxmlformats.org/officeDocument/2006/relationships/image" Target="../media/image395.png"/><Relationship Id="rId15" Type="http://schemas.openxmlformats.org/officeDocument/2006/relationships/image" Target="../media/image400.png"/><Relationship Id="rId23" Type="http://schemas.openxmlformats.org/officeDocument/2006/relationships/image" Target="../media/image404.png"/><Relationship Id="rId10" Type="http://schemas.openxmlformats.org/officeDocument/2006/relationships/customXml" Target="../ink/ink404.xml"/><Relationship Id="rId19" Type="http://schemas.openxmlformats.org/officeDocument/2006/relationships/image" Target="../media/image402.png"/><Relationship Id="rId4" Type="http://schemas.openxmlformats.org/officeDocument/2006/relationships/customXml" Target="../ink/ink401.xml"/><Relationship Id="rId9" Type="http://schemas.openxmlformats.org/officeDocument/2006/relationships/image" Target="../media/image397.png"/><Relationship Id="rId14" Type="http://schemas.openxmlformats.org/officeDocument/2006/relationships/customXml" Target="../ink/ink406.xml"/><Relationship Id="rId22" Type="http://schemas.openxmlformats.org/officeDocument/2006/relationships/customXml" Target="../ink/ink4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7.png"/><Relationship Id="rId2" Type="http://schemas.openxmlformats.org/officeDocument/2006/relationships/image" Target="../media/image4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9.png"/><Relationship Id="rId4" Type="http://schemas.openxmlformats.org/officeDocument/2006/relationships/image" Target="../media/image40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3.png"/><Relationship Id="rId4" Type="http://schemas.openxmlformats.org/officeDocument/2006/relationships/image" Target="../media/image4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5.png"/><Relationship Id="rId2" Type="http://schemas.openxmlformats.org/officeDocument/2006/relationships/image" Target="../media/image4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3.xml"/><Relationship Id="rId3" Type="http://schemas.openxmlformats.org/officeDocument/2006/relationships/image" Target="../media/image417.png"/><Relationship Id="rId7" Type="http://schemas.openxmlformats.org/officeDocument/2006/relationships/image" Target="../media/image3920.png"/><Relationship Id="rId2" Type="http://schemas.openxmlformats.org/officeDocument/2006/relationships/image" Target="../media/image4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2.xml"/><Relationship Id="rId5" Type="http://schemas.openxmlformats.org/officeDocument/2006/relationships/image" Target="../media/image3910.png"/><Relationship Id="rId4" Type="http://schemas.openxmlformats.org/officeDocument/2006/relationships/customXml" Target="../ink/ink411.xml"/><Relationship Id="rId9" Type="http://schemas.openxmlformats.org/officeDocument/2006/relationships/image" Target="../media/image393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image" Target="../media/image419.png"/><Relationship Id="rId7" Type="http://schemas.openxmlformats.org/officeDocument/2006/relationships/image" Target="../media/image3970.png"/><Relationship Id="rId2" Type="http://schemas.openxmlformats.org/officeDocument/2006/relationships/image" Target="../media/image4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5.xml"/><Relationship Id="rId5" Type="http://schemas.openxmlformats.org/officeDocument/2006/relationships/image" Target="../media/image3960.png"/><Relationship Id="rId4" Type="http://schemas.openxmlformats.org/officeDocument/2006/relationships/customXml" Target="../ink/ink414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8.xml"/><Relationship Id="rId3" Type="http://schemas.openxmlformats.org/officeDocument/2006/relationships/image" Target="../media/image422.png"/><Relationship Id="rId7" Type="http://schemas.openxmlformats.org/officeDocument/2006/relationships/image" Target="../media/image4020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7.xml"/><Relationship Id="rId11" Type="http://schemas.openxmlformats.org/officeDocument/2006/relationships/image" Target="../media/image4040.png"/><Relationship Id="rId5" Type="http://schemas.openxmlformats.org/officeDocument/2006/relationships/image" Target="../media/image4010.png"/><Relationship Id="rId10" Type="http://schemas.openxmlformats.org/officeDocument/2006/relationships/customXml" Target="../ink/ink419.xml"/><Relationship Id="rId4" Type="http://schemas.openxmlformats.org/officeDocument/2006/relationships/customXml" Target="../ink/ink416.xml"/><Relationship Id="rId9" Type="http://schemas.openxmlformats.org/officeDocument/2006/relationships/image" Target="../media/image403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4.png"/><Relationship Id="rId2" Type="http://schemas.openxmlformats.org/officeDocument/2006/relationships/image" Target="../media/image4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4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3.png"/><Relationship Id="rId4" Type="http://schemas.openxmlformats.org/officeDocument/2006/relationships/image" Target="../media/image41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5.png"/><Relationship Id="rId2" Type="http://schemas.openxmlformats.org/officeDocument/2006/relationships/image" Target="../media/image41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30.png"/><Relationship Id="rId3" Type="http://schemas.openxmlformats.org/officeDocument/2006/relationships/customXml" Target="../ink/ink420.xml"/><Relationship Id="rId7" Type="http://schemas.openxmlformats.org/officeDocument/2006/relationships/customXml" Target="../ink/ink422.xml"/><Relationship Id="rId2" Type="http://schemas.openxmlformats.org/officeDocument/2006/relationships/image" Target="../media/image4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20.png"/><Relationship Id="rId5" Type="http://schemas.openxmlformats.org/officeDocument/2006/relationships/customXml" Target="../ink/ink421.xml"/><Relationship Id="rId4" Type="http://schemas.openxmlformats.org/officeDocument/2006/relationships/image" Target="../media/image3910.png"/><Relationship Id="rId9" Type="http://schemas.openxmlformats.org/officeDocument/2006/relationships/image" Target="../media/image42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png"/><Relationship Id="rId3" Type="http://schemas.openxmlformats.org/officeDocument/2006/relationships/customXml" Target="../ink/ink423.xml"/><Relationship Id="rId7" Type="http://schemas.openxmlformats.org/officeDocument/2006/relationships/image" Target="../media/image428.png"/><Relationship Id="rId2" Type="http://schemas.openxmlformats.org/officeDocument/2006/relationships/image" Target="../media/image4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70.png"/><Relationship Id="rId5" Type="http://schemas.openxmlformats.org/officeDocument/2006/relationships/customXml" Target="../ink/ink424.xml"/><Relationship Id="rId4" Type="http://schemas.openxmlformats.org/officeDocument/2006/relationships/image" Target="../media/image396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7.xml"/><Relationship Id="rId3" Type="http://schemas.openxmlformats.org/officeDocument/2006/relationships/customXml" Target="../ink/ink425.xml"/><Relationship Id="rId7" Type="http://schemas.openxmlformats.org/officeDocument/2006/relationships/image" Target="../media/image4130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6.xml"/><Relationship Id="rId5" Type="http://schemas.openxmlformats.org/officeDocument/2006/relationships/image" Target="../media/image430.png"/><Relationship Id="rId4" Type="http://schemas.openxmlformats.org/officeDocument/2006/relationships/image" Target="../media/image4020.png"/><Relationship Id="rId9" Type="http://schemas.openxmlformats.org/officeDocument/2006/relationships/image" Target="../media/image414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3.png"/><Relationship Id="rId4" Type="http://schemas.openxmlformats.org/officeDocument/2006/relationships/image" Target="../media/image43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Bazele</a:t>
            </a:r>
            <a:r>
              <a:rPr lang="en-US" dirty="0"/>
              <a:t> </a:t>
            </a:r>
            <a:r>
              <a:rPr lang="en-US" dirty="0" err="1"/>
              <a:t>inteligenței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B002F-CA8B-2609-9C7E-E7F898FF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44" y="113015"/>
            <a:ext cx="4758996" cy="64446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1247A-126A-D5ED-0D80-96CDF7BF64B1}"/>
              </a:ext>
            </a:extLst>
          </p:cNvPr>
          <p:cNvCxnSpPr>
            <a:cxnSpLocks/>
          </p:cNvCxnSpPr>
          <p:nvPr/>
        </p:nvCxnSpPr>
        <p:spPr>
          <a:xfrm flipV="1">
            <a:off x="4076561" y="5088468"/>
            <a:ext cx="3115733" cy="1244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6EACB9-4E76-88BD-479B-ABA628C15568}"/>
              </a:ext>
            </a:extLst>
          </p:cNvPr>
          <p:cNvSpPr txBox="1"/>
          <p:nvPr/>
        </p:nvSpPr>
        <p:spPr>
          <a:xfrm>
            <a:off x="7175362" y="4903802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6DF4A3-D49D-4E5F-E7F7-992BF1F24B89}"/>
                  </a:ext>
                </a:extLst>
              </p14:cNvPr>
              <p14:cNvContentPartPr/>
              <p14:nvPr/>
            </p14:nvContentPartPr>
            <p14:xfrm>
              <a:off x="711387" y="4876280"/>
              <a:ext cx="3342600" cy="500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6DF4A3-D49D-4E5F-E7F7-992BF1F24B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3387" y="4858640"/>
                <a:ext cx="3378240" cy="53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23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9867" y="660400"/>
            <a:ext cx="4665134" cy="85143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70850-9648-B248-267C-6CCDCAE18C14}"/>
              </a:ext>
            </a:extLst>
          </p:cNvPr>
          <p:cNvSpPr txBox="1"/>
          <p:nvPr/>
        </p:nvSpPr>
        <p:spPr>
          <a:xfrm>
            <a:off x="1566334" y="2345265"/>
            <a:ext cx="93556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Recurrent neural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Prepocessing</a:t>
            </a:r>
            <a:r>
              <a:rPr lang="en-US" sz="3200" dirty="0"/>
              <a:t> steps for text in </a:t>
            </a:r>
            <a:r>
              <a:rPr lang="en-US" sz="3200" dirty="0" err="1"/>
              <a:t>PyTorch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Gated recurrent units (GRU)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Long short-term memory (LSTM)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Sequence to sequence learning</a:t>
            </a:r>
          </a:p>
        </p:txBody>
      </p:sp>
    </p:spTree>
    <p:extLst>
      <p:ext uri="{BB962C8B-B14F-4D97-AF65-F5344CB8AC3E}">
        <p14:creationId xmlns:p14="http://schemas.microsoft.com/office/powerpoint/2010/main" val="4904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1884363"/>
            <a:ext cx="9144000" cy="2387600"/>
          </a:xfrm>
        </p:spPr>
        <p:txBody>
          <a:bodyPr/>
          <a:lstStyle/>
          <a:p>
            <a:r>
              <a:rPr lang="en-US" dirty="0"/>
              <a:t>1) </a:t>
            </a:r>
            <a:r>
              <a:rPr lang="en-US" sz="6000" dirty="0"/>
              <a:t>Recurrent neural networks</a:t>
            </a: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23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4036C1-9A70-8D26-EE90-F131F7F01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44" y="1575966"/>
            <a:ext cx="5392847" cy="3479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1E51AE-E070-E55A-DD5F-4033F56D3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96148"/>
            <a:ext cx="5500422" cy="323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32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CDBF3F-D892-DC9A-AAFA-77A4CB4C3148}"/>
              </a:ext>
            </a:extLst>
          </p:cNvPr>
          <p:cNvSpPr txBox="1"/>
          <p:nvPr/>
        </p:nvSpPr>
        <p:spPr>
          <a:xfrm>
            <a:off x="1" y="1"/>
            <a:ext cx="1209886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Recurrent neural networks (RNNs)</a:t>
            </a:r>
            <a:r>
              <a:rPr lang="en-US" dirty="0"/>
              <a:t> are designed to work with </a:t>
            </a:r>
            <a:r>
              <a:rPr lang="en-US" b="1" dirty="0"/>
              <a:t>sequential information</a:t>
            </a:r>
            <a:r>
              <a:rPr lang="en-US" dirty="0"/>
              <a:t> (time series, speech, text, audio, video, etc.):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RNNs introduce </a:t>
            </a:r>
            <a:r>
              <a:rPr lang="en-US" b="1" dirty="0"/>
              <a:t>state variables </a:t>
            </a:r>
            <a:r>
              <a:rPr lang="en-US" b="1" dirty="0">
                <a:highlight>
                  <a:srgbClr val="FFFF00"/>
                </a:highlight>
              </a:rPr>
              <a:t>to store past information</a:t>
            </a:r>
            <a:r>
              <a:rPr lang="en-US" dirty="0"/>
              <a:t>, together with the current inputs, to determine the current outputs: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black and white image of a bird&#10;&#10;Description automatically generated with medium confidence">
            <a:extLst>
              <a:ext uri="{FF2B5EF4-FFF2-40B4-BE49-F238E27FC236}">
                <a16:creationId xmlns:a16="http://schemas.microsoft.com/office/drawing/2014/main" id="{7CC37CFC-C3E3-E01E-7A3D-A9E1B9162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568" y="3355615"/>
            <a:ext cx="6193365" cy="3478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4E97B0-31A9-61B8-3EB7-BEE7E48C5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83" y="777427"/>
            <a:ext cx="4025718" cy="5274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8318F3-6901-5BB6-5133-64AE152E9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69" y="1496231"/>
            <a:ext cx="4133253" cy="11886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0FC624-3453-A2EB-320B-209B48C3F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780" y="3634869"/>
            <a:ext cx="1076475" cy="31130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43A3D4-946F-18F9-304B-3615DE093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746" y="6426200"/>
            <a:ext cx="5008034" cy="33349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D1BD7F60-AB65-71BE-6DE6-9F50BAD2A2F5}"/>
              </a:ext>
            </a:extLst>
          </p:cNvPr>
          <p:cNvSpPr/>
          <p:nvPr/>
        </p:nvSpPr>
        <p:spPr>
          <a:xfrm>
            <a:off x="4925245" y="862712"/>
            <a:ext cx="787400" cy="2196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02AC14F-6D65-D280-A3E6-3E57537272CC}"/>
              </a:ext>
            </a:extLst>
          </p:cNvPr>
          <p:cNvSpPr/>
          <p:nvPr/>
        </p:nvSpPr>
        <p:spPr>
          <a:xfrm>
            <a:off x="4925245" y="1552265"/>
            <a:ext cx="787400" cy="2196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1088F7D-3D54-35A0-49EA-5ED05C79F542}"/>
              </a:ext>
            </a:extLst>
          </p:cNvPr>
          <p:cNvSpPr/>
          <p:nvPr/>
        </p:nvSpPr>
        <p:spPr>
          <a:xfrm>
            <a:off x="4925245" y="2234867"/>
            <a:ext cx="787400" cy="1911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20E5204-ADB5-2977-0471-13D85AC8F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5462" y="801566"/>
            <a:ext cx="2057398" cy="4141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DC149CB-EC12-7925-4A70-A5A349C68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953" y="1485139"/>
            <a:ext cx="2641595" cy="3000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1C7EA5-4555-0907-98EF-AC096FD1E2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1953" y="2154253"/>
            <a:ext cx="943107" cy="304843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794EE117-C627-804A-56F1-FC31C0146CD4}"/>
              </a:ext>
            </a:extLst>
          </p:cNvPr>
          <p:cNvSpPr/>
          <p:nvPr/>
        </p:nvSpPr>
        <p:spPr>
          <a:xfrm>
            <a:off x="7069027" y="898842"/>
            <a:ext cx="787400" cy="2196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8575D91-CF8C-FF4D-2C46-483174AB38D9}"/>
              </a:ext>
            </a:extLst>
          </p:cNvPr>
          <p:cNvSpPr/>
          <p:nvPr/>
        </p:nvSpPr>
        <p:spPr>
          <a:xfrm>
            <a:off x="7069027" y="1515067"/>
            <a:ext cx="787400" cy="2196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19A0D34-E69C-03C0-FE9F-4937D340F95D}"/>
              </a:ext>
            </a:extLst>
          </p:cNvPr>
          <p:cNvSpPr/>
          <p:nvPr/>
        </p:nvSpPr>
        <p:spPr>
          <a:xfrm>
            <a:off x="7069027" y="2204448"/>
            <a:ext cx="787400" cy="2196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1F12D1-853E-543D-1CB5-B809FB4B9AA7}"/>
              </a:ext>
            </a:extLst>
          </p:cNvPr>
          <p:cNvSpPr/>
          <p:nvPr/>
        </p:nvSpPr>
        <p:spPr>
          <a:xfrm>
            <a:off x="5989689" y="754144"/>
            <a:ext cx="787400" cy="4889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RNN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494F19-D208-4E4F-0D30-317168253440}"/>
              </a:ext>
            </a:extLst>
          </p:cNvPr>
          <p:cNvSpPr/>
          <p:nvPr/>
        </p:nvSpPr>
        <p:spPr>
          <a:xfrm>
            <a:off x="5983645" y="1378074"/>
            <a:ext cx="799489" cy="52987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RNN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438AC2-AAAB-7E49-55A9-924BD8321AB4}"/>
              </a:ext>
            </a:extLst>
          </p:cNvPr>
          <p:cNvSpPr/>
          <p:nvPr/>
        </p:nvSpPr>
        <p:spPr>
          <a:xfrm>
            <a:off x="5989689" y="2100650"/>
            <a:ext cx="799488" cy="4889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RNN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8C14F4D-82C6-8779-A4C4-55D078589038}"/>
                  </a:ext>
                </a:extLst>
              </p14:cNvPr>
              <p14:cNvContentPartPr/>
              <p14:nvPr/>
            </p14:nvContentPartPr>
            <p14:xfrm>
              <a:off x="4749507" y="5977160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8C14F4D-82C6-8779-A4C4-55D0785890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86867" y="591452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F523557-4D35-89D1-8113-02BDB1E32844}"/>
                  </a:ext>
                </a:extLst>
              </p14:cNvPr>
              <p14:cNvContentPartPr/>
              <p14:nvPr/>
            </p14:nvContentPartPr>
            <p14:xfrm>
              <a:off x="9042507" y="3394880"/>
              <a:ext cx="9000" cy="236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F523557-4D35-89D1-8113-02BDB1E3284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79507" y="3332240"/>
                <a:ext cx="13464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2C0439B-532F-D8B3-8619-F8204AFD4856}"/>
                  </a:ext>
                </a:extLst>
              </p14:cNvPr>
              <p14:cNvContentPartPr/>
              <p14:nvPr/>
            </p14:nvContentPartPr>
            <p14:xfrm>
              <a:off x="4633020" y="603498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2C0439B-532F-D8B3-8619-F8204AFD485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70020" y="597198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F324941-D4E0-DE41-A80D-C59ECB92D7E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5807" y="6563489"/>
            <a:ext cx="6572448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31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41F0-49F8-EA9A-2829-4C8E7995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828" y="30563"/>
            <a:ext cx="10515600" cy="1325563"/>
          </a:xfrm>
        </p:spPr>
        <p:txBody>
          <a:bodyPr/>
          <a:lstStyle/>
          <a:p>
            <a:r>
              <a:rPr lang="en-US" dirty="0"/>
              <a:t>Remember this example </a:t>
            </a:r>
            <a:br>
              <a:rPr lang="en-US" dirty="0"/>
            </a:br>
            <a:r>
              <a:rPr lang="en-US" dirty="0"/>
              <a:t>from lab 8 – a simple MLP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729DB-2353-2E7E-08BB-B2941335A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913" y="23979"/>
            <a:ext cx="4639733" cy="2358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F107F4-0794-8E07-8E1E-832CC195A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2" y="2078232"/>
            <a:ext cx="4051140" cy="24048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E54363-7145-BB31-D67E-8D8FD74A9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73513"/>
            <a:ext cx="4382945" cy="6671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A9A37B-0DB7-2104-EE37-B6921EFC6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114" y="1624218"/>
            <a:ext cx="265652" cy="2031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632E01-23D3-6446-5F4A-DB1B0F556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4516" y="1611255"/>
            <a:ext cx="208572" cy="2015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B3C619-1F50-02A5-DA78-ABD5C6429A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2743454"/>
            <a:ext cx="5258972" cy="13710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5DBE85-E196-74BA-E634-1F4BCFDAB6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7081" y="5373513"/>
            <a:ext cx="4591691" cy="676369"/>
          </a:xfrm>
          <a:prstGeom prst="rect">
            <a:avLst/>
          </a:prstGeom>
        </p:spPr>
      </p:pic>
      <p:sp>
        <p:nvSpPr>
          <p:cNvPr id="6" name="Arrow: Up-Down 5">
            <a:extLst>
              <a:ext uri="{FF2B5EF4-FFF2-40B4-BE49-F238E27FC236}">
                <a16:creationId xmlns:a16="http://schemas.microsoft.com/office/drawing/2014/main" id="{A42B01A4-6D18-BEB6-EC5C-A90555506700}"/>
              </a:ext>
            </a:extLst>
          </p:cNvPr>
          <p:cNvSpPr/>
          <p:nvPr/>
        </p:nvSpPr>
        <p:spPr>
          <a:xfrm>
            <a:off x="1907192" y="4562922"/>
            <a:ext cx="431800" cy="74506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Up-Down 8">
            <a:extLst>
              <a:ext uri="{FF2B5EF4-FFF2-40B4-BE49-F238E27FC236}">
                <a16:creationId xmlns:a16="http://schemas.microsoft.com/office/drawing/2014/main" id="{A4B41C58-C29F-8701-3AAD-98B56B676FA6}"/>
              </a:ext>
            </a:extLst>
          </p:cNvPr>
          <p:cNvSpPr/>
          <p:nvPr/>
        </p:nvSpPr>
        <p:spPr>
          <a:xfrm>
            <a:off x="7671386" y="4499891"/>
            <a:ext cx="431800" cy="74506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3F2CE50-ABC4-2358-6421-294B400C9434}"/>
                  </a:ext>
                </a:extLst>
              </p14:cNvPr>
              <p14:cNvContentPartPr/>
              <p14:nvPr/>
            </p14:nvContentPartPr>
            <p14:xfrm>
              <a:off x="1877787" y="5288640"/>
              <a:ext cx="1052640" cy="783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3F2CE50-ABC4-2358-6421-294B400C94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59787" y="5270640"/>
                <a:ext cx="1088280" cy="81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63CB411-D53E-52F4-FB14-48F964859790}"/>
                  </a:ext>
                </a:extLst>
              </p14:cNvPr>
              <p14:cNvContentPartPr/>
              <p14:nvPr/>
            </p14:nvContentPartPr>
            <p14:xfrm>
              <a:off x="7677387" y="5164080"/>
              <a:ext cx="1256040" cy="923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63CB411-D53E-52F4-FB14-48F96485979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59387" y="5146080"/>
                <a:ext cx="1291680" cy="9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54F00A0-BC91-9705-B752-5FB5AB180281}"/>
                  </a:ext>
                </a:extLst>
              </p14:cNvPr>
              <p14:cNvContentPartPr/>
              <p14:nvPr/>
            </p14:nvContentPartPr>
            <p14:xfrm>
              <a:off x="3376467" y="5298720"/>
              <a:ext cx="833400" cy="777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54F00A0-BC91-9705-B752-5FB5AB18028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58467" y="5280720"/>
                <a:ext cx="869040" cy="8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2435B49-FF21-C9B1-1A35-58A8986800FE}"/>
                  </a:ext>
                </a:extLst>
              </p14:cNvPr>
              <p14:cNvContentPartPr/>
              <p14:nvPr/>
            </p14:nvContentPartPr>
            <p14:xfrm>
              <a:off x="9582867" y="5223120"/>
              <a:ext cx="994680" cy="873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2435B49-FF21-C9B1-1A35-58A8986800F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564867" y="5205120"/>
                <a:ext cx="1030320" cy="90936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4DF9B62-28B7-7DF2-BED7-B58EA5600AE0}"/>
              </a:ext>
            </a:extLst>
          </p:cNvPr>
          <p:cNvSpPr txBox="1"/>
          <p:nvPr/>
        </p:nvSpPr>
        <p:spPr>
          <a:xfrm>
            <a:off x="3587900" y="6400588"/>
            <a:ext cx="5113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We want to find these 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51F8912-3F20-4A6C-0153-5AFD5AD52664}"/>
                  </a:ext>
                </a:extLst>
              </p14:cNvPr>
              <p14:cNvContentPartPr/>
              <p14:nvPr/>
            </p14:nvContentPartPr>
            <p14:xfrm>
              <a:off x="2565027" y="6070200"/>
              <a:ext cx="994680" cy="546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51F8912-3F20-4A6C-0153-5AFD5AD5266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47027" y="6052200"/>
                <a:ext cx="103032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BECD29B-3F8C-2A63-1AA4-237555C38360}"/>
                  </a:ext>
                </a:extLst>
              </p14:cNvPr>
              <p14:cNvContentPartPr/>
              <p14:nvPr/>
            </p14:nvContentPartPr>
            <p14:xfrm>
              <a:off x="3533067" y="6527400"/>
              <a:ext cx="132480" cy="145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BECD29B-3F8C-2A63-1AA4-237555C3836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15067" y="6509400"/>
                <a:ext cx="16812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A9F7C531-378F-0CAF-936C-7783A0716730}"/>
              </a:ext>
            </a:extLst>
          </p:cNvPr>
          <p:cNvGrpSpPr/>
          <p:nvPr/>
        </p:nvGrpSpPr>
        <p:grpSpPr>
          <a:xfrm>
            <a:off x="3894507" y="6079200"/>
            <a:ext cx="232200" cy="372600"/>
            <a:chOff x="3894507" y="6079200"/>
            <a:chExt cx="23220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65523F9-3100-1213-E627-25FBB584CEBA}"/>
                    </a:ext>
                  </a:extLst>
                </p14:cNvPr>
                <p14:cNvContentPartPr/>
                <p14:nvPr/>
              </p14:nvContentPartPr>
              <p14:xfrm>
                <a:off x="3894507" y="6079200"/>
                <a:ext cx="189720" cy="329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65523F9-3100-1213-E627-25FBB584CE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76507" y="6061200"/>
                  <a:ext cx="2253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A33F3D-88A6-551B-2042-18F10220A6A6}"/>
                    </a:ext>
                  </a:extLst>
                </p14:cNvPr>
                <p14:cNvContentPartPr/>
                <p14:nvPr/>
              </p14:nvContentPartPr>
              <p14:xfrm>
                <a:off x="4004667" y="6325080"/>
                <a:ext cx="122040" cy="126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A33F3D-88A6-551B-2042-18F10220A6A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86667" y="6307080"/>
                  <a:ext cx="15768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26075BB-E995-D72D-A61C-186AD62F3D0C}"/>
                  </a:ext>
                </a:extLst>
              </p14:cNvPr>
              <p14:cNvContentPartPr/>
              <p14:nvPr/>
            </p14:nvContentPartPr>
            <p14:xfrm>
              <a:off x="7372467" y="6171547"/>
              <a:ext cx="501840" cy="336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26075BB-E995-D72D-A61C-186AD62F3D0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54480" y="6153547"/>
                <a:ext cx="537454" cy="37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4280D083-975E-F390-522C-1EA3C6DE9423}"/>
              </a:ext>
            </a:extLst>
          </p:cNvPr>
          <p:cNvGrpSpPr/>
          <p:nvPr/>
        </p:nvGrpSpPr>
        <p:grpSpPr>
          <a:xfrm>
            <a:off x="7360947" y="6180720"/>
            <a:ext cx="2392920" cy="621360"/>
            <a:chOff x="7360947" y="6180720"/>
            <a:chExt cx="2392920" cy="62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3FD306-744F-1452-2CFE-64374C638A0E}"/>
                    </a:ext>
                  </a:extLst>
                </p14:cNvPr>
                <p14:cNvContentPartPr/>
                <p14:nvPr/>
              </p14:nvContentPartPr>
              <p14:xfrm>
                <a:off x="7649667" y="6180720"/>
                <a:ext cx="2104200" cy="559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3FD306-744F-1452-2CFE-64374C638A0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631670" y="6162720"/>
                  <a:ext cx="2139834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834EBD-7F47-C0E5-FE77-55E879FC0CA0}"/>
                    </a:ext>
                  </a:extLst>
                </p14:cNvPr>
                <p14:cNvContentPartPr/>
                <p14:nvPr/>
              </p14:nvContentPartPr>
              <p14:xfrm>
                <a:off x="7605747" y="6654840"/>
                <a:ext cx="144000" cy="147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834EBD-7F47-C0E5-FE77-55E879FC0CA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87747" y="6636884"/>
                  <a:ext cx="179640" cy="18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7C659F-6E99-9F19-54D3-73C8A7546071}"/>
                    </a:ext>
                  </a:extLst>
                </p14:cNvPr>
                <p14:cNvContentPartPr/>
                <p14:nvPr/>
              </p14:nvContentPartPr>
              <p14:xfrm>
                <a:off x="7360947" y="6417787"/>
                <a:ext cx="173520" cy="105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7C659F-6E99-9F19-54D3-73C8A754607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342947" y="6399787"/>
                  <a:ext cx="20916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7250046-9751-D517-37A0-5A978DEC91D9}"/>
                  </a:ext>
                </a:extLst>
              </p14:cNvPr>
              <p14:cNvContentPartPr/>
              <p14:nvPr/>
            </p14:nvContentPartPr>
            <p14:xfrm>
              <a:off x="956907" y="4199467"/>
              <a:ext cx="20052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7250046-9751-D517-37A0-5A978DEC91D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2907" y="4091467"/>
                <a:ext cx="308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87C76A5-5738-7B4B-9E7A-2DD77932F179}"/>
                  </a:ext>
                </a:extLst>
              </p14:cNvPr>
              <p14:cNvContentPartPr/>
              <p14:nvPr/>
            </p14:nvContentPartPr>
            <p14:xfrm>
              <a:off x="939627" y="4266787"/>
              <a:ext cx="252000" cy="18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87C76A5-5738-7B4B-9E7A-2DD77932F17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85704" y="4156669"/>
                <a:ext cx="359486" cy="2385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9734A46-1DC7-5B08-AAC8-D441D96BA53E}"/>
                  </a:ext>
                </a:extLst>
              </p14:cNvPr>
              <p14:cNvContentPartPr/>
              <p14:nvPr/>
            </p14:nvContentPartPr>
            <p14:xfrm>
              <a:off x="1667907" y="4216027"/>
              <a:ext cx="22464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9734A46-1DC7-5B08-AAC8-D441D96BA53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613907" y="4108027"/>
                <a:ext cx="332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BF58A0D-E355-B6A6-492A-747D0005E0D0}"/>
                  </a:ext>
                </a:extLst>
              </p14:cNvPr>
              <p14:cNvContentPartPr/>
              <p14:nvPr/>
            </p14:nvContentPartPr>
            <p14:xfrm>
              <a:off x="1684827" y="4275427"/>
              <a:ext cx="189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BF58A0D-E355-B6A6-492A-747D0005E0D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630827" y="4167427"/>
                <a:ext cx="297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1F6273C-1B6B-2BE4-2F58-98C9A74674E5}"/>
                  </a:ext>
                </a:extLst>
              </p14:cNvPr>
              <p14:cNvContentPartPr/>
              <p14:nvPr/>
            </p14:nvContentPartPr>
            <p14:xfrm>
              <a:off x="5867307" y="2878627"/>
              <a:ext cx="2307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1F6273C-1B6B-2BE4-2F58-98C9A74674E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813307" y="2770627"/>
                <a:ext cx="3384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BE0E705-2781-665D-D136-6E4BDF43BFF8}"/>
                  </a:ext>
                </a:extLst>
              </p14:cNvPr>
              <p14:cNvContentPartPr/>
              <p14:nvPr/>
            </p14:nvContentPartPr>
            <p14:xfrm>
              <a:off x="5867307" y="2971867"/>
              <a:ext cx="27720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BE0E705-2781-665D-D136-6E4BDF43BFF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813307" y="2863867"/>
                <a:ext cx="384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4EB2CD6-4D9E-1387-B8BF-B632B88323BB}"/>
                  </a:ext>
                </a:extLst>
              </p14:cNvPr>
              <p14:cNvContentPartPr/>
              <p14:nvPr/>
            </p14:nvContentPartPr>
            <p14:xfrm>
              <a:off x="6722307" y="2872867"/>
              <a:ext cx="282600" cy="22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4EB2CD6-4D9E-1387-B8BF-B632B88323B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668238" y="2764867"/>
                <a:ext cx="390377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2D30502-6DAC-E832-F515-0913CD94E5CF}"/>
                  </a:ext>
                </a:extLst>
              </p14:cNvPr>
              <p14:cNvContentPartPr/>
              <p14:nvPr/>
            </p14:nvContentPartPr>
            <p14:xfrm>
              <a:off x="6747867" y="2954587"/>
              <a:ext cx="296640" cy="19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2D30502-6DAC-E832-F515-0913CD94E5C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693867" y="2846587"/>
                <a:ext cx="4042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4124F0F-C15E-B8EA-E510-BA47630A1F3F}"/>
                  </a:ext>
                </a:extLst>
              </p14:cNvPr>
              <p14:cNvContentPartPr/>
              <p14:nvPr/>
            </p14:nvContentPartPr>
            <p14:xfrm>
              <a:off x="7594227" y="2844427"/>
              <a:ext cx="30420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4124F0F-C15E-B8EA-E510-BA47630A1F3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540227" y="2736427"/>
                <a:ext cx="411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D15C8E5-76D0-2C33-CEBE-8E8DC9FE6A11}"/>
                  </a:ext>
                </a:extLst>
              </p14:cNvPr>
              <p14:cNvContentPartPr/>
              <p14:nvPr/>
            </p14:nvContentPartPr>
            <p14:xfrm>
              <a:off x="7611507" y="2971867"/>
              <a:ext cx="268920" cy="9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D15C8E5-76D0-2C33-CEBE-8E8DC9FE6A1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557435" y="2863867"/>
                <a:ext cx="376704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5E3779E-948C-7385-3A34-FD3B9CE2696A}"/>
                  </a:ext>
                </a:extLst>
              </p14:cNvPr>
              <p14:cNvContentPartPr/>
              <p14:nvPr/>
            </p14:nvContentPartPr>
            <p14:xfrm>
              <a:off x="8465940" y="2857500"/>
              <a:ext cx="278640" cy="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5E3779E-948C-7385-3A34-FD3B9CE2696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411940" y="2749500"/>
                <a:ext cx="386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19EE4FB-E3F6-0D09-8EC6-945EF987717E}"/>
                  </a:ext>
                </a:extLst>
              </p14:cNvPr>
              <p14:cNvContentPartPr/>
              <p14:nvPr/>
            </p14:nvContentPartPr>
            <p14:xfrm>
              <a:off x="8465940" y="2941380"/>
              <a:ext cx="266400" cy="162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19EE4FB-E3F6-0D09-8EC6-945EF987717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412013" y="2833380"/>
                <a:ext cx="373895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B5B3F2B-B4F8-0EB0-4CEF-0D994F7E4F5D}"/>
                  </a:ext>
                </a:extLst>
              </p14:cNvPr>
              <p14:cNvContentPartPr/>
              <p14:nvPr/>
            </p14:nvContentPartPr>
            <p14:xfrm>
              <a:off x="8465940" y="2858220"/>
              <a:ext cx="312840" cy="1749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B5B3F2B-B4F8-0EB0-4CEF-0D994F7E4F5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411940" y="2750442"/>
                <a:ext cx="420480" cy="390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7949C1C-AE49-AE19-9D78-A95F7292F751}"/>
                  </a:ext>
                </a:extLst>
              </p14:cNvPr>
              <p14:cNvContentPartPr/>
              <p14:nvPr/>
            </p14:nvContentPartPr>
            <p14:xfrm>
              <a:off x="9357300" y="2841300"/>
              <a:ext cx="332280" cy="16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7949C1C-AE49-AE19-9D78-A95F7292F75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303300" y="2733300"/>
                <a:ext cx="439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2E6B217-4CAE-7B05-3720-261ED184C52C}"/>
                  </a:ext>
                </a:extLst>
              </p14:cNvPr>
              <p14:cNvContentPartPr/>
              <p14:nvPr/>
            </p14:nvContentPartPr>
            <p14:xfrm>
              <a:off x="9357300" y="2964060"/>
              <a:ext cx="277920" cy="82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2E6B217-4CAE-7B05-3720-261ED184C52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303300" y="2856060"/>
                <a:ext cx="3855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5053521-CC44-F209-E49A-F2DB5669AC20}"/>
                  </a:ext>
                </a:extLst>
              </p14:cNvPr>
              <p14:cNvContentPartPr/>
              <p14:nvPr/>
            </p14:nvContentPartPr>
            <p14:xfrm>
              <a:off x="9639180" y="2979540"/>
              <a:ext cx="3240" cy="32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5053521-CC44-F209-E49A-F2DB5669AC2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585180" y="2871540"/>
                <a:ext cx="1108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8D321B9-E1BD-38F4-C4E1-14E1303C7860}"/>
                  </a:ext>
                </a:extLst>
              </p14:cNvPr>
              <p14:cNvContentPartPr/>
              <p14:nvPr/>
            </p14:nvContentPartPr>
            <p14:xfrm>
              <a:off x="5821740" y="3364740"/>
              <a:ext cx="277920" cy="1962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8D321B9-E1BD-38F4-C4E1-14E1303C786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767810" y="3256938"/>
                <a:ext cx="385421" cy="4114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AFE01B2-6689-EF17-2C31-71A8A0950B5C}"/>
                  </a:ext>
                </a:extLst>
              </p14:cNvPr>
              <p14:cNvContentPartPr/>
              <p14:nvPr/>
            </p14:nvContentPartPr>
            <p14:xfrm>
              <a:off x="6735780" y="3389220"/>
              <a:ext cx="248400" cy="194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AFE01B2-6689-EF17-2C31-71A8A0950B5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681780" y="3281220"/>
                <a:ext cx="35604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32E5382-2E2C-6DE5-C045-5C4F9A5D6909}"/>
                  </a:ext>
                </a:extLst>
              </p14:cNvPr>
              <p14:cNvContentPartPr/>
              <p14:nvPr/>
            </p14:nvContentPartPr>
            <p14:xfrm>
              <a:off x="7574220" y="3352140"/>
              <a:ext cx="351720" cy="1854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32E5382-2E2C-6DE5-C045-5C4F9A5D690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520275" y="3244140"/>
                <a:ext cx="45925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17DD045-7DCB-DD84-49DC-8CF41FF8F6C7}"/>
                  </a:ext>
                </a:extLst>
              </p14:cNvPr>
              <p14:cNvContentPartPr/>
              <p14:nvPr/>
            </p14:nvContentPartPr>
            <p14:xfrm>
              <a:off x="8481060" y="3370140"/>
              <a:ext cx="284760" cy="213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17DD045-7DCB-DD84-49DC-8CF41FF8F6C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427128" y="3261958"/>
                <a:ext cx="392264" cy="4294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3B71DD3-CE37-CDDE-5361-9A5354A5B6BA}"/>
                  </a:ext>
                </a:extLst>
              </p14:cNvPr>
              <p14:cNvContentPartPr/>
              <p14:nvPr/>
            </p14:nvContentPartPr>
            <p14:xfrm>
              <a:off x="10248660" y="2864700"/>
              <a:ext cx="192600" cy="137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3B71DD3-CE37-CDDE-5361-9A5354A5B6B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194761" y="2756700"/>
                <a:ext cx="300039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F21B58F-BA01-56DC-22A3-8368B8E12225}"/>
                  </a:ext>
                </a:extLst>
              </p14:cNvPr>
              <p14:cNvContentPartPr/>
              <p14:nvPr/>
            </p14:nvContentPartPr>
            <p14:xfrm>
              <a:off x="10241100" y="3017340"/>
              <a:ext cx="175320" cy="16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F21B58F-BA01-56DC-22A3-8368B8E1222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187100" y="2911688"/>
                <a:ext cx="282960" cy="2271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9035E54-7301-3EDE-D497-CA6ED9579587}"/>
                  </a:ext>
                </a:extLst>
              </p14:cNvPr>
              <p14:cNvContentPartPr/>
              <p14:nvPr/>
            </p14:nvContentPartPr>
            <p14:xfrm>
              <a:off x="10279260" y="3398580"/>
              <a:ext cx="167400" cy="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9035E54-7301-3EDE-D497-CA6ED9579587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225260" y="3290580"/>
                <a:ext cx="275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156C22F-112D-A88F-CF9B-012EAAE7DD8A}"/>
                  </a:ext>
                </a:extLst>
              </p14:cNvPr>
              <p14:cNvContentPartPr/>
              <p14:nvPr/>
            </p14:nvContentPartPr>
            <p14:xfrm>
              <a:off x="10286820" y="3505140"/>
              <a:ext cx="120960" cy="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156C22F-112D-A88F-CF9B-012EAAE7DD8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232820" y="3397140"/>
                <a:ext cx="228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B79F066-283E-054D-0960-B0FB2C9D1156}"/>
                  </a:ext>
                </a:extLst>
              </p14:cNvPr>
              <p14:cNvContentPartPr/>
              <p14:nvPr/>
            </p14:nvContentPartPr>
            <p14:xfrm>
              <a:off x="10439460" y="3402180"/>
              <a:ext cx="8280" cy="802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B79F066-283E-054D-0960-B0FB2C9D115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385460" y="3294180"/>
                <a:ext cx="1159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75EDF66-7C45-3B3C-08D2-B697E8DDF441}"/>
                  </a:ext>
                </a:extLst>
              </p14:cNvPr>
              <p14:cNvContentPartPr/>
              <p14:nvPr/>
            </p14:nvContentPartPr>
            <p14:xfrm>
              <a:off x="5821740" y="4031100"/>
              <a:ext cx="244080" cy="3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75EDF66-7C45-3B3C-08D2-B697E8DDF44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767740" y="3923100"/>
                <a:ext cx="351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3DAD7A7-A52E-3BCE-6952-DD563B76176E}"/>
                  </a:ext>
                </a:extLst>
              </p14:cNvPr>
              <p14:cNvContentPartPr/>
              <p14:nvPr/>
            </p14:nvContentPartPr>
            <p14:xfrm>
              <a:off x="5814180" y="3893580"/>
              <a:ext cx="307440" cy="90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3DAD7A7-A52E-3BCE-6952-DD563B76176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760180" y="3785580"/>
                <a:ext cx="41508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DA17A19-E107-157E-647C-5298DC00B1B7}"/>
                  </a:ext>
                </a:extLst>
              </p14:cNvPr>
              <p14:cNvContentPartPr/>
              <p14:nvPr/>
            </p14:nvContentPartPr>
            <p14:xfrm>
              <a:off x="6682860" y="3893220"/>
              <a:ext cx="264960" cy="385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DA17A19-E107-157E-647C-5298DC00B1B7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628860" y="3785220"/>
                <a:ext cx="37260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9475539-4B66-9E46-6E07-6C26D4421B41}"/>
                  </a:ext>
                </a:extLst>
              </p14:cNvPr>
              <p14:cNvContentPartPr/>
              <p14:nvPr/>
            </p14:nvContentPartPr>
            <p14:xfrm>
              <a:off x="6697980" y="4015620"/>
              <a:ext cx="257040" cy="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9475539-4B66-9E46-6E07-6C26D4421B4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643980" y="3907620"/>
                <a:ext cx="364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8DB581E-6DF0-EAD3-3ECC-DEADBEB95458}"/>
                  </a:ext>
                </a:extLst>
              </p14:cNvPr>
              <p14:cNvContentPartPr/>
              <p14:nvPr/>
            </p14:nvContentPartPr>
            <p14:xfrm>
              <a:off x="6976620" y="3886020"/>
              <a:ext cx="10800" cy="81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8DB581E-6DF0-EAD3-3ECC-DEADBEB95458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922620" y="3778020"/>
                <a:ext cx="1184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49C675A-D10A-2D83-CF95-8F10672EA253}"/>
                  </a:ext>
                </a:extLst>
              </p14:cNvPr>
              <p14:cNvContentPartPr/>
              <p14:nvPr/>
            </p14:nvContentPartPr>
            <p14:xfrm>
              <a:off x="7566660" y="3917700"/>
              <a:ext cx="254520" cy="154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49C675A-D10A-2D83-CF95-8F10672EA25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512660" y="3809700"/>
                <a:ext cx="3621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AE2E1AC-F7EC-CC6B-0413-F2D6CAE3BC46}"/>
                  </a:ext>
                </a:extLst>
              </p14:cNvPr>
              <p14:cNvContentPartPr/>
              <p14:nvPr/>
            </p14:nvContentPartPr>
            <p14:xfrm>
              <a:off x="7581780" y="3992940"/>
              <a:ext cx="277560" cy="30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AE2E1AC-F7EC-CC6B-0413-F2D6CAE3BC4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527780" y="3884940"/>
                <a:ext cx="3852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A94AA21-EA10-E1FA-2E61-7259E948171C}"/>
                  </a:ext>
                </a:extLst>
              </p14:cNvPr>
              <p14:cNvContentPartPr/>
              <p14:nvPr/>
            </p14:nvContentPartPr>
            <p14:xfrm>
              <a:off x="7604820" y="3863340"/>
              <a:ext cx="228960" cy="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A94AA21-EA10-E1FA-2E61-7259E948171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550820" y="3755340"/>
                <a:ext cx="336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022872B-BFB2-5E42-7EDF-9504409CC40C}"/>
                  </a:ext>
                </a:extLst>
              </p14:cNvPr>
              <p14:cNvContentPartPr/>
              <p14:nvPr/>
            </p14:nvContentPartPr>
            <p14:xfrm>
              <a:off x="7894260" y="3863340"/>
              <a:ext cx="360" cy="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022872B-BFB2-5E42-7EDF-9504409CC40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840260" y="37553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E90E829-2D1B-E983-576C-3C9739900979}"/>
                  </a:ext>
                </a:extLst>
              </p14:cNvPr>
              <p14:cNvContentPartPr/>
              <p14:nvPr/>
            </p14:nvContentPartPr>
            <p14:xfrm>
              <a:off x="8480700" y="3866940"/>
              <a:ext cx="269640" cy="1976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E90E829-2D1B-E983-576C-3C973990097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426700" y="3758940"/>
                <a:ext cx="3772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E088846-E81D-AD02-2D3A-5E715167FFF9}"/>
                  </a:ext>
                </a:extLst>
              </p14:cNvPr>
              <p14:cNvContentPartPr/>
              <p14:nvPr/>
            </p14:nvContentPartPr>
            <p14:xfrm>
              <a:off x="10256580" y="3802140"/>
              <a:ext cx="199800" cy="2822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E088846-E81D-AD02-2D3A-5E715167FFF9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202580" y="3694140"/>
                <a:ext cx="30744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C35C956-4F36-5325-868F-B29D2505AF72}"/>
                  </a:ext>
                </a:extLst>
              </p14:cNvPr>
              <p14:cNvContentPartPr/>
              <p14:nvPr/>
            </p14:nvContentPartPr>
            <p14:xfrm>
              <a:off x="10348020" y="3977460"/>
              <a:ext cx="12600" cy="82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C35C956-4F36-5325-868F-B29D2505AF7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294020" y="3869460"/>
                <a:ext cx="1202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6212100-37D2-1F5D-BFE0-F6C8B1E616AD}"/>
                  </a:ext>
                </a:extLst>
              </p14:cNvPr>
              <p14:cNvContentPartPr/>
              <p14:nvPr/>
            </p14:nvContentPartPr>
            <p14:xfrm>
              <a:off x="9396180" y="3337380"/>
              <a:ext cx="254160" cy="2667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6212100-37D2-1F5D-BFE0-F6C8B1E616A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342256" y="3229380"/>
                <a:ext cx="361648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F2FC6D6-F9D7-591F-A702-A0913C2EDC06}"/>
                  </a:ext>
                </a:extLst>
              </p14:cNvPr>
              <p14:cNvContentPartPr/>
              <p14:nvPr/>
            </p14:nvContentPartPr>
            <p14:xfrm>
              <a:off x="9459540" y="3466980"/>
              <a:ext cx="95760" cy="853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F2FC6D6-F9D7-591F-A702-A0913C2EDC0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405540" y="3358980"/>
                <a:ext cx="2034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89DA8B4-8F10-30D2-998C-B0D97566C24C}"/>
                  </a:ext>
                </a:extLst>
              </p14:cNvPr>
              <p14:cNvContentPartPr/>
              <p14:nvPr/>
            </p14:nvContentPartPr>
            <p14:xfrm>
              <a:off x="9394740" y="3851460"/>
              <a:ext cx="214920" cy="2329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89DA8B4-8F10-30D2-998C-B0D97566C24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340740" y="3743460"/>
                <a:ext cx="32256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935E667-385C-87A5-43C2-C96254082B53}"/>
                  </a:ext>
                </a:extLst>
              </p14:cNvPr>
              <p14:cNvContentPartPr/>
              <p14:nvPr/>
            </p14:nvContentPartPr>
            <p14:xfrm>
              <a:off x="944820" y="3787020"/>
              <a:ext cx="194040" cy="82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935E667-385C-87A5-43C2-C96254082B5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90820" y="3679020"/>
                <a:ext cx="3016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68E433E-B4A9-AC03-AC52-C641171B8BC8}"/>
                  </a:ext>
                </a:extLst>
              </p14:cNvPr>
              <p14:cNvContentPartPr/>
              <p14:nvPr/>
            </p14:nvContentPartPr>
            <p14:xfrm>
              <a:off x="914220" y="3718620"/>
              <a:ext cx="210960" cy="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68E433E-B4A9-AC03-AC52-C641171B8BC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60312" y="3610620"/>
                <a:ext cx="318417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6FBD437-747C-02EE-0D25-7AB74B014458}"/>
                  </a:ext>
                </a:extLst>
              </p14:cNvPr>
              <p14:cNvContentPartPr/>
              <p14:nvPr/>
            </p14:nvContentPartPr>
            <p14:xfrm>
              <a:off x="1607940" y="3725820"/>
              <a:ext cx="246240" cy="1310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6FBD437-747C-02EE-0D25-7AB74B014458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553940" y="3617820"/>
                <a:ext cx="35388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D559BCE-972A-925C-8DD6-3BD9D9E3AAD8}"/>
                  </a:ext>
                </a:extLst>
              </p14:cNvPr>
              <p14:cNvContentPartPr/>
              <p14:nvPr/>
            </p14:nvContentPartPr>
            <p14:xfrm>
              <a:off x="2377260" y="3787020"/>
              <a:ext cx="168120" cy="241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D559BCE-972A-925C-8DD6-3BD9D9E3AAD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2323260" y="3679020"/>
                <a:ext cx="2757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A6600B1-7138-EBC1-4F7F-A9C8C1A6C801}"/>
                  </a:ext>
                </a:extLst>
              </p14:cNvPr>
              <p14:cNvContentPartPr/>
              <p14:nvPr/>
            </p14:nvContentPartPr>
            <p14:xfrm>
              <a:off x="2377260" y="3702780"/>
              <a:ext cx="228600" cy="918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A6600B1-7138-EBC1-4F7F-A9C8C1A6C801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323260" y="3594780"/>
                <a:ext cx="3362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C048966-BADB-A9A0-8A3C-ECB4EDDC96F3}"/>
                  </a:ext>
                </a:extLst>
              </p14:cNvPr>
              <p14:cNvContentPartPr/>
              <p14:nvPr/>
            </p14:nvContentPartPr>
            <p14:xfrm>
              <a:off x="2383380" y="4134420"/>
              <a:ext cx="222120" cy="1551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C048966-BADB-A9A0-8A3C-ECB4EDDC96F3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2329380" y="4026420"/>
                <a:ext cx="32976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C694DD0-0F81-A55E-CD25-20C76CBB9B8D}"/>
                  </a:ext>
                </a:extLst>
              </p14:cNvPr>
              <p14:cNvContentPartPr/>
              <p14:nvPr/>
            </p14:nvContentPartPr>
            <p14:xfrm>
              <a:off x="3822288" y="4175448"/>
              <a:ext cx="200520" cy="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C694DD0-0F81-A55E-CD25-20C76CBB9B8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768288" y="4067448"/>
                <a:ext cx="308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65A82BA-9B99-0D12-A31A-78EE59021B33}"/>
                  </a:ext>
                </a:extLst>
              </p14:cNvPr>
              <p14:cNvContentPartPr/>
              <p14:nvPr/>
            </p14:nvContentPartPr>
            <p14:xfrm>
              <a:off x="3822288" y="4273008"/>
              <a:ext cx="177120" cy="79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65A82BA-9B99-0D12-A31A-78EE59021B3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768288" y="4165008"/>
                <a:ext cx="28476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89E7622-590E-1899-24AC-3E44A683FFEF}"/>
                  </a:ext>
                </a:extLst>
              </p14:cNvPr>
              <p14:cNvContentPartPr/>
              <p14:nvPr/>
            </p14:nvContentPartPr>
            <p14:xfrm>
              <a:off x="3852528" y="3730488"/>
              <a:ext cx="158760" cy="68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89E7622-590E-1899-24AC-3E44A683FFE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798528" y="3616488"/>
                <a:ext cx="266400" cy="2344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09D060A8-4EF7-BEE4-B2EE-AA2C0F6539A2}"/>
                  </a:ext>
                </a:extLst>
              </p14:cNvPr>
              <p14:cNvContentPartPr/>
              <p14:nvPr/>
            </p14:nvContentPartPr>
            <p14:xfrm>
              <a:off x="3840288" y="3815808"/>
              <a:ext cx="133200" cy="3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09D060A8-4EF7-BEE4-B2EE-AA2C0F6539A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786142" y="3707808"/>
                <a:ext cx="241132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E84335D9-28CD-4917-2556-D13EFEEAD188}"/>
                  </a:ext>
                </a:extLst>
              </p14:cNvPr>
              <p14:cNvContentPartPr/>
              <p14:nvPr/>
            </p14:nvContentPartPr>
            <p14:xfrm>
              <a:off x="3864768" y="3693408"/>
              <a:ext cx="140760" cy="1029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E84335D9-28CD-4917-2556-D13EFEEAD18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810768" y="3585408"/>
                <a:ext cx="24840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5849C06-F121-3FDC-B94E-675E5AB8848C}"/>
                  </a:ext>
                </a:extLst>
              </p14:cNvPr>
              <p14:cNvContentPartPr/>
              <p14:nvPr/>
            </p14:nvContentPartPr>
            <p14:xfrm>
              <a:off x="920328" y="3175440"/>
              <a:ext cx="227520" cy="2055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5849C06-F121-3FDC-B94E-675E5AB8848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66413" y="3067440"/>
                <a:ext cx="33499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0369829-5EE3-8A0B-5D94-7A05C1A3C5E6}"/>
                  </a:ext>
                </a:extLst>
              </p14:cNvPr>
              <p14:cNvContentPartPr/>
              <p14:nvPr/>
            </p14:nvContentPartPr>
            <p14:xfrm>
              <a:off x="1621248" y="3279480"/>
              <a:ext cx="226800" cy="309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0369829-5EE3-8A0B-5D94-7A05C1A3C5E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567162" y="3171480"/>
                <a:ext cx="334611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B448C50-28F9-6D02-38EE-B61C5F437071}"/>
                  </a:ext>
                </a:extLst>
              </p14:cNvPr>
              <p14:cNvContentPartPr/>
              <p14:nvPr/>
            </p14:nvContentPartPr>
            <p14:xfrm>
              <a:off x="1615128" y="3183360"/>
              <a:ext cx="254520" cy="111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B448C50-28F9-6D02-38EE-B61C5F437071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561128" y="3075360"/>
                <a:ext cx="3621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88A51FC-9CA7-2301-8A84-6C065BD6AC23}"/>
                  </a:ext>
                </a:extLst>
              </p14:cNvPr>
              <p14:cNvContentPartPr/>
              <p14:nvPr/>
            </p14:nvContentPartPr>
            <p14:xfrm>
              <a:off x="2383368" y="3200280"/>
              <a:ext cx="218160" cy="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88A51FC-9CA7-2301-8A84-6C065BD6AC2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329457" y="3092280"/>
                <a:ext cx="325623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6807C9D-6729-A6D8-E9CA-C3ED8DDC6FF8}"/>
                  </a:ext>
                </a:extLst>
              </p14:cNvPr>
              <p14:cNvContentPartPr/>
              <p14:nvPr/>
            </p14:nvContentPartPr>
            <p14:xfrm>
              <a:off x="2383368" y="3291720"/>
              <a:ext cx="219960" cy="3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6807C9D-6729-A6D8-E9CA-C3ED8DDC6FF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329368" y="3183720"/>
                <a:ext cx="327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C4CF10C-CB5F-65AB-9DC1-2D955FB35030}"/>
                  </a:ext>
                </a:extLst>
              </p14:cNvPr>
              <p14:cNvContentPartPr/>
              <p14:nvPr/>
            </p14:nvContentPartPr>
            <p14:xfrm>
              <a:off x="3133248" y="3196680"/>
              <a:ext cx="191880" cy="39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C4CF10C-CB5F-65AB-9DC1-2D955FB3503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079146" y="3088680"/>
                <a:ext cx="299722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75C4476-C01C-0D09-133C-90E5D3FF8111}"/>
                  </a:ext>
                </a:extLst>
              </p14:cNvPr>
              <p14:cNvContentPartPr/>
              <p14:nvPr/>
            </p14:nvContentPartPr>
            <p14:xfrm>
              <a:off x="3114888" y="3220080"/>
              <a:ext cx="219960" cy="907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75C4476-C01C-0D09-133C-90E5D3FF811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060976" y="3112080"/>
                <a:ext cx="327424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12B87D6-291D-3F79-5A3E-80B32B356819}"/>
                  </a:ext>
                </a:extLst>
              </p14:cNvPr>
              <p14:cNvContentPartPr/>
              <p14:nvPr/>
            </p14:nvContentPartPr>
            <p14:xfrm>
              <a:off x="3838488" y="3198480"/>
              <a:ext cx="150840" cy="1260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12B87D6-291D-3F79-5A3E-80B32B35681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784488" y="3090480"/>
                <a:ext cx="2584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C785DB9-F582-40A0-50EF-29D7E052C361}"/>
                  </a:ext>
                </a:extLst>
              </p14:cNvPr>
              <p14:cNvContentPartPr/>
              <p14:nvPr/>
            </p14:nvContentPartPr>
            <p14:xfrm>
              <a:off x="913848" y="2231160"/>
              <a:ext cx="267840" cy="1105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C785DB9-F582-40A0-50EF-29D7E052C36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59848" y="2123511"/>
                <a:ext cx="375480" cy="3254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880914D-B836-86C2-2859-06FE00BDB753}"/>
                  </a:ext>
                </a:extLst>
              </p14:cNvPr>
              <p14:cNvContentPartPr/>
              <p14:nvPr/>
            </p14:nvContentPartPr>
            <p14:xfrm>
              <a:off x="932568" y="2698440"/>
              <a:ext cx="231840" cy="975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880914D-B836-86C2-2859-06FE00BDB75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78484" y="2590040"/>
                <a:ext cx="339647" cy="3139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D33E567-88B1-1AD7-81E7-439F239612BF}"/>
                  </a:ext>
                </a:extLst>
              </p14:cNvPr>
              <p14:cNvContentPartPr/>
              <p14:nvPr/>
            </p14:nvContentPartPr>
            <p14:xfrm>
              <a:off x="1621968" y="2222160"/>
              <a:ext cx="253080" cy="1321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D33E567-88B1-1AD7-81E7-439F239612B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568045" y="2114160"/>
                <a:ext cx="360567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97AF7B3-9B2E-3D18-727E-9BF3FC591393}"/>
                  </a:ext>
                </a:extLst>
              </p14:cNvPr>
              <p14:cNvContentPartPr/>
              <p14:nvPr/>
            </p14:nvContentPartPr>
            <p14:xfrm>
              <a:off x="1657248" y="2671080"/>
              <a:ext cx="197640" cy="1821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97AF7B3-9B2E-3D18-727E-9BF3FC591393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603248" y="2563293"/>
                <a:ext cx="305280" cy="3973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9DD5C01-719B-88F9-224F-24D10AB3D039}"/>
                  </a:ext>
                </a:extLst>
              </p14:cNvPr>
              <p14:cNvContentPartPr/>
              <p14:nvPr/>
            </p14:nvContentPartPr>
            <p14:xfrm>
              <a:off x="1724928" y="2834520"/>
              <a:ext cx="79200" cy="3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9DD5C01-719B-88F9-224F-24D10AB3D03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670928" y="2726520"/>
                <a:ext cx="186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0D700780-9558-8A24-44D6-19B4A847A32E}"/>
                  </a:ext>
                </a:extLst>
              </p14:cNvPr>
              <p14:cNvContentPartPr/>
              <p14:nvPr/>
            </p14:nvContentPartPr>
            <p14:xfrm>
              <a:off x="3139350" y="3817440"/>
              <a:ext cx="172080" cy="3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0D700780-9558-8A24-44D6-19B4A847A32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085350" y="3709440"/>
                <a:ext cx="279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DD01836-BABD-8267-AA83-4BCF45DF2D72}"/>
                  </a:ext>
                </a:extLst>
              </p14:cNvPr>
              <p14:cNvContentPartPr/>
              <p14:nvPr/>
            </p14:nvContentPartPr>
            <p14:xfrm>
              <a:off x="3120270" y="3710880"/>
              <a:ext cx="215640" cy="972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DD01836-BABD-8267-AA83-4BCF45DF2D7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066270" y="3603279"/>
                <a:ext cx="323280" cy="312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C048EB5-2320-D948-3778-B2E961EF79EF}"/>
                  </a:ext>
                </a:extLst>
              </p14:cNvPr>
              <p14:cNvContentPartPr/>
              <p14:nvPr/>
            </p14:nvContentPartPr>
            <p14:xfrm>
              <a:off x="3135390" y="4149720"/>
              <a:ext cx="181440" cy="2016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C048EB5-2320-D948-3778-B2E961EF79E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081390" y="4041720"/>
                <a:ext cx="28908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88BD4C80-9B0E-416B-A608-ACD36A699BFD}"/>
                  </a:ext>
                </a:extLst>
              </p14:cNvPr>
              <p14:cNvContentPartPr/>
              <p14:nvPr/>
            </p14:nvContentPartPr>
            <p14:xfrm>
              <a:off x="3802320" y="2706480"/>
              <a:ext cx="176400" cy="1324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88BD4C80-9B0E-416B-A608-ACD36A699BF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748320" y="2598480"/>
                <a:ext cx="28404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147DE5C6-1BC5-562A-1F88-ABDFD3712530}"/>
                  </a:ext>
                </a:extLst>
              </p14:cNvPr>
              <p14:cNvContentPartPr/>
              <p14:nvPr/>
            </p14:nvContentPartPr>
            <p14:xfrm>
              <a:off x="3858840" y="2196360"/>
              <a:ext cx="138960" cy="2080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47DE5C6-1BC5-562A-1F88-ABDFD371253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804840" y="2088360"/>
                <a:ext cx="2466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53CA7D0C-5C9C-B05A-E4FF-057D50BF143C}"/>
                  </a:ext>
                </a:extLst>
              </p14:cNvPr>
              <p14:cNvContentPartPr/>
              <p14:nvPr/>
            </p14:nvContentPartPr>
            <p14:xfrm>
              <a:off x="2372760" y="2173680"/>
              <a:ext cx="218880" cy="2113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53CA7D0C-5C9C-B05A-E4FF-057D50BF143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318760" y="2065680"/>
                <a:ext cx="32652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FD475E8B-6AF4-C78F-0E0E-D61433B72DC6}"/>
                  </a:ext>
                </a:extLst>
              </p14:cNvPr>
              <p14:cNvContentPartPr/>
              <p14:nvPr/>
            </p14:nvContentPartPr>
            <p14:xfrm>
              <a:off x="2415600" y="2377440"/>
              <a:ext cx="137160" cy="3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FD475E8B-6AF4-C78F-0E0E-D61433B72DC6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361600" y="2269440"/>
                <a:ext cx="244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2BFAC195-55FB-73F4-2294-66D6F0369E39}"/>
                  </a:ext>
                </a:extLst>
              </p14:cNvPr>
              <p14:cNvContentPartPr/>
              <p14:nvPr/>
            </p14:nvContentPartPr>
            <p14:xfrm>
              <a:off x="3126240" y="2178720"/>
              <a:ext cx="188640" cy="1760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2BFAC195-55FB-73F4-2294-66D6F0369E39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072240" y="2070499"/>
                <a:ext cx="296280" cy="392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DC4494E3-3A2C-5736-C092-4459A2AA4BA8}"/>
                  </a:ext>
                </a:extLst>
              </p14:cNvPr>
              <p14:cNvContentPartPr/>
              <p14:nvPr/>
            </p14:nvContentPartPr>
            <p14:xfrm>
              <a:off x="3129840" y="2698920"/>
              <a:ext cx="185040" cy="1778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DC4494E3-3A2C-5736-C092-4459A2AA4BA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075840" y="2590920"/>
                <a:ext cx="29268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A183A37-0C24-AAB6-63BD-22DD68D7BBAC}"/>
                  </a:ext>
                </a:extLst>
              </p14:cNvPr>
              <p14:cNvContentPartPr/>
              <p14:nvPr/>
            </p14:nvContentPartPr>
            <p14:xfrm>
              <a:off x="2392560" y="2717280"/>
              <a:ext cx="196920" cy="1670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A183A37-0C24-AAB6-63BD-22DD68D7BBA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338461" y="2609512"/>
                <a:ext cx="304757" cy="382216"/>
              </a:xfrm>
              <a:prstGeom prst="rect">
                <a:avLst/>
              </a:prstGeom>
            </p:spPr>
          </p:pic>
        </mc:Fallback>
      </mc:AlternateContent>
      <p:pic>
        <p:nvPicPr>
          <p:cNvPr id="133" name="Picture 132">
            <a:extLst>
              <a:ext uri="{FF2B5EF4-FFF2-40B4-BE49-F238E27FC236}">
                <a16:creationId xmlns:a16="http://schemas.microsoft.com/office/drawing/2014/main" id="{500E86AA-7D8B-444B-FFE3-D75A2B835EAA}"/>
              </a:ext>
            </a:extLst>
          </p:cNvPr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7972682" y="631713"/>
            <a:ext cx="211194" cy="250569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CF9FF913-D00B-65D2-0FBD-BCEFF5CFB50F}"/>
              </a:ext>
            </a:extLst>
          </p:cNvPr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8146391" y="1600963"/>
            <a:ext cx="221319" cy="185908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8B5565E8-CE5A-0D31-4167-82BF352637FE}"/>
              </a:ext>
            </a:extLst>
          </p:cNvPr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10405572" y="1615463"/>
            <a:ext cx="186400" cy="194166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5DE37407-1263-75D5-F599-308F822D15E8}"/>
              </a:ext>
            </a:extLst>
          </p:cNvPr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8357860" y="687010"/>
            <a:ext cx="166299" cy="166299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49C78D7D-B7FF-BAE0-2DB2-8C08FEF828E8}"/>
              </a:ext>
            </a:extLst>
          </p:cNvPr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10241100" y="716962"/>
            <a:ext cx="176194" cy="151022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351D05BF-34FC-F113-EFE0-C099883CD6A3}"/>
              </a:ext>
            </a:extLst>
          </p:cNvPr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10562372" y="707114"/>
            <a:ext cx="198253" cy="170718"/>
          </a:xfrm>
          <a:prstGeom prst="rect">
            <a:avLst/>
          </a:prstGeom>
        </p:spPr>
      </p:pic>
      <p:sp>
        <p:nvSpPr>
          <p:cNvPr id="141" name="Flowchart: Connector 140">
            <a:extLst>
              <a:ext uri="{FF2B5EF4-FFF2-40B4-BE49-F238E27FC236}">
                <a16:creationId xmlns:a16="http://schemas.microsoft.com/office/drawing/2014/main" id="{B4029F79-BC1A-9A76-4BAC-906E5F1F3DD2}"/>
              </a:ext>
            </a:extLst>
          </p:cNvPr>
          <p:cNvSpPr/>
          <p:nvPr/>
        </p:nvSpPr>
        <p:spPr>
          <a:xfrm>
            <a:off x="11274723" y="1932445"/>
            <a:ext cx="401887" cy="409235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F9BAB2BE-2B78-401A-D966-498F7E311290}"/>
              </a:ext>
            </a:extLst>
          </p:cNvPr>
          <p:cNvSpPr/>
          <p:nvPr/>
        </p:nvSpPr>
        <p:spPr>
          <a:xfrm>
            <a:off x="11274723" y="1044134"/>
            <a:ext cx="401887" cy="409235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116FB90-02F5-CFC8-40C7-FB21EC9C8B5B}"/>
              </a:ext>
            </a:extLst>
          </p:cNvPr>
          <p:cNvSpPr txBox="1"/>
          <p:nvPr/>
        </p:nvSpPr>
        <p:spPr>
          <a:xfrm>
            <a:off x="11238599" y="1059292"/>
            <a:ext cx="474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sz="1600" baseline="30000" dirty="0"/>
              <a:t>(2)</a:t>
            </a:r>
            <a:endParaRPr lang="en-US" baseline="300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0CCA3B7-4311-34D2-C875-E43BE5EDABCB}"/>
              </a:ext>
            </a:extLst>
          </p:cNvPr>
          <p:cNvSpPr txBox="1"/>
          <p:nvPr/>
        </p:nvSpPr>
        <p:spPr>
          <a:xfrm>
            <a:off x="11238598" y="1952396"/>
            <a:ext cx="474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sz="1600" baseline="30000" dirty="0"/>
              <a:t>(1)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703561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41F0-49F8-EA9A-2829-4C8E7995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245" y="-107525"/>
            <a:ext cx="6278491" cy="1201713"/>
          </a:xfrm>
        </p:spPr>
        <p:txBody>
          <a:bodyPr>
            <a:normAutofit fontScale="90000"/>
          </a:bodyPr>
          <a:lstStyle/>
          <a:p>
            <a:r>
              <a:rPr lang="en-US" dirty="0"/>
              <a:t>RNN – I know, a lot of math</a:t>
            </a:r>
            <a:br>
              <a:rPr lang="en-US" dirty="0"/>
            </a:br>
            <a:r>
              <a:rPr lang="en-US" dirty="0"/>
              <a:t> but is not so bad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729DB-2353-2E7E-08BB-B2941335A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913" y="23979"/>
            <a:ext cx="4639733" cy="2358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A9A37B-0DB7-2104-EE37-B6921EFC6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114" y="1624218"/>
            <a:ext cx="265652" cy="2031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632E01-23D3-6446-5F4A-DB1B0F556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4516" y="1611255"/>
            <a:ext cx="208572" cy="201502"/>
          </a:xfrm>
          <a:prstGeom prst="rect">
            <a:avLst/>
          </a:prstGeom>
        </p:spPr>
      </p:pic>
      <p:sp>
        <p:nvSpPr>
          <p:cNvPr id="6" name="Arrow: Up-Down 5">
            <a:extLst>
              <a:ext uri="{FF2B5EF4-FFF2-40B4-BE49-F238E27FC236}">
                <a16:creationId xmlns:a16="http://schemas.microsoft.com/office/drawing/2014/main" id="{A42B01A4-6D18-BEB6-EC5C-A90555506700}"/>
              </a:ext>
            </a:extLst>
          </p:cNvPr>
          <p:cNvSpPr/>
          <p:nvPr/>
        </p:nvSpPr>
        <p:spPr>
          <a:xfrm>
            <a:off x="2474459" y="4562922"/>
            <a:ext cx="431800" cy="74506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Up-Down 8">
            <a:extLst>
              <a:ext uri="{FF2B5EF4-FFF2-40B4-BE49-F238E27FC236}">
                <a16:creationId xmlns:a16="http://schemas.microsoft.com/office/drawing/2014/main" id="{A4B41C58-C29F-8701-3AAD-98B56B676FA6}"/>
              </a:ext>
            </a:extLst>
          </p:cNvPr>
          <p:cNvSpPr/>
          <p:nvPr/>
        </p:nvSpPr>
        <p:spPr>
          <a:xfrm>
            <a:off x="8923170" y="4562922"/>
            <a:ext cx="431800" cy="74506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DF9B62-28B7-7DF2-BED7-B58EA5600AE0}"/>
              </a:ext>
            </a:extLst>
          </p:cNvPr>
          <p:cNvSpPr txBox="1"/>
          <p:nvPr/>
        </p:nvSpPr>
        <p:spPr>
          <a:xfrm>
            <a:off x="3587900" y="6400588"/>
            <a:ext cx="5113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We want to find these !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500E86AA-7D8B-444B-FFE3-D75A2B835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82" y="631713"/>
            <a:ext cx="211194" cy="250569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CF9FF913-D00B-65D2-0FBD-BCEFF5CFB5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6391" y="1600963"/>
            <a:ext cx="221319" cy="185908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8B5565E8-CE5A-0D31-4167-82BF352637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5572" y="1615463"/>
            <a:ext cx="186400" cy="194166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5DE37407-1263-75D5-F599-308F822D15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860" y="687010"/>
            <a:ext cx="166299" cy="166299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49C78D7D-B7FF-BAE0-2DB2-8C08FEF828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100" y="716962"/>
            <a:ext cx="176194" cy="151022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351D05BF-34FC-F113-EFE0-C099883CD6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2372" y="707114"/>
            <a:ext cx="198253" cy="170718"/>
          </a:xfrm>
          <a:prstGeom prst="rect">
            <a:avLst/>
          </a:prstGeom>
        </p:spPr>
      </p:pic>
      <p:sp>
        <p:nvSpPr>
          <p:cNvPr id="141" name="Flowchart: Connector 140">
            <a:extLst>
              <a:ext uri="{FF2B5EF4-FFF2-40B4-BE49-F238E27FC236}">
                <a16:creationId xmlns:a16="http://schemas.microsoft.com/office/drawing/2014/main" id="{B4029F79-BC1A-9A76-4BAC-906E5F1F3DD2}"/>
              </a:ext>
            </a:extLst>
          </p:cNvPr>
          <p:cNvSpPr/>
          <p:nvPr/>
        </p:nvSpPr>
        <p:spPr>
          <a:xfrm>
            <a:off x="11274723" y="1932445"/>
            <a:ext cx="401887" cy="409235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F9BAB2BE-2B78-401A-D966-498F7E311290}"/>
              </a:ext>
            </a:extLst>
          </p:cNvPr>
          <p:cNvSpPr/>
          <p:nvPr/>
        </p:nvSpPr>
        <p:spPr>
          <a:xfrm>
            <a:off x="11274723" y="1044134"/>
            <a:ext cx="401887" cy="409235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116FB90-02F5-CFC8-40C7-FB21EC9C8B5B}"/>
              </a:ext>
            </a:extLst>
          </p:cNvPr>
          <p:cNvSpPr txBox="1"/>
          <p:nvPr/>
        </p:nvSpPr>
        <p:spPr>
          <a:xfrm>
            <a:off x="11238599" y="1059292"/>
            <a:ext cx="474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sz="1600" baseline="30000" dirty="0"/>
              <a:t>(2)</a:t>
            </a:r>
            <a:endParaRPr lang="en-US" baseline="300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0CCA3B7-4311-34D2-C875-E43BE5EDABCB}"/>
              </a:ext>
            </a:extLst>
          </p:cNvPr>
          <p:cNvSpPr txBox="1"/>
          <p:nvPr/>
        </p:nvSpPr>
        <p:spPr>
          <a:xfrm>
            <a:off x="11238598" y="1952396"/>
            <a:ext cx="474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sz="1600" baseline="30000" dirty="0"/>
              <a:t>(1)</a:t>
            </a:r>
            <a:endParaRPr lang="en-US" baseline="30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205FC6-C746-673B-F6DA-AE9E88368D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6" y="1064542"/>
            <a:ext cx="5634102" cy="349516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3CAA07-543A-49CC-8369-041DC8D732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2" y="5307989"/>
            <a:ext cx="5196910" cy="85699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CC22779-AF0C-232E-F885-29CB88B21BE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4833" y="2905857"/>
            <a:ext cx="5988475" cy="15663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64A4085-FFFA-2D56-1C5E-B43AEB070DC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8925" y="5368512"/>
            <a:ext cx="3253047" cy="6686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99CECC4-1A6B-8C68-A653-986A33E5528E}"/>
                  </a:ext>
                </a:extLst>
              </p14:cNvPr>
              <p14:cNvContentPartPr/>
              <p14:nvPr/>
            </p14:nvContentPartPr>
            <p14:xfrm>
              <a:off x="1901187" y="5486147"/>
              <a:ext cx="675000" cy="646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99CECC4-1A6B-8C68-A653-986A33E5528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83547" y="5468507"/>
                <a:ext cx="710640" cy="68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6A301FD-290E-C4B8-D8FC-6DDC926A44C5}"/>
                  </a:ext>
                </a:extLst>
              </p14:cNvPr>
              <p14:cNvContentPartPr/>
              <p14:nvPr/>
            </p14:nvContentPartPr>
            <p14:xfrm>
              <a:off x="3638907" y="5424947"/>
              <a:ext cx="662760" cy="764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6A301FD-290E-C4B8-D8FC-6DDC926A44C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21267" y="5407307"/>
                <a:ext cx="698400" cy="80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FFFF228-5490-3382-70C7-927C8BA79255}"/>
                  </a:ext>
                </a:extLst>
              </p14:cNvPr>
              <p14:cNvContentPartPr/>
              <p14:nvPr/>
            </p14:nvContentPartPr>
            <p14:xfrm>
              <a:off x="4501827" y="5444027"/>
              <a:ext cx="553320" cy="647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FFFF228-5490-3382-70C7-927C8BA7925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484187" y="5426027"/>
                <a:ext cx="588960" cy="68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E0095ED-5421-EB3C-224A-E5664B09A9D1}"/>
                  </a:ext>
                </a:extLst>
              </p14:cNvPr>
              <p14:cNvContentPartPr/>
              <p14:nvPr/>
            </p14:nvContentPartPr>
            <p14:xfrm>
              <a:off x="8965107" y="5450147"/>
              <a:ext cx="755640" cy="6462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E0095ED-5421-EB3C-224A-E5664B09A9D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47467" y="5432507"/>
                <a:ext cx="791280" cy="68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5B4C42B-CDFC-A8AE-86FA-A95B4E196597}"/>
                  </a:ext>
                </a:extLst>
              </p14:cNvPr>
              <p14:cNvContentPartPr/>
              <p14:nvPr/>
            </p14:nvContentPartPr>
            <p14:xfrm>
              <a:off x="10082907" y="5458787"/>
              <a:ext cx="646920" cy="5799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5B4C42B-CDFC-A8AE-86FA-A95B4E19659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064907" y="5441147"/>
                <a:ext cx="682560" cy="61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4BD14590-46AD-A872-7BDE-FA24C7BF0261}"/>
              </a:ext>
            </a:extLst>
          </p:cNvPr>
          <p:cNvGrpSpPr/>
          <p:nvPr/>
        </p:nvGrpSpPr>
        <p:grpSpPr>
          <a:xfrm>
            <a:off x="2455227" y="6112907"/>
            <a:ext cx="1688400" cy="558720"/>
            <a:chOff x="2455227" y="6112907"/>
            <a:chExt cx="1688400" cy="55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D4CE43F-4C66-DA2B-4E38-5071253BB635}"/>
                    </a:ext>
                  </a:extLst>
                </p14:cNvPr>
                <p14:cNvContentPartPr/>
                <p14:nvPr/>
              </p14:nvContentPartPr>
              <p14:xfrm>
                <a:off x="2455227" y="6112907"/>
                <a:ext cx="1082520" cy="509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D4CE43F-4C66-DA2B-4E38-5071253BB63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37227" y="6094907"/>
                  <a:ext cx="111816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9BAF8D3-E02A-A1EC-B13A-A324D7A0390B}"/>
                    </a:ext>
                  </a:extLst>
                </p14:cNvPr>
                <p14:cNvContentPartPr/>
                <p14:nvPr/>
              </p14:nvContentPartPr>
              <p14:xfrm>
                <a:off x="3474387" y="6527627"/>
                <a:ext cx="114480" cy="144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9BAF8D3-E02A-A1EC-B13A-A324D7A0390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56747" y="6509627"/>
                  <a:ext cx="150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00EBD95-B949-9E96-EE57-F103A313A4C2}"/>
                    </a:ext>
                  </a:extLst>
                </p14:cNvPr>
                <p14:cNvContentPartPr/>
                <p14:nvPr/>
              </p14:nvContentPartPr>
              <p14:xfrm>
                <a:off x="3903147" y="6222707"/>
                <a:ext cx="207720" cy="260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00EBD95-B949-9E96-EE57-F103A313A4C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885507" y="6205067"/>
                  <a:ext cx="243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52F06A6-CE23-8415-88DD-20847716A28C}"/>
                    </a:ext>
                  </a:extLst>
                </p14:cNvPr>
                <p14:cNvContentPartPr/>
                <p14:nvPr/>
              </p14:nvContentPartPr>
              <p14:xfrm>
                <a:off x="3970827" y="6331787"/>
                <a:ext cx="172800" cy="136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52F06A6-CE23-8415-88DD-20847716A28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52827" y="6314147"/>
                  <a:ext cx="20844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6BD366B-3A4E-7CDD-9D78-1A65BFF8661A}"/>
              </a:ext>
            </a:extLst>
          </p:cNvPr>
          <p:cNvGrpSpPr/>
          <p:nvPr/>
        </p:nvGrpSpPr>
        <p:grpSpPr>
          <a:xfrm>
            <a:off x="4622787" y="6146747"/>
            <a:ext cx="164160" cy="271800"/>
            <a:chOff x="4622787" y="6146747"/>
            <a:chExt cx="16416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847862B-5828-5439-18E4-28210D889043}"/>
                    </a:ext>
                  </a:extLst>
                </p14:cNvPr>
                <p14:cNvContentPartPr/>
                <p14:nvPr/>
              </p14:nvContentPartPr>
              <p14:xfrm>
                <a:off x="4647987" y="6146747"/>
                <a:ext cx="109440" cy="257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847862B-5828-5439-18E4-28210D88904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629987" y="6129107"/>
                  <a:ext cx="145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ADD25AC-193D-0188-A1C8-10639F95C63A}"/>
                    </a:ext>
                  </a:extLst>
                </p14:cNvPr>
                <p14:cNvContentPartPr/>
                <p14:nvPr/>
              </p14:nvContentPartPr>
              <p14:xfrm>
                <a:off x="4622787" y="6295427"/>
                <a:ext cx="164160" cy="123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ADD25AC-193D-0188-A1C8-10639F95C63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04787" y="6277427"/>
                  <a:ext cx="19980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70A1D2A-B0EB-AE13-F63B-2C1535F7F3F9}"/>
              </a:ext>
            </a:extLst>
          </p:cNvPr>
          <p:cNvGrpSpPr/>
          <p:nvPr/>
        </p:nvGrpSpPr>
        <p:grpSpPr>
          <a:xfrm>
            <a:off x="7454547" y="6087707"/>
            <a:ext cx="2824200" cy="745200"/>
            <a:chOff x="7454547" y="6087707"/>
            <a:chExt cx="2824200" cy="74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EA175DF-07CA-931A-4349-91CB65AE0CBC}"/>
                    </a:ext>
                  </a:extLst>
                </p14:cNvPr>
                <p14:cNvContentPartPr/>
                <p14:nvPr/>
              </p14:nvContentPartPr>
              <p14:xfrm>
                <a:off x="7454547" y="6104267"/>
                <a:ext cx="1537560" cy="425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EA175DF-07CA-931A-4349-91CB65AE0CB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36547" y="6086627"/>
                  <a:ext cx="15732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0D4E232-0370-635B-5088-37F8E047F57A}"/>
                    </a:ext>
                  </a:extLst>
                </p14:cNvPr>
                <p14:cNvContentPartPr/>
                <p14:nvPr/>
              </p14:nvContentPartPr>
              <p14:xfrm>
                <a:off x="7464627" y="6392267"/>
                <a:ext cx="280080" cy="179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0D4E232-0370-635B-5088-37F8E047F57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46627" y="6374627"/>
                  <a:ext cx="3157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AC809AD-249F-50C2-2DDE-4C8A4C31AD1A}"/>
                    </a:ext>
                  </a:extLst>
                </p14:cNvPr>
                <p14:cNvContentPartPr/>
                <p14:nvPr/>
              </p14:nvContentPartPr>
              <p14:xfrm>
                <a:off x="7572627" y="6087707"/>
                <a:ext cx="2706120" cy="651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AC809AD-249F-50C2-2DDE-4C8A4C31AD1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54627" y="6069707"/>
                  <a:ext cx="274176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5111BF0-92D9-7834-8840-23F925A740DF}"/>
                    </a:ext>
                  </a:extLst>
                </p14:cNvPr>
                <p14:cNvContentPartPr/>
                <p14:nvPr/>
              </p14:nvContentPartPr>
              <p14:xfrm>
                <a:off x="7504947" y="6654707"/>
                <a:ext cx="189000" cy="178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5111BF0-92D9-7834-8840-23F925A740D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486947" y="6637067"/>
                  <a:ext cx="22464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056A72E-B293-5520-6095-7D4232311476}"/>
              </a:ext>
            </a:extLst>
          </p:cNvPr>
          <p:cNvGrpSpPr/>
          <p:nvPr/>
        </p:nvGrpSpPr>
        <p:grpSpPr>
          <a:xfrm>
            <a:off x="7408107" y="922067"/>
            <a:ext cx="491400" cy="646200"/>
            <a:chOff x="7408107" y="922067"/>
            <a:chExt cx="491400" cy="6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83940F6-86F9-AF16-14D4-32BB8DB53574}"/>
                    </a:ext>
                  </a:extLst>
                </p14:cNvPr>
                <p14:cNvContentPartPr/>
                <p14:nvPr/>
              </p14:nvContentPartPr>
              <p14:xfrm>
                <a:off x="7408107" y="922067"/>
                <a:ext cx="491400" cy="646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83940F6-86F9-AF16-14D4-32BB8DB5357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390107" y="904067"/>
                  <a:ext cx="52704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9920E6C-9A4F-57E8-4031-04148F7F2620}"/>
                    </a:ext>
                  </a:extLst>
                </p14:cNvPr>
                <p14:cNvContentPartPr/>
                <p14:nvPr/>
              </p14:nvContentPartPr>
              <p14:xfrm>
                <a:off x="7746867" y="1418867"/>
                <a:ext cx="139320" cy="84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9920E6C-9A4F-57E8-4031-04148F7F262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728867" y="1401227"/>
                  <a:ext cx="174960" cy="120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7" name="Picture 146">
            <a:extLst>
              <a:ext uri="{FF2B5EF4-FFF2-40B4-BE49-F238E27FC236}">
                <a16:creationId xmlns:a16="http://schemas.microsoft.com/office/drawing/2014/main" id="{07AC3DA7-AC7E-B2FD-3D3B-B4646BB6A4E4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173654" y="660620"/>
            <a:ext cx="331293" cy="3071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294BF848-C743-4171-20FD-0FF7B9DB5463}"/>
                  </a:ext>
                </a:extLst>
              </p14:cNvPr>
              <p14:cNvContentPartPr/>
              <p14:nvPr/>
            </p14:nvContentPartPr>
            <p14:xfrm>
              <a:off x="7365990" y="916620"/>
              <a:ext cx="18000" cy="608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294BF848-C743-4171-20FD-0FF7B9DB546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359870" y="910500"/>
                <a:ext cx="3024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49D651F-7257-F41A-51AF-BBD36E3E52F3}"/>
              </a:ext>
            </a:extLst>
          </p:cNvPr>
          <p:cNvGrpSpPr/>
          <p:nvPr/>
        </p:nvGrpSpPr>
        <p:grpSpPr>
          <a:xfrm>
            <a:off x="7321215" y="864585"/>
            <a:ext cx="123120" cy="103383"/>
            <a:chOff x="7321215" y="864585"/>
            <a:chExt cx="123120" cy="10338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01E5EE0-0EFF-7144-CE4A-842A486F8354}"/>
                    </a:ext>
                  </a:extLst>
                </p14:cNvPr>
                <p14:cNvContentPartPr/>
                <p14:nvPr/>
              </p14:nvContentPartPr>
              <p14:xfrm>
                <a:off x="7322928" y="871488"/>
                <a:ext cx="47520" cy="96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01E5EE0-0EFF-7144-CE4A-842A486F835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04928" y="853848"/>
                  <a:ext cx="83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F765E78-0BE5-DBD6-9C67-FC5FC1AC673C}"/>
                    </a:ext>
                  </a:extLst>
                </p14:cNvPr>
                <p14:cNvContentPartPr/>
                <p14:nvPr/>
              </p14:nvContentPartPr>
              <p14:xfrm>
                <a:off x="7339488" y="883728"/>
                <a:ext cx="360" cy="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F765E78-0BE5-DBD6-9C67-FC5FC1AC673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21848" y="86608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F0D91CE-82DF-8291-1884-162C6EF645EA}"/>
                    </a:ext>
                  </a:extLst>
                </p14:cNvPr>
                <p14:cNvContentPartPr/>
                <p14:nvPr/>
              </p14:nvContentPartPr>
              <p14:xfrm>
                <a:off x="7327248" y="894888"/>
                <a:ext cx="100440" cy="14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F0D91CE-82DF-8291-1884-162C6EF645E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09248" y="877248"/>
                  <a:ext cx="136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099E617-11FE-18EB-F0A5-95B8DD3E7668}"/>
                    </a:ext>
                  </a:extLst>
                </p14:cNvPr>
                <p14:cNvContentPartPr/>
                <p14:nvPr/>
              </p14:nvContentPartPr>
              <p14:xfrm>
                <a:off x="7375848" y="865368"/>
                <a:ext cx="61200" cy="98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099E617-11FE-18EB-F0A5-95B8DD3E766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58208" y="847728"/>
                  <a:ext cx="96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1A392AC-8B89-B702-4A9A-1641C0646F24}"/>
                    </a:ext>
                  </a:extLst>
                </p14:cNvPr>
                <p14:cNvContentPartPr/>
                <p14:nvPr/>
              </p14:nvContentPartPr>
              <p14:xfrm>
                <a:off x="7321215" y="864585"/>
                <a:ext cx="123120" cy="720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1A392AC-8B89-B702-4A9A-1641C0646F2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03215" y="846945"/>
                  <a:ext cx="158760" cy="107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69" name="Picture 168">
            <a:extLst>
              <a:ext uri="{FF2B5EF4-FFF2-40B4-BE49-F238E27FC236}">
                <a16:creationId xmlns:a16="http://schemas.microsoft.com/office/drawing/2014/main" id="{23D6687F-895C-D964-1CE5-1D849B1C4DD7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315554" y="847534"/>
            <a:ext cx="96630" cy="89051"/>
          </a:xfrm>
          <a:prstGeom prst="rect">
            <a:avLst/>
          </a:prstGeom>
        </p:spPr>
      </p:pic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70D0A45-F3DC-05DC-18AD-D491BA9E4722}"/>
              </a:ext>
            </a:extLst>
          </p:cNvPr>
          <p:cNvGrpSpPr/>
          <p:nvPr/>
        </p:nvGrpSpPr>
        <p:grpSpPr>
          <a:xfrm>
            <a:off x="4541040" y="685200"/>
            <a:ext cx="2606400" cy="542880"/>
            <a:chOff x="4541040" y="685200"/>
            <a:chExt cx="2606400" cy="54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270B314-6C67-283C-6ABE-625C5A1B525A}"/>
                    </a:ext>
                  </a:extLst>
                </p14:cNvPr>
                <p14:cNvContentPartPr/>
                <p14:nvPr/>
              </p14:nvContentPartPr>
              <p14:xfrm>
                <a:off x="4557240" y="685200"/>
                <a:ext cx="2590200" cy="541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270B314-6C67-283C-6ABE-625C5A1B525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539600" y="667560"/>
                  <a:ext cx="262584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5FBEFA0-1611-51A1-C44C-643B358CDA89}"/>
                    </a:ext>
                  </a:extLst>
                </p14:cNvPr>
                <p14:cNvContentPartPr/>
                <p14:nvPr/>
              </p14:nvContentPartPr>
              <p14:xfrm>
                <a:off x="4541040" y="1097400"/>
                <a:ext cx="197640" cy="1306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5FBEFA0-1611-51A1-C44C-643B358CDA8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523040" y="1079400"/>
                  <a:ext cx="23328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6CF4953B-F63D-A2F9-EAB6-6E2D74250127}"/>
                  </a:ext>
                </a:extLst>
              </p14:cNvPr>
              <p14:cNvContentPartPr/>
              <p14:nvPr/>
            </p14:nvContentPartPr>
            <p14:xfrm>
              <a:off x="6851688" y="3078288"/>
              <a:ext cx="264600" cy="313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6CF4953B-F63D-A2F9-EAB6-6E2D7425012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797688" y="2970648"/>
                <a:ext cx="3722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1460A11F-1E09-928E-344D-70D6BBBB3DF4}"/>
                  </a:ext>
                </a:extLst>
              </p14:cNvPr>
              <p14:cNvContentPartPr/>
              <p14:nvPr/>
            </p14:nvContentPartPr>
            <p14:xfrm>
              <a:off x="6863928" y="3097008"/>
              <a:ext cx="257040" cy="1846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1460A11F-1E09-928E-344D-70D6BBBB3DF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809928" y="2989008"/>
                <a:ext cx="36468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EAAE6C30-BDC3-1DBD-9C7D-07B2315F772A}"/>
                  </a:ext>
                </a:extLst>
              </p14:cNvPr>
              <p14:cNvContentPartPr/>
              <p14:nvPr/>
            </p14:nvContentPartPr>
            <p14:xfrm>
              <a:off x="6875808" y="3639888"/>
              <a:ext cx="266400" cy="1404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EAAE6C30-BDC3-1DBD-9C7D-07B2315F772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821808" y="3531888"/>
                <a:ext cx="37404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B713495-93FD-E291-093E-15344A769EC3}"/>
                  </a:ext>
                </a:extLst>
              </p14:cNvPr>
              <p14:cNvContentPartPr/>
              <p14:nvPr/>
            </p14:nvContentPartPr>
            <p14:xfrm>
              <a:off x="6900648" y="3761208"/>
              <a:ext cx="360" cy="3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B713495-93FD-E291-093E-15344A769EC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846648" y="36532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7821170F-3E10-A4C3-DAA1-1E440E8BABA6}"/>
                  </a:ext>
                </a:extLst>
              </p14:cNvPr>
              <p14:cNvContentPartPr/>
              <p14:nvPr/>
            </p14:nvContentPartPr>
            <p14:xfrm>
              <a:off x="6876168" y="3633048"/>
              <a:ext cx="240480" cy="3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7821170F-3E10-A4C3-DAA1-1E440E8BABA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822168" y="3525048"/>
                <a:ext cx="348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73A0593D-5F20-54A1-068F-52DE67A0A068}"/>
                  </a:ext>
                </a:extLst>
              </p14:cNvPr>
              <p14:cNvContentPartPr/>
              <p14:nvPr/>
            </p14:nvContentPartPr>
            <p14:xfrm>
              <a:off x="7867248" y="3065688"/>
              <a:ext cx="272880" cy="2152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73A0593D-5F20-54A1-068F-52DE67A0A068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813608" y="2958048"/>
                <a:ext cx="38052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184CEBC0-CF8F-1D2A-E45F-7DCACE168347}"/>
                  </a:ext>
                </a:extLst>
              </p14:cNvPr>
              <p14:cNvContentPartPr/>
              <p14:nvPr/>
            </p14:nvContentPartPr>
            <p14:xfrm>
              <a:off x="8815860" y="3043680"/>
              <a:ext cx="307800" cy="26640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184CEBC0-CF8F-1D2A-E45F-7DCACE16834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762220" y="2935680"/>
                <a:ext cx="415440" cy="4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56107A6A-FFD1-C295-EF4D-04A52C2DBE4E}"/>
                  </a:ext>
                </a:extLst>
              </p14:cNvPr>
              <p14:cNvContentPartPr/>
              <p14:nvPr/>
            </p14:nvContentPartPr>
            <p14:xfrm>
              <a:off x="8944380" y="3184440"/>
              <a:ext cx="183240" cy="417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56107A6A-FFD1-C295-EF4D-04A52C2DBE4E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890740" y="3076440"/>
                <a:ext cx="2908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8A36948E-CA6B-1BE4-0154-ACB5B9F2A6EC}"/>
                  </a:ext>
                </a:extLst>
              </p14:cNvPr>
              <p14:cNvContentPartPr/>
              <p14:nvPr/>
            </p14:nvContentPartPr>
            <p14:xfrm>
              <a:off x="7820808" y="3575472"/>
              <a:ext cx="337680" cy="2415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8A36948E-CA6B-1BE4-0154-ACB5B9F2A6E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766808" y="3467832"/>
                <a:ext cx="44532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08512C4F-E6E2-4374-279B-0A51AFE7BDC1}"/>
                  </a:ext>
                </a:extLst>
              </p14:cNvPr>
              <p14:cNvContentPartPr/>
              <p14:nvPr/>
            </p14:nvContentPartPr>
            <p14:xfrm>
              <a:off x="8843220" y="3610320"/>
              <a:ext cx="286920" cy="19260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08512C4F-E6E2-4374-279B-0A51AFE7BDC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789220" y="3502320"/>
                <a:ext cx="39456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AA3A0FF-8BDD-DF94-7173-54FD23044187}"/>
                  </a:ext>
                </a:extLst>
              </p14:cNvPr>
              <p14:cNvContentPartPr/>
              <p14:nvPr/>
            </p14:nvContentPartPr>
            <p14:xfrm>
              <a:off x="6855288" y="4108632"/>
              <a:ext cx="279000" cy="2016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AA3A0FF-8BDD-DF94-7173-54FD23044187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801288" y="4000632"/>
                <a:ext cx="38664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8F65534-A68E-1C21-E33B-2B0B9B2DD10D}"/>
                  </a:ext>
                </a:extLst>
              </p14:cNvPr>
              <p14:cNvContentPartPr/>
              <p14:nvPr/>
            </p14:nvContentPartPr>
            <p14:xfrm>
              <a:off x="7857168" y="4119432"/>
              <a:ext cx="295920" cy="1965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8F65534-A68E-1C21-E33B-2B0B9B2DD10D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803528" y="4011792"/>
                <a:ext cx="40356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ED14FDDC-F6E2-13AD-BA79-4E365EB62351}"/>
                  </a:ext>
                </a:extLst>
              </p14:cNvPr>
              <p14:cNvContentPartPr/>
              <p14:nvPr/>
            </p14:nvContentPartPr>
            <p14:xfrm>
              <a:off x="8850048" y="4088832"/>
              <a:ext cx="271080" cy="2300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ED14FDDC-F6E2-13AD-BA79-4E365EB62351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796408" y="3980832"/>
                <a:ext cx="37872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5B820C38-7CCA-7051-6623-BE193801169C}"/>
                  </a:ext>
                </a:extLst>
              </p14:cNvPr>
              <p14:cNvContentPartPr/>
              <p14:nvPr/>
            </p14:nvContentPartPr>
            <p14:xfrm>
              <a:off x="9818976" y="3062808"/>
              <a:ext cx="322200" cy="20160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5B820C38-7CCA-7051-6623-BE193801169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765336" y="2954808"/>
                <a:ext cx="42984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804E1EF2-5BFA-AF48-A72C-214E784B2BEA}"/>
                  </a:ext>
                </a:extLst>
              </p14:cNvPr>
              <p14:cNvContentPartPr/>
              <p14:nvPr/>
            </p14:nvContentPartPr>
            <p14:xfrm>
              <a:off x="9866496" y="3577248"/>
              <a:ext cx="261720" cy="2512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804E1EF2-5BFA-AF48-A72C-214E784B2BE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812856" y="3469248"/>
                <a:ext cx="36936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597DF5D-E2F6-625C-F97A-199143E67B9A}"/>
                  </a:ext>
                </a:extLst>
              </p14:cNvPr>
              <p14:cNvContentPartPr/>
              <p14:nvPr/>
            </p14:nvContentPartPr>
            <p14:xfrm>
              <a:off x="10868736" y="3070728"/>
              <a:ext cx="272520" cy="2181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597DF5D-E2F6-625C-F97A-199143E67B9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815096" y="2963088"/>
                <a:ext cx="38016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B82A3679-EC53-658A-E87A-D91C6700AE27}"/>
                  </a:ext>
                </a:extLst>
              </p14:cNvPr>
              <p14:cNvContentPartPr/>
              <p14:nvPr/>
            </p14:nvContentPartPr>
            <p14:xfrm>
              <a:off x="10856136" y="3588048"/>
              <a:ext cx="266040" cy="2707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B82A3679-EC53-658A-E87A-D91C6700AE2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802136" y="3480408"/>
                <a:ext cx="37368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C932E9D4-FBC8-B9AF-D501-FE9F3A18E58B}"/>
                  </a:ext>
                </a:extLst>
              </p14:cNvPr>
              <p14:cNvContentPartPr/>
              <p14:nvPr/>
            </p14:nvContentPartPr>
            <p14:xfrm>
              <a:off x="10856856" y="4111848"/>
              <a:ext cx="258120" cy="22500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C932E9D4-FBC8-B9AF-D501-FE9F3A18E58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802856" y="4003848"/>
                <a:ext cx="36576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6FE1769D-D1F9-F6DD-9F3F-5EC86693CA7A}"/>
                  </a:ext>
                </a:extLst>
              </p14:cNvPr>
              <p14:cNvContentPartPr/>
              <p14:nvPr/>
            </p14:nvContentPartPr>
            <p14:xfrm>
              <a:off x="9875496" y="4112928"/>
              <a:ext cx="264240" cy="2667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6FE1769D-D1F9-F6DD-9F3F-5EC86693CA7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821496" y="4004928"/>
                <a:ext cx="37188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9A379690-79DB-C31F-9F4A-85962FC62AD6}"/>
                  </a:ext>
                </a:extLst>
              </p14:cNvPr>
              <p14:cNvContentPartPr/>
              <p14:nvPr/>
            </p14:nvContentPartPr>
            <p14:xfrm>
              <a:off x="11809640" y="3123600"/>
              <a:ext cx="133200" cy="1735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9A379690-79DB-C31F-9F4A-85962FC62AD6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1755640" y="3015600"/>
                <a:ext cx="24084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C3BBB5D6-0D48-038A-3FF1-7C76C99A1CA2}"/>
                  </a:ext>
                </a:extLst>
              </p14:cNvPr>
              <p14:cNvContentPartPr/>
              <p14:nvPr/>
            </p14:nvContentPartPr>
            <p14:xfrm>
              <a:off x="11836280" y="3104880"/>
              <a:ext cx="174240" cy="2134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C3BBB5D6-0D48-038A-3FF1-7C76C99A1CA2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1782280" y="2996880"/>
                <a:ext cx="28188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8002B46D-9C54-2D09-557F-6B7FA8C648BD}"/>
                  </a:ext>
                </a:extLst>
              </p14:cNvPr>
              <p14:cNvContentPartPr/>
              <p14:nvPr/>
            </p14:nvContentPartPr>
            <p14:xfrm>
              <a:off x="11815760" y="3088680"/>
              <a:ext cx="224280" cy="2268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8002B46D-9C54-2D09-557F-6B7FA8C648BD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1762120" y="2981040"/>
                <a:ext cx="33192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3D11E99D-B4D2-8389-11A1-7BFC4EA57593}"/>
                  </a:ext>
                </a:extLst>
              </p14:cNvPr>
              <p14:cNvContentPartPr/>
              <p14:nvPr/>
            </p14:nvContentPartPr>
            <p14:xfrm>
              <a:off x="12039680" y="3166080"/>
              <a:ext cx="360" cy="1461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3D11E99D-B4D2-8389-11A1-7BFC4EA5759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1985680" y="3058440"/>
                <a:ext cx="10800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2718F446-4A1F-8176-A22E-C86E500EC0AE}"/>
                  </a:ext>
                </a:extLst>
              </p14:cNvPr>
              <p14:cNvContentPartPr/>
              <p14:nvPr/>
            </p14:nvContentPartPr>
            <p14:xfrm>
              <a:off x="11826920" y="3585480"/>
              <a:ext cx="230040" cy="2214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2718F446-4A1F-8176-A22E-C86E500EC0A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1773280" y="3477840"/>
                <a:ext cx="33768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D2E0377C-72BF-968B-2BCA-B05FA5EB0957}"/>
                  </a:ext>
                </a:extLst>
              </p14:cNvPr>
              <p14:cNvContentPartPr/>
              <p14:nvPr/>
            </p14:nvContentPartPr>
            <p14:xfrm>
              <a:off x="11978480" y="3723360"/>
              <a:ext cx="360" cy="3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D2E0377C-72BF-968B-2BCA-B05FA5EB095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1924840" y="36157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25584C22-AA6E-E785-19C7-925F3FF9747B}"/>
                  </a:ext>
                </a:extLst>
              </p14:cNvPr>
              <p14:cNvContentPartPr/>
              <p14:nvPr/>
            </p14:nvContentPartPr>
            <p14:xfrm>
              <a:off x="11851400" y="4114320"/>
              <a:ext cx="195480" cy="1944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25584C22-AA6E-E785-19C7-925F3FF9747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797760" y="4006320"/>
                <a:ext cx="30312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16D25DDD-45BB-8F8E-DC87-CFE76A55C0D6}"/>
                  </a:ext>
                </a:extLst>
              </p14:cNvPr>
              <p14:cNvContentPartPr/>
              <p14:nvPr/>
            </p14:nvContentPartPr>
            <p14:xfrm>
              <a:off x="5236880" y="4148360"/>
              <a:ext cx="196920" cy="1976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16D25DDD-45BB-8F8E-DC87-CFE76A55C0D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182880" y="4040720"/>
                <a:ext cx="30456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1A9E94A4-ADAA-D41B-FD38-431723669E08}"/>
                  </a:ext>
                </a:extLst>
              </p14:cNvPr>
              <p14:cNvContentPartPr/>
              <p14:nvPr/>
            </p14:nvContentPartPr>
            <p14:xfrm>
              <a:off x="5240120" y="3458600"/>
              <a:ext cx="161640" cy="21240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1A9E94A4-ADAA-D41B-FD38-431723669E0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186480" y="3350960"/>
                <a:ext cx="26928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AA0774AF-2C9B-7757-E0DC-B47C1095A770}"/>
                  </a:ext>
                </a:extLst>
              </p14:cNvPr>
              <p14:cNvContentPartPr/>
              <p14:nvPr/>
            </p14:nvContentPartPr>
            <p14:xfrm>
              <a:off x="5226440" y="2731760"/>
              <a:ext cx="175680" cy="19656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AA0774AF-2C9B-7757-E0DC-B47C1095A77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172800" y="2623760"/>
                <a:ext cx="28332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7309F40F-55FC-62B6-B50A-130F2DAA6675}"/>
                  </a:ext>
                </a:extLst>
              </p14:cNvPr>
              <p14:cNvContentPartPr/>
              <p14:nvPr/>
            </p14:nvContentPartPr>
            <p14:xfrm>
              <a:off x="5215800" y="2029080"/>
              <a:ext cx="171720" cy="1843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7309F40F-55FC-62B6-B50A-130F2DAA667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162160" y="1921440"/>
                <a:ext cx="27936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8B272FED-6A22-97E9-8B3E-9B91775AD668}"/>
                  </a:ext>
                </a:extLst>
              </p14:cNvPr>
              <p14:cNvContentPartPr/>
              <p14:nvPr/>
            </p14:nvContentPartPr>
            <p14:xfrm>
              <a:off x="5239560" y="1368480"/>
              <a:ext cx="142560" cy="1724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8B272FED-6A22-97E9-8B3E-9B91775AD66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85560" y="1260480"/>
                <a:ext cx="25020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536643B4-6B7F-4E91-E549-23EDA3B2BD4F}"/>
                  </a:ext>
                </a:extLst>
              </p14:cNvPr>
              <p14:cNvContentPartPr/>
              <p14:nvPr/>
            </p14:nvContentPartPr>
            <p14:xfrm>
              <a:off x="4317240" y="4144800"/>
              <a:ext cx="185760" cy="20052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536643B4-6B7F-4E91-E549-23EDA3B2BD4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263600" y="4036800"/>
                <a:ext cx="29340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089064FC-ED62-B5B5-B241-733D53E00DA5}"/>
                  </a:ext>
                </a:extLst>
              </p14:cNvPr>
              <p14:cNvContentPartPr/>
              <p14:nvPr/>
            </p14:nvContentPartPr>
            <p14:xfrm>
              <a:off x="4322640" y="3463320"/>
              <a:ext cx="175680" cy="20952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089064FC-ED62-B5B5-B241-733D53E00DA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268640" y="3355320"/>
                <a:ext cx="28332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DB8FCB76-CAED-1448-BED4-46071FF01ED8}"/>
                  </a:ext>
                </a:extLst>
              </p14:cNvPr>
              <p14:cNvContentPartPr/>
              <p14:nvPr/>
            </p14:nvContentPartPr>
            <p14:xfrm>
              <a:off x="4343160" y="3672480"/>
              <a:ext cx="142560" cy="57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DB8FCB76-CAED-1448-BED4-46071FF01ED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289160" y="3564840"/>
                <a:ext cx="2502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F80819C5-62C3-D210-7AEE-665D532EBD10}"/>
                  </a:ext>
                </a:extLst>
              </p14:cNvPr>
              <p14:cNvContentPartPr/>
              <p14:nvPr/>
            </p14:nvContentPartPr>
            <p14:xfrm>
              <a:off x="4307520" y="2751240"/>
              <a:ext cx="194760" cy="2055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F80819C5-62C3-D210-7AEE-665D532EBD1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253520" y="2643240"/>
                <a:ext cx="30240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A5017C99-7E5F-2684-BC71-26A8E79C679B}"/>
                  </a:ext>
                </a:extLst>
              </p14:cNvPr>
              <p14:cNvContentPartPr/>
              <p14:nvPr/>
            </p14:nvContentPartPr>
            <p14:xfrm>
              <a:off x="4317960" y="2025120"/>
              <a:ext cx="189720" cy="22320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A5017C99-7E5F-2684-BC71-26A8E79C679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263960" y="1917120"/>
                <a:ext cx="29736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5C01D46F-C39C-556F-4F4A-50E55A05F5B1}"/>
                  </a:ext>
                </a:extLst>
              </p14:cNvPr>
              <p14:cNvContentPartPr/>
              <p14:nvPr/>
            </p14:nvContentPartPr>
            <p14:xfrm>
              <a:off x="4307520" y="1319160"/>
              <a:ext cx="179640" cy="26136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5C01D46F-C39C-556F-4F4A-50E55A05F5B1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253880" y="1211160"/>
                <a:ext cx="28728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BE592AA5-BB6D-B0A9-0FCC-4F3A14396B4D}"/>
                  </a:ext>
                </a:extLst>
              </p14:cNvPr>
              <p14:cNvContentPartPr/>
              <p14:nvPr/>
            </p14:nvContentPartPr>
            <p14:xfrm>
              <a:off x="4377360" y="1442640"/>
              <a:ext cx="52560" cy="248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BE592AA5-BB6D-B0A9-0FCC-4F3A14396B4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323720" y="1334640"/>
                <a:ext cx="16020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8732D2DE-1132-E305-DA53-4FCBB0536156}"/>
                  </a:ext>
                </a:extLst>
              </p14:cNvPr>
              <p14:cNvContentPartPr/>
              <p14:nvPr/>
            </p14:nvContentPartPr>
            <p14:xfrm>
              <a:off x="877056" y="1339776"/>
              <a:ext cx="228960" cy="2041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8732D2DE-1132-E305-DA53-4FCBB053615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23416" y="1231776"/>
                <a:ext cx="33660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067663C7-E69A-D9A3-7349-908743540123}"/>
                  </a:ext>
                </a:extLst>
              </p14:cNvPr>
              <p14:cNvContentPartPr/>
              <p14:nvPr/>
            </p14:nvContentPartPr>
            <p14:xfrm>
              <a:off x="926376" y="2027736"/>
              <a:ext cx="173880" cy="19188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067663C7-E69A-D9A3-7349-90874354012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72736" y="1920096"/>
                <a:ext cx="2815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4E80EDA-FB9A-F1CB-7F67-D88DCC24DD5D}"/>
                  </a:ext>
                </a:extLst>
              </p14:cNvPr>
              <p14:cNvContentPartPr/>
              <p14:nvPr/>
            </p14:nvContentPartPr>
            <p14:xfrm>
              <a:off x="886776" y="2725416"/>
              <a:ext cx="225720" cy="18900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4E80EDA-FB9A-F1CB-7F67-D88DCC24DD5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33136" y="2617776"/>
                <a:ext cx="33336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6B379463-B8EC-23B5-C722-BFFB445F62CF}"/>
                  </a:ext>
                </a:extLst>
              </p14:cNvPr>
              <p14:cNvContentPartPr/>
              <p14:nvPr/>
            </p14:nvContentPartPr>
            <p14:xfrm>
              <a:off x="914496" y="3427056"/>
              <a:ext cx="222120" cy="2246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6B379463-B8EC-23B5-C722-BFFB445F62C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60496" y="3319416"/>
                <a:ext cx="32976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3000A2BD-CDF0-D0F1-3590-D76F418EF0CA}"/>
                  </a:ext>
                </a:extLst>
              </p14:cNvPr>
              <p14:cNvContentPartPr/>
              <p14:nvPr/>
            </p14:nvContentPartPr>
            <p14:xfrm>
              <a:off x="895416" y="4123656"/>
              <a:ext cx="191520" cy="24732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3000A2BD-CDF0-D0F1-3590-D76F418EF0C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41416" y="4016016"/>
                <a:ext cx="29916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A96CE9E7-CCE8-42F0-28B6-1D32A25E585E}"/>
                  </a:ext>
                </a:extLst>
              </p14:cNvPr>
              <p14:cNvContentPartPr/>
              <p14:nvPr/>
            </p14:nvContentPartPr>
            <p14:xfrm>
              <a:off x="1639536" y="4141296"/>
              <a:ext cx="240120" cy="20772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A96CE9E7-CCE8-42F0-28B6-1D32A25E585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585536" y="4033656"/>
                <a:ext cx="34776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46DAF43-5B4F-09DE-9FAE-D5818938B26A}"/>
                  </a:ext>
                </a:extLst>
              </p14:cNvPr>
              <p14:cNvContentPartPr/>
              <p14:nvPr/>
            </p14:nvContentPartPr>
            <p14:xfrm>
              <a:off x="1681296" y="2740536"/>
              <a:ext cx="192240" cy="21060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46DAF43-5B4F-09DE-9FAE-D5818938B26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627656" y="2632896"/>
                <a:ext cx="29988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7DA3DE5D-A1D8-D945-04EF-FE501B94B0D9}"/>
                  </a:ext>
                </a:extLst>
              </p14:cNvPr>
              <p14:cNvContentPartPr/>
              <p14:nvPr/>
            </p14:nvContentPartPr>
            <p14:xfrm>
              <a:off x="1664016" y="3410856"/>
              <a:ext cx="208080" cy="2530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7DA3DE5D-A1D8-D945-04EF-FE501B94B0D9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610016" y="3302856"/>
                <a:ext cx="31572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521A63E8-5EDE-11C4-FDB4-3328C4996A3C}"/>
                  </a:ext>
                </a:extLst>
              </p14:cNvPr>
              <p14:cNvContentPartPr/>
              <p14:nvPr/>
            </p14:nvContentPartPr>
            <p14:xfrm>
              <a:off x="2462496" y="3446136"/>
              <a:ext cx="224280" cy="2052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521A63E8-5EDE-11C4-FDB4-3328C4996A3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408856" y="3338496"/>
                <a:ext cx="33192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EB6C165E-B76B-3EC0-ECB7-6E9D5FC338E8}"/>
                  </a:ext>
                </a:extLst>
              </p14:cNvPr>
              <p14:cNvContentPartPr/>
              <p14:nvPr/>
            </p14:nvContentPartPr>
            <p14:xfrm>
              <a:off x="2460336" y="4129416"/>
              <a:ext cx="212400" cy="19512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EB6C165E-B76B-3EC0-ECB7-6E9D5FC338E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406336" y="4021776"/>
                <a:ext cx="32004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82B88415-90FA-EE4F-F7F1-31C427640ED7}"/>
                  </a:ext>
                </a:extLst>
              </p14:cNvPr>
              <p14:cNvContentPartPr/>
              <p14:nvPr/>
            </p14:nvContentPartPr>
            <p14:xfrm>
              <a:off x="3236136" y="4126536"/>
              <a:ext cx="192240" cy="2142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82B88415-90FA-EE4F-F7F1-31C427640ED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182136" y="4018536"/>
                <a:ext cx="29988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51C6843D-C87D-D28C-FA54-C8D6C50D2071}"/>
                  </a:ext>
                </a:extLst>
              </p14:cNvPr>
              <p14:cNvContentPartPr/>
              <p14:nvPr/>
            </p14:nvContentPartPr>
            <p14:xfrm>
              <a:off x="3291936" y="4326696"/>
              <a:ext cx="109440" cy="2016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51C6843D-C87D-D28C-FA54-C8D6C50D207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237936" y="4218696"/>
                <a:ext cx="2170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68D12390-C769-3038-2B63-EA07D9372892}"/>
                  </a:ext>
                </a:extLst>
              </p14:cNvPr>
              <p14:cNvContentPartPr/>
              <p14:nvPr/>
            </p14:nvContentPartPr>
            <p14:xfrm>
              <a:off x="3223896" y="3461256"/>
              <a:ext cx="191160" cy="23292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68D12390-C769-3038-2B63-EA07D937289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170256" y="3353256"/>
                <a:ext cx="29880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5654FDDB-F654-A135-0348-34EDDABF4D15}"/>
                  </a:ext>
                </a:extLst>
              </p14:cNvPr>
              <p14:cNvContentPartPr/>
              <p14:nvPr/>
            </p14:nvContentPartPr>
            <p14:xfrm>
              <a:off x="3248376" y="2752056"/>
              <a:ext cx="177840" cy="19764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5654FDDB-F654-A135-0348-34EDDABF4D1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194736" y="2644416"/>
                <a:ext cx="2854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4ACD439F-EE52-066F-E133-3C6A4E05879D}"/>
                  </a:ext>
                </a:extLst>
              </p14:cNvPr>
              <p14:cNvContentPartPr/>
              <p14:nvPr/>
            </p14:nvContentPartPr>
            <p14:xfrm>
              <a:off x="2447736" y="2737296"/>
              <a:ext cx="218520" cy="21420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4ACD439F-EE52-066F-E133-3C6A4E05879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394096" y="2629656"/>
                <a:ext cx="32616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CFC432E4-A07D-C726-75C3-BF23BB9FF990}"/>
                  </a:ext>
                </a:extLst>
              </p14:cNvPr>
              <p14:cNvContentPartPr/>
              <p14:nvPr/>
            </p14:nvContentPartPr>
            <p14:xfrm>
              <a:off x="1688136" y="2034576"/>
              <a:ext cx="221760" cy="2394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CFC432E4-A07D-C726-75C3-BF23BB9FF99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634496" y="1926936"/>
                <a:ext cx="32940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5CF0E170-2790-25E2-1CF9-17C47C616776}"/>
                  </a:ext>
                </a:extLst>
              </p14:cNvPr>
              <p14:cNvContentPartPr/>
              <p14:nvPr/>
            </p14:nvContentPartPr>
            <p14:xfrm>
              <a:off x="2472936" y="2003256"/>
              <a:ext cx="175680" cy="24228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5CF0E170-2790-25E2-1CF9-17C47C61677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418936" y="1895256"/>
                <a:ext cx="28332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34FF899C-48F8-6701-9BEF-3F31E0895A0B}"/>
                  </a:ext>
                </a:extLst>
              </p14:cNvPr>
              <p14:cNvContentPartPr/>
              <p14:nvPr/>
            </p14:nvContentPartPr>
            <p14:xfrm>
              <a:off x="1635576" y="1313496"/>
              <a:ext cx="239400" cy="22644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34FF899C-48F8-6701-9BEF-3F31E0895A0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581936" y="1205496"/>
                <a:ext cx="34704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3C77F4F9-6987-93DB-B30B-A811EE9D8002}"/>
                  </a:ext>
                </a:extLst>
              </p14:cNvPr>
              <p14:cNvContentPartPr/>
              <p14:nvPr/>
            </p14:nvContentPartPr>
            <p14:xfrm>
              <a:off x="2438376" y="1354896"/>
              <a:ext cx="203400" cy="21996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3C77F4F9-6987-93DB-B30B-A811EE9D800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384376" y="1246896"/>
                <a:ext cx="31104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6E0F078E-D74C-7013-778B-C1D6C1C057B7}"/>
                  </a:ext>
                </a:extLst>
              </p14:cNvPr>
              <p14:cNvContentPartPr/>
              <p14:nvPr/>
            </p14:nvContentPartPr>
            <p14:xfrm>
              <a:off x="3199416" y="1327896"/>
              <a:ext cx="224280" cy="22680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6E0F078E-D74C-7013-778B-C1D6C1C057B7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145776" y="1220256"/>
                <a:ext cx="33192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AC2B7532-FB9D-1FA6-AC5F-B8F365039957}"/>
                  </a:ext>
                </a:extLst>
              </p14:cNvPr>
              <p14:cNvContentPartPr/>
              <p14:nvPr/>
            </p14:nvContentPartPr>
            <p14:xfrm>
              <a:off x="3279336" y="1542096"/>
              <a:ext cx="97920" cy="129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AC2B7532-FB9D-1FA6-AC5F-B8F36503995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225696" y="1434456"/>
                <a:ext cx="2055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C8B28C90-8692-6DE9-6CD0-4CB61C86DBED}"/>
                  </a:ext>
                </a:extLst>
              </p14:cNvPr>
              <p14:cNvContentPartPr/>
              <p14:nvPr/>
            </p14:nvContentPartPr>
            <p14:xfrm>
              <a:off x="3242616" y="2054016"/>
              <a:ext cx="201960" cy="1699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C8B28C90-8692-6DE9-6CD0-4CB61C86DBED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188976" y="1946016"/>
                <a:ext cx="309600" cy="385560"/>
              </a:xfrm>
              <a:prstGeom prst="rect">
                <a:avLst/>
              </a:prstGeom>
            </p:spPr>
          </p:pic>
        </mc:Fallback>
      </mc:AlternateContent>
      <p:sp>
        <p:nvSpPr>
          <p:cNvPr id="249" name="TextBox 248">
            <a:extLst>
              <a:ext uri="{FF2B5EF4-FFF2-40B4-BE49-F238E27FC236}">
                <a16:creationId xmlns:a16="http://schemas.microsoft.com/office/drawing/2014/main" id="{A957BB73-488D-96C0-1CBC-FC3A90BC27A6}"/>
              </a:ext>
            </a:extLst>
          </p:cNvPr>
          <p:cNvSpPr txBox="1"/>
          <p:nvPr/>
        </p:nvSpPr>
        <p:spPr>
          <a:xfrm>
            <a:off x="5100874" y="673045"/>
            <a:ext cx="1715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these are new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0BA5C4-E576-8AE5-CFE0-CA02B38D0CAC}"/>
              </a:ext>
            </a:extLst>
          </p:cNvPr>
          <p:cNvSpPr txBox="1"/>
          <p:nvPr/>
        </p:nvSpPr>
        <p:spPr>
          <a:xfrm>
            <a:off x="4757427" y="4708296"/>
            <a:ext cx="1403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is new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6347F49-328F-619D-ECD4-F4EF5FC385CD}"/>
                  </a:ext>
                </a:extLst>
              </p14:cNvPr>
              <p14:cNvContentPartPr/>
              <p14:nvPr/>
            </p14:nvContentPartPr>
            <p14:xfrm>
              <a:off x="4123107" y="5021547"/>
              <a:ext cx="655920" cy="338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347F49-328F-619D-ECD4-F4EF5FC385C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105467" y="5003907"/>
                <a:ext cx="69156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5401B33-A923-8F6B-CD82-8374C4D7C6F0}"/>
                  </a:ext>
                </a:extLst>
              </p14:cNvPr>
              <p14:cNvContentPartPr/>
              <p14:nvPr/>
            </p14:nvContentPartPr>
            <p14:xfrm>
              <a:off x="4681827" y="4977987"/>
              <a:ext cx="138960" cy="155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5401B33-A923-8F6B-CD82-8374C4D7C6F0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664187" y="4959987"/>
                <a:ext cx="174600" cy="19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6920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DC65-1932-995C-A291-3E21A5B0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3134" y="-430742"/>
            <a:ext cx="10515600" cy="1325563"/>
          </a:xfrm>
        </p:spPr>
        <p:txBody>
          <a:bodyPr/>
          <a:lstStyle/>
          <a:p>
            <a:r>
              <a:rPr lang="en-US" dirty="0"/>
              <a:t>Unfolded form of an RNN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AD7AD-9F82-0CE3-7F28-B19D8D039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318" y="486122"/>
            <a:ext cx="4589348" cy="2007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1115E0-3C5C-575B-0D5E-814FB3523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8" y="3610322"/>
            <a:ext cx="5300548" cy="2318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D7A615-B64E-027E-7DAC-A71E9DFC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459" y="3610322"/>
            <a:ext cx="5300548" cy="2318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C139BB-D7A7-5DDC-7B69-17C1D02C14AF}"/>
              </a:ext>
            </a:extLst>
          </p:cNvPr>
          <p:cNvSpPr txBox="1"/>
          <p:nvPr/>
        </p:nvSpPr>
        <p:spPr>
          <a:xfrm>
            <a:off x="10913533" y="4585151"/>
            <a:ext cx="1354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…and so on</a:t>
            </a:r>
          </a:p>
        </p:txBody>
      </p:sp>
      <p:sp>
        <p:nvSpPr>
          <p:cNvPr id="9" name="Arrow: Up-Down 8">
            <a:extLst>
              <a:ext uri="{FF2B5EF4-FFF2-40B4-BE49-F238E27FC236}">
                <a16:creationId xmlns:a16="http://schemas.microsoft.com/office/drawing/2014/main" id="{85EBC33C-C723-4D3B-32F7-E8800E3FEF61}"/>
              </a:ext>
            </a:extLst>
          </p:cNvPr>
          <p:cNvSpPr/>
          <p:nvPr/>
        </p:nvSpPr>
        <p:spPr>
          <a:xfrm>
            <a:off x="5880100" y="2509308"/>
            <a:ext cx="431799" cy="80433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876D1B-A6BF-9BCD-0550-DED2CBFE45D8}"/>
                  </a:ext>
                </a:extLst>
              </p14:cNvPr>
              <p14:cNvContentPartPr/>
              <p14:nvPr/>
            </p14:nvContentPartPr>
            <p14:xfrm>
              <a:off x="3496707" y="981987"/>
              <a:ext cx="608760" cy="262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876D1B-A6BF-9BCD-0550-DED2CBFE45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4067" y="918987"/>
                <a:ext cx="7344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AE899E6-5ED7-2075-CEE9-B14ED3F9AE2C}"/>
                  </a:ext>
                </a:extLst>
              </p14:cNvPr>
              <p14:cNvContentPartPr/>
              <p14:nvPr/>
            </p14:nvContentPartPr>
            <p14:xfrm>
              <a:off x="5404500" y="4046400"/>
              <a:ext cx="1433520" cy="45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AE899E6-5ED7-2075-CEE9-B14ED3F9AE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41500" y="3983400"/>
                <a:ext cx="155916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5D4486-6660-9681-7C8B-46F4AE29DDDD}"/>
                  </a:ext>
                </a:extLst>
              </p14:cNvPr>
              <p14:cNvContentPartPr/>
              <p14:nvPr/>
            </p14:nvContentPartPr>
            <p14:xfrm>
              <a:off x="155547" y="4233120"/>
              <a:ext cx="928080" cy="349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5D4486-6660-9681-7C8B-46F4AE29DD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907" y="4170120"/>
                <a:ext cx="105372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A6B6969-4749-16FC-809D-C98E23F37294}"/>
                  </a:ext>
                </a:extLst>
              </p14:cNvPr>
              <p14:cNvContentPartPr/>
              <p14:nvPr/>
            </p14:nvContentPartPr>
            <p14:xfrm>
              <a:off x="112347" y="4275600"/>
              <a:ext cx="1327680" cy="302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A6B6969-4749-16FC-809D-C98E23F3729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707" y="4212600"/>
                <a:ext cx="145332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F05B289-91EB-85E2-374A-428659618DF7}"/>
                  </a:ext>
                </a:extLst>
              </p14:cNvPr>
              <p14:cNvContentPartPr/>
              <p14:nvPr/>
            </p14:nvContentPartPr>
            <p14:xfrm>
              <a:off x="6573780" y="4510920"/>
              <a:ext cx="367920" cy="565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F05B289-91EB-85E2-374A-428659618DF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10780" y="4447920"/>
                <a:ext cx="493560" cy="69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66A892B-41B3-2293-F33D-256F8101B614}"/>
                  </a:ext>
                </a:extLst>
              </p14:cNvPr>
              <p14:cNvContentPartPr/>
              <p14:nvPr/>
            </p14:nvContentPartPr>
            <p14:xfrm>
              <a:off x="1081360" y="4597320"/>
              <a:ext cx="433080" cy="488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66A892B-41B3-2293-F33D-256F8101B61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18720" y="4534320"/>
                <a:ext cx="558720" cy="61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3498402-AF7F-A5F6-2E99-5E50A7797C1C}"/>
              </a:ext>
            </a:extLst>
          </p:cNvPr>
          <p:cNvGrpSpPr/>
          <p:nvPr/>
        </p:nvGrpSpPr>
        <p:grpSpPr>
          <a:xfrm>
            <a:off x="6878080" y="4495800"/>
            <a:ext cx="107280" cy="20520"/>
            <a:chOff x="6878080" y="4495800"/>
            <a:chExt cx="107280" cy="2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DE6B9E-87F0-C603-710B-F16268E63158}"/>
                    </a:ext>
                  </a:extLst>
                </p14:cNvPr>
                <p14:cNvContentPartPr/>
                <p14:nvPr/>
              </p14:nvContentPartPr>
              <p14:xfrm>
                <a:off x="6985000" y="4495800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DE6B9E-87F0-C603-710B-F16268E6315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22000" y="4432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F6A4C3-3B38-D1E0-AA47-FF273A8CC6EE}"/>
                    </a:ext>
                  </a:extLst>
                </p14:cNvPr>
                <p14:cNvContentPartPr/>
                <p14:nvPr/>
              </p14:nvContentPartPr>
              <p14:xfrm>
                <a:off x="6974920" y="4495800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F6A4C3-3B38-D1E0-AA47-FF273A8CC6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11920" y="4432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F76406B-903A-03A4-07C5-7BB997D3DE74}"/>
                    </a:ext>
                  </a:extLst>
                </p14:cNvPr>
                <p14:cNvContentPartPr/>
                <p14:nvPr/>
              </p14:nvContentPartPr>
              <p14:xfrm>
                <a:off x="6985000" y="4515960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F76406B-903A-03A4-07C5-7BB997D3DE7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22000" y="44533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20C838-DA5E-FBF4-D4AF-2B3A992B8772}"/>
                    </a:ext>
                  </a:extLst>
                </p14:cNvPr>
                <p14:cNvContentPartPr/>
                <p14:nvPr/>
              </p14:nvContentPartPr>
              <p14:xfrm>
                <a:off x="6878080" y="4495800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20C838-DA5E-FBF4-D4AF-2B3A992B877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15080" y="4432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C4F73C-BB65-CDBD-63E4-AC7DAF5FB005}"/>
              </a:ext>
            </a:extLst>
          </p:cNvPr>
          <p:cNvGrpSpPr/>
          <p:nvPr/>
        </p:nvGrpSpPr>
        <p:grpSpPr>
          <a:xfrm>
            <a:off x="6938920" y="4998360"/>
            <a:ext cx="20880" cy="61560"/>
            <a:chOff x="6938920" y="4998360"/>
            <a:chExt cx="20880" cy="6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7B867A-B070-31A5-68B0-367A5ECCE49A}"/>
                    </a:ext>
                  </a:extLst>
                </p14:cNvPr>
                <p14:cNvContentPartPr/>
                <p14:nvPr/>
              </p14:nvContentPartPr>
              <p14:xfrm>
                <a:off x="6938920" y="499836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7B867A-B070-31A5-68B0-367A5ECCE49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76280" y="49357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5193C9-2A6F-45AE-D6D5-E209BC945E82}"/>
                    </a:ext>
                  </a:extLst>
                </p14:cNvPr>
                <p14:cNvContentPartPr/>
                <p14:nvPr/>
              </p14:nvContentPartPr>
              <p14:xfrm>
                <a:off x="6959440" y="5059560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5193C9-2A6F-45AE-D6D5-E209BC945E8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96440" y="49965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31E1ACE-8AC0-7C5A-ACF0-C0564EB8A62C}"/>
              </a:ext>
            </a:extLst>
          </p:cNvPr>
          <p:cNvGrpSpPr/>
          <p:nvPr/>
        </p:nvGrpSpPr>
        <p:grpSpPr>
          <a:xfrm>
            <a:off x="1498600" y="4521000"/>
            <a:ext cx="25560" cy="1080"/>
            <a:chOff x="1498600" y="4521000"/>
            <a:chExt cx="25560" cy="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B75559-4D77-19E6-C1B5-9C8637CF8C8B}"/>
                    </a:ext>
                  </a:extLst>
                </p14:cNvPr>
                <p14:cNvContentPartPr/>
                <p14:nvPr/>
              </p14:nvContentPartPr>
              <p14:xfrm>
                <a:off x="1498600" y="4521000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B75559-4D77-19E6-C1B5-9C8637CF8C8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35600" y="44583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49DABC-0BFA-F4F0-BE2A-DC3EFFC67544}"/>
                    </a:ext>
                  </a:extLst>
                </p14:cNvPr>
                <p14:cNvContentPartPr/>
                <p14:nvPr/>
              </p14:nvContentPartPr>
              <p14:xfrm>
                <a:off x="1523800" y="4521000"/>
                <a:ext cx="360" cy="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49DABC-0BFA-F4F0-BE2A-DC3EFFC6754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61160" y="4458360"/>
                  <a:ext cx="12600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572766E-D5A6-3D18-0647-FB47CDE812B0}"/>
              </a:ext>
            </a:extLst>
          </p:cNvPr>
          <p:cNvGrpSpPr/>
          <p:nvPr/>
        </p:nvGrpSpPr>
        <p:grpSpPr>
          <a:xfrm>
            <a:off x="1828827" y="4308720"/>
            <a:ext cx="5088600" cy="349200"/>
            <a:chOff x="1828827" y="4308720"/>
            <a:chExt cx="508860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09FB01C-B4E7-CB0F-5BEB-177E48892C57}"/>
                    </a:ext>
                  </a:extLst>
                </p14:cNvPr>
                <p14:cNvContentPartPr/>
                <p14:nvPr/>
              </p14:nvContentPartPr>
              <p14:xfrm>
                <a:off x="1828827" y="4308720"/>
                <a:ext cx="5015520" cy="306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09FB01C-B4E7-CB0F-5BEB-177E48892C5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10827" y="4291080"/>
                  <a:ext cx="5051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9E33B6C-917C-05F2-0F65-0325D02DC4FF}"/>
                    </a:ext>
                  </a:extLst>
                </p14:cNvPr>
                <p14:cNvContentPartPr/>
                <p14:nvPr/>
              </p14:nvContentPartPr>
              <p14:xfrm>
                <a:off x="6807267" y="4521120"/>
                <a:ext cx="96480" cy="61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9E33B6C-917C-05F2-0F65-0325D02DC4F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789267" y="4503120"/>
                  <a:ext cx="132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2E472D6-7390-BE66-AFB1-9D73AB8CB80D}"/>
                    </a:ext>
                  </a:extLst>
                </p14:cNvPr>
                <p14:cNvContentPartPr/>
                <p14:nvPr/>
              </p14:nvContentPartPr>
              <p14:xfrm>
                <a:off x="6783147" y="4597080"/>
                <a:ext cx="134280" cy="60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2E472D6-7390-BE66-AFB1-9D73AB8CB80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65507" y="4579440"/>
                  <a:ext cx="169920" cy="96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7677FC26-4B4A-2D22-71E9-61602EC9511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71759" y="3953084"/>
            <a:ext cx="362001" cy="352474"/>
          </a:xfrm>
          <a:prstGeom prst="rect">
            <a:avLst/>
          </a:prstGeom>
        </p:spPr>
      </p:pic>
      <p:sp>
        <p:nvSpPr>
          <p:cNvPr id="40" name="Left Brace 39">
            <a:extLst>
              <a:ext uri="{FF2B5EF4-FFF2-40B4-BE49-F238E27FC236}">
                <a16:creationId xmlns:a16="http://schemas.microsoft.com/office/drawing/2014/main" id="{510DE88D-8214-E705-A4B2-FE08DD62AA3F}"/>
              </a:ext>
            </a:extLst>
          </p:cNvPr>
          <p:cNvSpPr/>
          <p:nvPr/>
        </p:nvSpPr>
        <p:spPr>
          <a:xfrm rot="5400000">
            <a:off x="5980121" y="-2445671"/>
            <a:ext cx="306000" cy="11932322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6228913-47A9-5E42-3D3F-7B545AE788A0}"/>
                  </a:ext>
                </a:extLst>
              </p14:cNvPr>
              <p14:cNvContentPartPr/>
              <p14:nvPr/>
            </p14:nvContentPartPr>
            <p14:xfrm>
              <a:off x="5621427" y="3784200"/>
              <a:ext cx="911520" cy="189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6228913-47A9-5E42-3D3F-7B545AE788A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58787" y="3721560"/>
                <a:ext cx="1037160" cy="31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4E2474AF-3AC9-0C0B-094D-F22E0FEE97B3}"/>
              </a:ext>
            </a:extLst>
          </p:cNvPr>
          <p:cNvGrpSpPr/>
          <p:nvPr/>
        </p:nvGrpSpPr>
        <p:grpSpPr>
          <a:xfrm>
            <a:off x="5638707" y="4647840"/>
            <a:ext cx="865440" cy="160920"/>
            <a:chOff x="5638707" y="4647840"/>
            <a:chExt cx="86544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FB9CF0C-2D1F-076A-E207-B28985DB695C}"/>
                    </a:ext>
                  </a:extLst>
                </p14:cNvPr>
                <p14:cNvContentPartPr/>
                <p14:nvPr/>
              </p14:nvContentPartPr>
              <p14:xfrm>
                <a:off x="5638707" y="4647840"/>
                <a:ext cx="865440" cy="160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FB9CF0C-2D1F-076A-E207-B28985DB695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76067" y="4585200"/>
                  <a:ext cx="991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774845B-98F6-4995-1811-22D913822880}"/>
                    </a:ext>
                  </a:extLst>
                </p14:cNvPr>
                <p14:cNvContentPartPr/>
                <p14:nvPr/>
              </p14:nvContentPartPr>
              <p14:xfrm>
                <a:off x="5757147" y="4707600"/>
                <a:ext cx="13428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774845B-98F6-4995-1811-22D91382288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94507" y="4644600"/>
                  <a:ext cx="25992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7E4CF59-58AB-A56F-166D-51D41119A347}"/>
                  </a:ext>
                </a:extLst>
              </p14:cNvPr>
              <p14:cNvContentPartPr/>
              <p14:nvPr/>
            </p14:nvContentPartPr>
            <p14:xfrm>
              <a:off x="5748867" y="5602200"/>
              <a:ext cx="743400" cy="190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7E4CF59-58AB-A56F-166D-51D41119A34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685867" y="5539200"/>
                <a:ext cx="869040" cy="316080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8CFB4509-0D9E-978E-E9F4-D7E94A3C95F8}"/>
              </a:ext>
            </a:extLst>
          </p:cNvPr>
          <p:cNvSpPr txBox="1"/>
          <p:nvPr/>
        </p:nvSpPr>
        <p:spPr>
          <a:xfrm>
            <a:off x="2413000" y="6333708"/>
            <a:ext cx="204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step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41299A-3D47-5E6A-5607-7B0BDE6A1B7B}"/>
              </a:ext>
            </a:extLst>
          </p:cNvPr>
          <p:cNvSpPr txBox="1"/>
          <p:nvPr/>
        </p:nvSpPr>
        <p:spPr>
          <a:xfrm>
            <a:off x="7882467" y="6333707"/>
            <a:ext cx="204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step 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6AA101-39BE-6C91-E1BF-607C3AA86515}"/>
              </a:ext>
            </a:extLst>
          </p:cNvPr>
          <p:cNvSpPr txBox="1"/>
          <p:nvPr/>
        </p:nvSpPr>
        <p:spPr>
          <a:xfrm>
            <a:off x="8288001" y="213112"/>
            <a:ext cx="39801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dirty="0"/>
              <a:t>:  we have 5 hidden units per hidden layer (</a:t>
            </a:r>
            <a:r>
              <a:rPr lang="en-US" i="1" dirty="0"/>
              <a:t>h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i="1" dirty="0"/>
              <a:t>h</a:t>
            </a:r>
            <a:r>
              <a:rPr lang="en-US" i="1" baseline="-25000" dirty="0"/>
              <a:t>2</a:t>
            </a:r>
            <a:r>
              <a:rPr lang="en-US" dirty="0"/>
              <a:t>, </a:t>
            </a:r>
            <a:r>
              <a:rPr lang="en-US" i="1" dirty="0"/>
              <a:t>h</a:t>
            </a:r>
            <a:r>
              <a:rPr lang="en-US" i="1" baseline="-25000" dirty="0"/>
              <a:t>3</a:t>
            </a:r>
            <a:r>
              <a:rPr lang="en-US" dirty="0"/>
              <a:t>, </a:t>
            </a:r>
            <a:r>
              <a:rPr lang="en-US" i="1" dirty="0"/>
              <a:t>h</a:t>
            </a:r>
            <a:r>
              <a:rPr lang="en-US" i="1" baseline="-25000" dirty="0"/>
              <a:t>4</a:t>
            </a:r>
            <a:r>
              <a:rPr lang="en-US" dirty="0"/>
              <a:t>, </a:t>
            </a:r>
            <a:r>
              <a:rPr lang="en-US" i="1" dirty="0"/>
              <a:t>h</a:t>
            </a:r>
            <a:r>
              <a:rPr lang="en-US" i="1" baseline="-25000" dirty="0"/>
              <a:t>5</a:t>
            </a:r>
            <a:r>
              <a:rPr lang="en-US" dirty="0"/>
              <a:t>) </a:t>
            </a:r>
            <a:r>
              <a:rPr lang="en-US" b="0" i="0" dirty="0">
                <a:solidFill>
                  <a:srgbClr val="1A1A1A"/>
                </a:solidFill>
                <a:effectLst/>
                <a:latin typeface="Noto Serif" panose="02020600060500020200" pitchFamily="18" charset="0"/>
              </a:rPr>
              <a:t>⇒</a:t>
            </a:r>
            <a:r>
              <a:rPr lang="en-US" dirty="0"/>
              <a:t> from one time step to other we will have 5x5 = 25 weights:  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2AEC23C-ECEF-BB1C-E23C-1EE85E36E62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4759" y="1278213"/>
            <a:ext cx="362001" cy="35247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9A8B377-1D3A-C3EA-CFA7-233760C67F5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796297" y="1310391"/>
            <a:ext cx="2280443" cy="177750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350D4AF-9FF1-FAD0-1465-45EFA8A92CB8}"/>
              </a:ext>
            </a:extLst>
          </p:cNvPr>
          <p:cNvSpPr txBox="1"/>
          <p:nvPr/>
        </p:nvSpPr>
        <p:spPr>
          <a:xfrm>
            <a:off x="-43164" y="975020"/>
            <a:ext cx="31816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dirty="0"/>
              <a:t>: here in this example I put just        because otherwise it would make the diagram overly cluttered and harder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278431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DC65-1932-995C-A291-3E21A5B0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3134" y="-430742"/>
            <a:ext cx="10515600" cy="1325563"/>
          </a:xfrm>
        </p:spPr>
        <p:txBody>
          <a:bodyPr/>
          <a:lstStyle/>
          <a:p>
            <a:r>
              <a:rPr lang="en-US" dirty="0"/>
              <a:t>Unfolded form of an RNN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876D1B-A6BF-9BCD-0550-DED2CBFE45D8}"/>
                  </a:ext>
                </a:extLst>
              </p14:cNvPr>
              <p14:cNvContentPartPr/>
              <p14:nvPr/>
            </p14:nvContentPartPr>
            <p14:xfrm>
              <a:off x="3496707" y="981987"/>
              <a:ext cx="608760" cy="262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876D1B-A6BF-9BCD-0550-DED2CBFE45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34067" y="918987"/>
                <a:ext cx="7344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AE899E6-5ED7-2075-CEE9-B14ED3F9AE2C}"/>
                  </a:ext>
                </a:extLst>
              </p14:cNvPr>
              <p14:cNvContentPartPr/>
              <p14:nvPr/>
            </p14:nvContentPartPr>
            <p14:xfrm>
              <a:off x="5404500" y="4046400"/>
              <a:ext cx="1433520" cy="45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AE899E6-5ED7-2075-CEE9-B14ED3F9AE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41500" y="3983400"/>
                <a:ext cx="155916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5D4486-6660-9681-7C8B-46F4AE29DDDD}"/>
                  </a:ext>
                </a:extLst>
              </p14:cNvPr>
              <p14:cNvContentPartPr/>
              <p14:nvPr/>
            </p14:nvContentPartPr>
            <p14:xfrm>
              <a:off x="155547" y="4233120"/>
              <a:ext cx="928080" cy="349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5D4486-6660-9681-7C8B-46F4AE29DD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907" y="4170120"/>
                <a:ext cx="105372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A6B6969-4749-16FC-809D-C98E23F37294}"/>
                  </a:ext>
                </a:extLst>
              </p14:cNvPr>
              <p14:cNvContentPartPr/>
              <p14:nvPr/>
            </p14:nvContentPartPr>
            <p14:xfrm>
              <a:off x="112347" y="4275600"/>
              <a:ext cx="1327680" cy="302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A6B6969-4749-16FC-809D-C98E23F3729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07" y="4212600"/>
                <a:ext cx="145332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F05B289-91EB-85E2-374A-428659618DF7}"/>
                  </a:ext>
                </a:extLst>
              </p14:cNvPr>
              <p14:cNvContentPartPr/>
              <p14:nvPr/>
            </p14:nvContentPartPr>
            <p14:xfrm>
              <a:off x="6573780" y="4510920"/>
              <a:ext cx="367920" cy="565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F05B289-91EB-85E2-374A-428659618DF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10780" y="4447920"/>
                <a:ext cx="493560" cy="69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66A892B-41B3-2293-F33D-256F8101B614}"/>
                  </a:ext>
                </a:extLst>
              </p14:cNvPr>
              <p14:cNvContentPartPr/>
              <p14:nvPr/>
            </p14:nvContentPartPr>
            <p14:xfrm>
              <a:off x="1081360" y="4597320"/>
              <a:ext cx="433080" cy="488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66A892B-41B3-2293-F33D-256F8101B61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8720" y="4534320"/>
                <a:ext cx="558720" cy="61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3498402-AF7F-A5F6-2E99-5E50A7797C1C}"/>
              </a:ext>
            </a:extLst>
          </p:cNvPr>
          <p:cNvGrpSpPr/>
          <p:nvPr/>
        </p:nvGrpSpPr>
        <p:grpSpPr>
          <a:xfrm>
            <a:off x="6878080" y="4495800"/>
            <a:ext cx="107280" cy="20520"/>
            <a:chOff x="6878080" y="4495800"/>
            <a:chExt cx="107280" cy="2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DE6B9E-87F0-C603-710B-F16268E63158}"/>
                    </a:ext>
                  </a:extLst>
                </p14:cNvPr>
                <p14:cNvContentPartPr/>
                <p14:nvPr/>
              </p14:nvContentPartPr>
              <p14:xfrm>
                <a:off x="6985000" y="4495800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DE6B9E-87F0-C603-710B-F16268E631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22000" y="4432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F6A4C3-3B38-D1E0-AA47-FF273A8CC6EE}"/>
                    </a:ext>
                  </a:extLst>
                </p14:cNvPr>
                <p14:cNvContentPartPr/>
                <p14:nvPr/>
              </p14:nvContentPartPr>
              <p14:xfrm>
                <a:off x="6974920" y="4495800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F6A4C3-3B38-D1E0-AA47-FF273A8CC6E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11920" y="4432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F76406B-903A-03A4-07C5-7BB997D3DE74}"/>
                    </a:ext>
                  </a:extLst>
                </p14:cNvPr>
                <p14:cNvContentPartPr/>
                <p14:nvPr/>
              </p14:nvContentPartPr>
              <p14:xfrm>
                <a:off x="6985000" y="4515960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F76406B-903A-03A4-07C5-7BB997D3DE7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22000" y="44533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20C838-DA5E-FBF4-D4AF-2B3A992B8772}"/>
                    </a:ext>
                  </a:extLst>
                </p14:cNvPr>
                <p14:cNvContentPartPr/>
                <p14:nvPr/>
              </p14:nvContentPartPr>
              <p14:xfrm>
                <a:off x="6878080" y="4495800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20C838-DA5E-FBF4-D4AF-2B3A992B87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15080" y="4432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C4F73C-BB65-CDBD-63E4-AC7DAF5FB005}"/>
              </a:ext>
            </a:extLst>
          </p:cNvPr>
          <p:cNvGrpSpPr/>
          <p:nvPr/>
        </p:nvGrpSpPr>
        <p:grpSpPr>
          <a:xfrm>
            <a:off x="6938920" y="4998360"/>
            <a:ext cx="20880" cy="61560"/>
            <a:chOff x="6938920" y="4998360"/>
            <a:chExt cx="20880" cy="6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7B867A-B070-31A5-68B0-367A5ECCE49A}"/>
                    </a:ext>
                  </a:extLst>
                </p14:cNvPr>
                <p14:cNvContentPartPr/>
                <p14:nvPr/>
              </p14:nvContentPartPr>
              <p14:xfrm>
                <a:off x="6938920" y="499836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7B867A-B070-31A5-68B0-367A5ECCE4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76280" y="49357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5193C9-2A6F-45AE-D6D5-E209BC945E82}"/>
                    </a:ext>
                  </a:extLst>
                </p14:cNvPr>
                <p14:cNvContentPartPr/>
                <p14:nvPr/>
              </p14:nvContentPartPr>
              <p14:xfrm>
                <a:off x="6959440" y="5059560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5193C9-2A6F-45AE-D6D5-E209BC945E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96440" y="49965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31E1ACE-8AC0-7C5A-ACF0-C0564EB8A62C}"/>
              </a:ext>
            </a:extLst>
          </p:cNvPr>
          <p:cNvGrpSpPr/>
          <p:nvPr/>
        </p:nvGrpSpPr>
        <p:grpSpPr>
          <a:xfrm>
            <a:off x="1498600" y="4521000"/>
            <a:ext cx="25560" cy="1080"/>
            <a:chOff x="1498600" y="4521000"/>
            <a:chExt cx="25560" cy="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B75559-4D77-19E6-C1B5-9C8637CF8C8B}"/>
                    </a:ext>
                  </a:extLst>
                </p14:cNvPr>
                <p14:cNvContentPartPr/>
                <p14:nvPr/>
              </p14:nvContentPartPr>
              <p14:xfrm>
                <a:off x="1498600" y="4521000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B75559-4D77-19E6-C1B5-9C8637CF8C8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35600" y="44583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49DABC-0BFA-F4F0-BE2A-DC3EFFC67544}"/>
                    </a:ext>
                  </a:extLst>
                </p14:cNvPr>
                <p14:cNvContentPartPr/>
                <p14:nvPr/>
              </p14:nvContentPartPr>
              <p14:xfrm>
                <a:off x="1523800" y="4521000"/>
                <a:ext cx="360" cy="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49DABC-0BFA-F4F0-BE2A-DC3EFFC675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61160" y="4458360"/>
                  <a:ext cx="126000" cy="1267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1" name="Picture 10" descr="A diagram of a network&#10;&#10;Description automatically generated">
            <a:extLst>
              <a:ext uri="{FF2B5EF4-FFF2-40B4-BE49-F238E27FC236}">
                <a16:creationId xmlns:a16="http://schemas.microsoft.com/office/drawing/2014/main" id="{50F3B263-56FE-87E9-FC8C-421236C748F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2099"/>
            <a:ext cx="6305436" cy="3546808"/>
          </a:xfrm>
          <a:prstGeom prst="rect">
            <a:avLst/>
          </a:prstGeom>
        </p:spPr>
      </p:pic>
      <p:pic>
        <p:nvPicPr>
          <p:cNvPr id="17" name="Picture 16" descr="A diagram of a blue circle and red circle&#10;&#10;Description automatically generated">
            <a:extLst>
              <a:ext uri="{FF2B5EF4-FFF2-40B4-BE49-F238E27FC236}">
                <a16:creationId xmlns:a16="http://schemas.microsoft.com/office/drawing/2014/main" id="{6C023778-00E3-B9C4-8B4E-3286FD1C8E2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780" y="448399"/>
            <a:ext cx="3883027" cy="3883027"/>
          </a:xfrm>
          <a:prstGeom prst="rect">
            <a:avLst/>
          </a:prstGeom>
        </p:spPr>
      </p:pic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4BAFD504-2214-3671-5EF2-2B349CAF8C15}"/>
              </a:ext>
            </a:extLst>
          </p:cNvPr>
          <p:cNvSpPr/>
          <p:nvPr/>
        </p:nvSpPr>
        <p:spPr>
          <a:xfrm>
            <a:off x="6658257" y="2033187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079AD5C-6E27-59BC-5987-C97A3431A7E6}"/>
                  </a:ext>
                </a:extLst>
              </p14:cNvPr>
              <p14:cNvContentPartPr/>
              <p14:nvPr/>
            </p14:nvContentPartPr>
            <p14:xfrm>
              <a:off x="5796027" y="5409960"/>
              <a:ext cx="599760" cy="954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079AD5C-6E27-59BC-5987-C97A3431A7E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733387" y="5346960"/>
                <a:ext cx="7254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7AA8A62-5585-B0D8-5B95-2CA0D7C3D531}"/>
                  </a:ext>
                </a:extLst>
              </p14:cNvPr>
              <p14:cNvContentPartPr/>
              <p14:nvPr/>
            </p14:nvContentPartPr>
            <p14:xfrm>
              <a:off x="5570307" y="3805440"/>
              <a:ext cx="88920" cy="182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7AA8A62-5585-B0D8-5B95-2CA0D7C3D53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07667" y="3742440"/>
                <a:ext cx="2145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414E88D-EF3F-B249-A389-00808EE6BD4E}"/>
                  </a:ext>
                </a:extLst>
              </p14:cNvPr>
              <p14:cNvContentPartPr/>
              <p14:nvPr/>
            </p14:nvContentPartPr>
            <p14:xfrm>
              <a:off x="1031427" y="5129880"/>
              <a:ext cx="44280" cy="346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414E88D-EF3F-B249-A389-00808EE6BD4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68427" y="5067240"/>
                <a:ext cx="16992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C91EFE8-2966-6947-BB46-D9534C3044A8}"/>
                  </a:ext>
                </a:extLst>
              </p14:cNvPr>
              <p14:cNvContentPartPr/>
              <p14:nvPr/>
            </p14:nvContentPartPr>
            <p14:xfrm>
              <a:off x="2379267" y="4693560"/>
              <a:ext cx="250200" cy="324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C91EFE8-2966-6947-BB46-D9534C3044A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16267" y="4630560"/>
                <a:ext cx="37584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16846BE-7407-8D89-A473-B3057CA7B20C}"/>
                  </a:ext>
                </a:extLst>
              </p14:cNvPr>
              <p14:cNvContentPartPr/>
              <p14:nvPr/>
            </p14:nvContentPartPr>
            <p14:xfrm>
              <a:off x="3927627" y="4315560"/>
              <a:ext cx="81720" cy="232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16846BE-7407-8D89-A473-B3057CA7B20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64627" y="4252560"/>
                <a:ext cx="207360" cy="358200"/>
              </a:xfrm>
              <a:prstGeom prst="rect">
                <a:avLst/>
              </a:prstGeom>
            </p:spPr>
          </p:pic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B91E7549-ECF0-1D0E-3ADE-CEF706CB7215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689639" y="3962253"/>
            <a:ext cx="6438229" cy="2895747"/>
          </a:xfrm>
          <a:prstGeom prst="rect">
            <a:avLst/>
          </a:prstGeom>
        </p:spPr>
      </p:pic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B4423D35-8F38-28CF-EB4E-FD2B4D45C786}"/>
              </a:ext>
            </a:extLst>
          </p:cNvPr>
          <p:cNvSpPr/>
          <p:nvPr/>
        </p:nvSpPr>
        <p:spPr>
          <a:xfrm>
            <a:off x="1302326" y="5025301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CCA3104-C7D5-52A2-BD79-135A6E66127F}"/>
                  </a:ext>
                </a:extLst>
              </p14:cNvPr>
              <p14:cNvContentPartPr/>
              <p14:nvPr/>
            </p14:nvContentPartPr>
            <p14:xfrm>
              <a:off x="939627" y="3708240"/>
              <a:ext cx="27720" cy="193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CCA3104-C7D5-52A2-BD79-135A6E66127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76627" y="3645600"/>
                <a:ext cx="15336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8EBC5CE-5FFB-5EA5-2DCF-0E653041957D}"/>
                  </a:ext>
                </a:extLst>
              </p14:cNvPr>
              <p14:cNvContentPartPr/>
              <p14:nvPr/>
            </p14:nvContentPartPr>
            <p14:xfrm>
              <a:off x="2230227" y="3326640"/>
              <a:ext cx="142200" cy="170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8EBC5CE-5FFB-5EA5-2DCF-0E653041957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167587" y="3264000"/>
                <a:ext cx="26784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B205E7F-BD80-D63F-A432-89EE030AC65B}"/>
                  </a:ext>
                </a:extLst>
              </p14:cNvPr>
              <p14:cNvContentPartPr/>
              <p14:nvPr/>
            </p14:nvContentPartPr>
            <p14:xfrm>
              <a:off x="3809907" y="2852520"/>
              <a:ext cx="137520" cy="2116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B205E7F-BD80-D63F-A432-89EE030AC65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747267" y="2789880"/>
                <a:ext cx="26316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5996E3C-8482-13CE-9D3E-D46EFCB07BDA}"/>
                  </a:ext>
                </a:extLst>
              </p14:cNvPr>
              <p14:cNvContentPartPr/>
              <p14:nvPr/>
            </p14:nvContentPartPr>
            <p14:xfrm>
              <a:off x="5337027" y="2395680"/>
              <a:ext cx="200160" cy="2034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5996E3C-8482-13CE-9D3E-D46EFCB07BD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274387" y="2333040"/>
                <a:ext cx="325800" cy="32904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B859362E-8C3F-B5FA-683F-0015E4010349}"/>
              </a:ext>
            </a:extLst>
          </p:cNvPr>
          <p:cNvSpPr txBox="1"/>
          <p:nvPr/>
        </p:nvSpPr>
        <p:spPr>
          <a:xfrm>
            <a:off x="127840" y="3620388"/>
            <a:ext cx="204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step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396535-3A82-5CA0-4F63-07B3F4F3F2C7}"/>
              </a:ext>
            </a:extLst>
          </p:cNvPr>
          <p:cNvSpPr txBox="1"/>
          <p:nvPr/>
        </p:nvSpPr>
        <p:spPr>
          <a:xfrm>
            <a:off x="1542356" y="3147651"/>
            <a:ext cx="204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step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EBCF9A-D11E-F59A-AD91-18DC9C4AB3D8}"/>
              </a:ext>
            </a:extLst>
          </p:cNvPr>
          <p:cNvSpPr txBox="1"/>
          <p:nvPr/>
        </p:nvSpPr>
        <p:spPr>
          <a:xfrm>
            <a:off x="3040056" y="2763286"/>
            <a:ext cx="204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step 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A075B2-0215-4058-D57A-79253CB53F65}"/>
              </a:ext>
            </a:extLst>
          </p:cNvPr>
          <p:cNvSpPr txBox="1"/>
          <p:nvPr/>
        </p:nvSpPr>
        <p:spPr>
          <a:xfrm>
            <a:off x="4638993" y="2275856"/>
            <a:ext cx="204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step 4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D20FDC4-28EE-AC5E-DC72-745D045C33FC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819205" y="4248000"/>
            <a:ext cx="1874195" cy="19164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CE95C31-1F3F-2138-BFB6-35DA4834C42B}"/>
                  </a:ext>
                </a:extLst>
              </p14:cNvPr>
              <p14:cNvContentPartPr/>
              <p14:nvPr/>
            </p14:nvContentPartPr>
            <p14:xfrm>
              <a:off x="4256680" y="6131520"/>
              <a:ext cx="108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CE95C31-1F3F-2138-BFB6-35DA4834C42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194040" y="6068520"/>
                <a:ext cx="1267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472ED18-59F6-646C-2909-411D60A7499D}"/>
                  </a:ext>
                </a:extLst>
              </p14:cNvPr>
              <p14:cNvContentPartPr/>
              <p14:nvPr/>
            </p14:nvContentPartPr>
            <p14:xfrm>
              <a:off x="5994040" y="6105960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472ED18-59F6-646C-2909-411D60A749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31400" y="604332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D8E03F2-4E47-F089-B0DD-7E63EF921520}"/>
                  </a:ext>
                </a:extLst>
              </p14:cNvPr>
              <p14:cNvContentPartPr/>
              <p14:nvPr/>
            </p14:nvContentPartPr>
            <p14:xfrm>
              <a:off x="5978920" y="6136560"/>
              <a:ext cx="360" cy="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D8E03F2-4E47-F089-B0DD-7E63EF92152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16280" y="6073560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90A1891C-A1A9-A0DD-36B0-DC48EA193B49}"/>
              </a:ext>
            </a:extLst>
          </p:cNvPr>
          <p:cNvGrpSpPr/>
          <p:nvPr/>
        </p:nvGrpSpPr>
        <p:grpSpPr>
          <a:xfrm>
            <a:off x="7498120" y="6111000"/>
            <a:ext cx="40680" cy="41040"/>
            <a:chOff x="7498120" y="6111000"/>
            <a:chExt cx="40680" cy="4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DB7A21E-FD6A-3822-EE23-B8D7AF5FA8AD}"/>
                    </a:ext>
                  </a:extLst>
                </p14:cNvPr>
                <p14:cNvContentPartPr/>
                <p14:nvPr/>
              </p14:nvContentPartPr>
              <p14:xfrm>
                <a:off x="7498120" y="6151680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DB7A21E-FD6A-3822-EE23-B8D7AF5FA8A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35120" y="60886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1AAB249-E132-81F9-C4ED-96C4C7B1EBBF}"/>
                    </a:ext>
                  </a:extLst>
                </p14:cNvPr>
                <p14:cNvContentPartPr/>
                <p14:nvPr/>
              </p14:nvContentPartPr>
              <p14:xfrm>
                <a:off x="7538440" y="6111000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1AAB249-E132-81F9-C4ED-96C4C7B1EBB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75800" y="60483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B213CCF-A319-1734-256C-2EEC66D5CBFA}"/>
              </a:ext>
            </a:extLst>
          </p:cNvPr>
          <p:cNvGrpSpPr/>
          <p:nvPr/>
        </p:nvGrpSpPr>
        <p:grpSpPr>
          <a:xfrm>
            <a:off x="9169240" y="6116040"/>
            <a:ext cx="3240" cy="30960"/>
            <a:chOff x="9169240" y="6116040"/>
            <a:chExt cx="3240" cy="3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DC1E57C-F884-91D3-443A-E631404D046C}"/>
                    </a:ext>
                  </a:extLst>
                </p14:cNvPr>
                <p14:cNvContentPartPr/>
                <p14:nvPr/>
              </p14:nvContentPartPr>
              <p14:xfrm>
                <a:off x="9169240" y="6146640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DC1E57C-F884-91D3-443A-E631404D04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06600" y="60836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4D4579B-A755-6413-423F-240D699298FF}"/>
                    </a:ext>
                  </a:extLst>
                </p14:cNvPr>
                <p14:cNvContentPartPr/>
                <p14:nvPr/>
              </p14:nvContentPartPr>
              <p14:xfrm>
                <a:off x="9169240" y="6116040"/>
                <a:ext cx="3240" cy="2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4D4579B-A755-6413-423F-240D699298F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106600" y="6053400"/>
                  <a:ext cx="128880" cy="12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70C6863-BC13-214D-9F15-AEAF0CD5B193}"/>
                  </a:ext>
                </a:extLst>
              </p14:cNvPr>
              <p14:cNvContentPartPr/>
              <p14:nvPr/>
            </p14:nvContentPartPr>
            <p14:xfrm>
              <a:off x="5448510" y="5147040"/>
              <a:ext cx="100080" cy="626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70C6863-BC13-214D-9F15-AEAF0CD5B19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430510" y="5129040"/>
                <a:ext cx="13572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074D8DE-FA89-2954-846B-241086BBF58F}"/>
                  </a:ext>
                </a:extLst>
              </p14:cNvPr>
              <p14:cNvContentPartPr/>
              <p14:nvPr/>
            </p14:nvContentPartPr>
            <p14:xfrm>
              <a:off x="7085320" y="5164800"/>
              <a:ext cx="25200" cy="424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074D8DE-FA89-2954-846B-241086BBF58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067320" y="5146800"/>
                <a:ext cx="6084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9722FE2-610E-0CDF-DC51-AA4685919B6E}"/>
                  </a:ext>
                </a:extLst>
              </p14:cNvPr>
              <p14:cNvContentPartPr/>
              <p14:nvPr/>
            </p14:nvContentPartPr>
            <p14:xfrm>
              <a:off x="8699340" y="5142540"/>
              <a:ext cx="108720" cy="626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9722FE2-610E-0CDF-DC51-AA4685919B6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681700" y="5124540"/>
                <a:ext cx="1443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21C4488-589F-8DA5-0008-2DB20377B21C}"/>
                  </a:ext>
                </a:extLst>
              </p14:cNvPr>
              <p14:cNvContentPartPr/>
              <p14:nvPr/>
            </p14:nvContentPartPr>
            <p14:xfrm>
              <a:off x="10338420" y="5161620"/>
              <a:ext cx="106200" cy="446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21C4488-589F-8DA5-0008-2DB20377B21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320780" y="5143620"/>
                <a:ext cx="141840" cy="80280"/>
              </a:xfrm>
              <a:prstGeom prst="rect">
                <a:avLst/>
              </a:prstGeom>
            </p:spPr>
          </p:pic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1F8A5E98-83E6-D886-2541-D4B7FE71F9E7}"/>
              </a:ext>
            </a:extLst>
          </p:cNvPr>
          <p:cNvSpPr txBox="1"/>
          <p:nvPr/>
        </p:nvSpPr>
        <p:spPr>
          <a:xfrm>
            <a:off x="4088066" y="5948963"/>
            <a:ext cx="2386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141E7AF-8754-B414-1B7A-E9AE4AEC093A}"/>
              </a:ext>
            </a:extLst>
          </p:cNvPr>
          <p:cNvSpPr txBox="1"/>
          <p:nvPr/>
        </p:nvSpPr>
        <p:spPr>
          <a:xfrm>
            <a:off x="5336510" y="5034818"/>
            <a:ext cx="2386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E7FBBE-D036-34ED-0734-929C8D29FC68}"/>
              </a:ext>
            </a:extLst>
          </p:cNvPr>
          <p:cNvSpPr txBox="1"/>
          <p:nvPr/>
        </p:nvSpPr>
        <p:spPr>
          <a:xfrm>
            <a:off x="5813253" y="5948963"/>
            <a:ext cx="2386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D7F870-F574-3CEE-D5D9-286D647FBCAD}"/>
              </a:ext>
            </a:extLst>
          </p:cNvPr>
          <p:cNvSpPr txBox="1"/>
          <p:nvPr/>
        </p:nvSpPr>
        <p:spPr>
          <a:xfrm>
            <a:off x="6987505" y="5024700"/>
            <a:ext cx="2386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BE1B77-6BF9-94C1-FD3E-A2FB80FC8DAE}"/>
              </a:ext>
            </a:extLst>
          </p:cNvPr>
          <p:cNvSpPr txBox="1"/>
          <p:nvPr/>
        </p:nvSpPr>
        <p:spPr>
          <a:xfrm>
            <a:off x="7354758" y="5948963"/>
            <a:ext cx="2386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58A0F97-FA00-E353-A9A1-6516BD60AF73}"/>
              </a:ext>
            </a:extLst>
          </p:cNvPr>
          <p:cNvSpPr txBox="1"/>
          <p:nvPr/>
        </p:nvSpPr>
        <p:spPr>
          <a:xfrm>
            <a:off x="8585754" y="5039318"/>
            <a:ext cx="2386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14AB8C5-713C-80F7-7335-C58BB0503BB7}"/>
              </a:ext>
            </a:extLst>
          </p:cNvPr>
          <p:cNvSpPr txBox="1"/>
          <p:nvPr/>
        </p:nvSpPr>
        <p:spPr>
          <a:xfrm>
            <a:off x="9008541" y="5948963"/>
            <a:ext cx="2386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D89E4E-E71F-AF22-71B2-749A163629E7}"/>
              </a:ext>
            </a:extLst>
          </p:cNvPr>
          <p:cNvSpPr txBox="1"/>
          <p:nvPr/>
        </p:nvSpPr>
        <p:spPr>
          <a:xfrm>
            <a:off x="10231547" y="5032472"/>
            <a:ext cx="2386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6358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DC65-1932-995C-A291-3E21A5B0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3134" y="-430742"/>
            <a:ext cx="10515600" cy="1325563"/>
          </a:xfrm>
        </p:spPr>
        <p:txBody>
          <a:bodyPr/>
          <a:lstStyle/>
          <a:p>
            <a:r>
              <a:rPr lang="en-US" dirty="0"/>
              <a:t>VERY IMPORTANT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876D1B-A6BF-9BCD-0550-DED2CBFE45D8}"/>
                  </a:ext>
                </a:extLst>
              </p14:cNvPr>
              <p14:cNvContentPartPr/>
              <p14:nvPr/>
            </p14:nvContentPartPr>
            <p14:xfrm>
              <a:off x="3496707" y="981987"/>
              <a:ext cx="608760" cy="262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876D1B-A6BF-9BCD-0550-DED2CBFE45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34067" y="918987"/>
                <a:ext cx="7344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AE899E6-5ED7-2075-CEE9-B14ED3F9AE2C}"/>
                  </a:ext>
                </a:extLst>
              </p14:cNvPr>
              <p14:cNvContentPartPr/>
              <p14:nvPr/>
            </p14:nvContentPartPr>
            <p14:xfrm>
              <a:off x="5404500" y="4046400"/>
              <a:ext cx="1433520" cy="45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AE899E6-5ED7-2075-CEE9-B14ED3F9AE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41500" y="3983400"/>
                <a:ext cx="155916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5D4486-6660-9681-7C8B-46F4AE29DDDD}"/>
                  </a:ext>
                </a:extLst>
              </p14:cNvPr>
              <p14:cNvContentPartPr/>
              <p14:nvPr/>
            </p14:nvContentPartPr>
            <p14:xfrm>
              <a:off x="155547" y="4233120"/>
              <a:ext cx="928080" cy="349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5D4486-6660-9681-7C8B-46F4AE29DD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907" y="4170120"/>
                <a:ext cx="105372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A6B6969-4749-16FC-809D-C98E23F37294}"/>
                  </a:ext>
                </a:extLst>
              </p14:cNvPr>
              <p14:cNvContentPartPr/>
              <p14:nvPr/>
            </p14:nvContentPartPr>
            <p14:xfrm>
              <a:off x="112347" y="4275600"/>
              <a:ext cx="1327680" cy="302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A6B6969-4749-16FC-809D-C98E23F3729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07" y="4212600"/>
                <a:ext cx="145332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F05B289-91EB-85E2-374A-428659618DF7}"/>
                  </a:ext>
                </a:extLst>
              </p14:cNvPr>
              <p14:cNvContentPartPr/>
              <p14:nvPr/>
            </p14:nvContentPartPr>
            <p14:xfrm>
              <a:off x="6573780" y="4510920"/>
              <a:ext cx="367920" cy="565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F05B289-91EB-85E2-374A-428659618DF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10780" y="4447920"/>
                <a:ext cx="493560" cy="69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66A892B-41B3-2293-F33D-256F8101B614}"/>
                  </a:ext>
                </a:extLst>
              </p14:cNvPr>
              <p14:cNvContentPartPr/>
              <p14:nvPr/>
            </p14:nvContentPartPr>
            <p14:xfrm>
              <a:off x="1081360" y="4597320"/>
              <a:ext cx="433080" cy="488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66A892B-41B3-2293-F33D-256F8101B61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8720" y="4534320"/>
                <a:ext cx="558720" cy="61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3498402-AF7F-A5F6-2E99-5E50A7797C1C}"/>
              </a:ext>
            </a:extLst>
          </p:cNvPr>
          <p:cNvGrpSpPr/>
          <p:nvPr/>
        </p:nvGrpSpPr>
        <p:grpSpPr>
          <a:xfrm>
            <a:off x="6878080" y="4495800"/>
            <a:ext cx="107280" cy="20520"/>
            <a:chOff x="6878080" y="4495800"/>
            <a:chExt cx="107280" cy="2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DE6B9E-87F0-C603-710B-F16268E63158}"/>
                    </a:ext>
                  </a:extLst>
                </p14:cNvPr>
                <p14:cNvContentPartPr/>
                <p14:nvPr/>
              </p14:nvContentPartPr>
              <p14:xfrm>
                <a:off x="6985000" y="4495800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DE6B9E-87F0-C603-710B-F16268E631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22000" y="4432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F6A4C3-3B38-D1E0-AA47-FF273A8CC6EE}"/>
                    </a:ext>
                  </a:extLst>
                </p14:cNvPr>
                <p14:cNvContentPartPr/>
                <p14:nvPr/>
              </p14:nvContentPartPr>
              <p14:xfrm>
                <a:off x="6974920" y="4495800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F6A4C3-3B38-D1E0-AA47-FF273A8CC6E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11920" y="4432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F76406B-903A-03A4-07C5-7BB997D3DE74}"/>
                    </a:ext>
                  </a:extLst>
                </p14:cNvPr>
                <p14:cNvContentPartPr/>
                <p14:nvPr/>
              </p14:nvContentPartPr>
              <p14:xfrm>
                <a:off x="6985000" y="4515960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F76406B-903A-03A4-07C5-7BB997D3DE7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22000" y="44533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20C838-DA5E-FBF4-D4AF-2B3A992B8772}"/>
                    </a:ext>
                  </a:extLst>
                </p14:cNvPr>
                <p14:cNvContentPartPr/>
                <p14:nvPr/>
              </p14:nvContentPartPr>
              <p14:xfrm>
                <a:off x="6878080" y="4495800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20C838-DA5E-FBF4-D4AF-2B3A992B87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15080" y="4432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C4F73C-BB65-CDBD-63E4-AC7DAF5FB005}"/>
              </a:ext>
            </a:extLst>
          </p:cNvPr>
          <p:cNvGrpSpPr/>
          <p:nvPr/>
        </p:nvGrpSpPr>
        <p:grpSpPr>
          <a:xfrm>
            <a:off x="6938920" y="4998360"/>
            <a:ext cx="20880" cy="61560"/>
            <a:chOff x="6938920" y="4998360"/>
            <a:chExt cx="20880" cy="6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7B867A-B070-31A5-68B0-367A5ECCE49A}"/>
                    </a:ext>
                  </a:extLst>
                </p14:cNvPr>
                <p14:cNvContentPartPr/>
                <p14:nvPr/>
              </p14:nvContentPartPr>
              <p14:xfrm>
                <a:off x="6938920" y="499836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7B867A-B070-31A5-68B0-367A5ECCE4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76280" y="49357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5193C9-2A6F-45AE-D6D5-E209BC945E82}"/>
                    </a:ext>
                  </a:extLst>
                </p14:cNvPr>
                <p14:cNvContentPartPr/>
                <p14:nvPr/>
              </p14:nvContentPartPr>
              <p14:xfrm>
                <a:off x="6959440" y="5059560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5193C9-2A6F-45AE-D6D5-E209BC945E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96440" y="49965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31E1ACE-8AC0-7C5A-ACF0-C0564EB8A62C}"/>
              </a:ext>
            </a:extLst>
          </p:cNvPr>
          <p:cNvGrpSpPr/>
          <p:nvPr/>
        </p:nvGrpSpPr>
        <p:grpSpPr>
          <a:xfrm>
            <a:off x="1498600" y="4521000"/>
            <a:ext cx="25560" cy="1080"/>
            <a:chOff x="1498600" y="4521000"/>
            <a:chExt cx="25560" cy="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B75559-4D77-19E6-C1B5-9C8637CF8C8B}"/>
                    </a:ext>
                  </a:extLst>
                </p14:cNvPr>
                <p14:cNvContentPartPr/>
                <p14:nvPr/>
              </p14:nvContentPartPr>
              <p14:xfrm>
                <a:off x="1498600" y="4521000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B75559-4D77-19E6-C1B5-9C8637CF8C8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35600" y="44583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49DABC-0BFA-F4F0-BE2A-DC3EFFC67544}"/>
                    </a:ext>
                  </a:extLst>
                </p14:cNvPr>
                <p14:cNvContentPartPr/>
                <p14:nvPr/>
              </p14:nvContentPartPr>
              <p14:xfrm>
                <a:off x="1523800" y="4521000"/>
                <a:ext cx="360" cy="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49DABC-0BFA-F4F0-BE2A-DC3EFFC675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61160" y="4458360"/>
                  <a:ext cx="126000" cy="1267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1" name="Picture 10" descr="A diagram of a network&#10;&#10;Description automatically generated">
            <a:extLst>
              <a:ext uri="{FF2B5EF4-FFF2-40B4-BE49-F238E27FC236}">
                <a16:creationId xmlns:a16="http://schemas.microsoft.com/office/drawing/2014/main" id="{50F3B263-56FE-87E9-FC8C-421236C748F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1" y="3084316"/>
            <a:ext cx="5379569" cy="3026008"/>
          </a:xfrm>
          <a:prstGeom prst="rect">
            <a:avLst/>
          </a:prstGeom>
        </p:spPr>
      </p:pic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4BAFD504-2214-3671-5EF2-2B349CAF8C15}"/>
              </a:ext>
            </a:extLst>
          </p:cNvPr>
          <p:cNvSpPr/>
          <p:nvPr/>
        </p:nvSpPr>
        <p:spPr>
          <a:xfrm>
            <a:off x="5464773" y="4327213"/>
            <a:ext cx="950699" cy="35565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079AD5C-6E27-59BC-5987-C97A3431A7E6}"/>
                  </a:ext>
                </a:extLst>
              </p14:cNvPr>
              <p14:cNvContentPartPr/>
              <p14:nvPr/>
            </p14:nvContentPartPr>
            <p14:xfrm>
              <a:off x="5796027" y="5409960"/>
              <a:ext cx="599760" cy="954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079AD5C-6E27-59BC-5987-C97A3431A7E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33387" y="5346960"/>
                <a:ext cx="7254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CCA3104-C7D5-52A2-BD79-135A6E66127F}"/>
                  </a:ext>
                </a:extLst>
              </p14:cNvPr>
              <p14:cNvContentPartPr/>
              <p14:nvPr/>
            </p14:nvContentPartPr>
            <p14:xfrm>
              <a:off x="939627" y="3708240"/>
              <a:ext cx="27720" cy="193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CCA3104-C7D5-52A2-BD79-135A6E66127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76627" y="3645600"/>
                <a:ext cx="15336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8EBC5CE-5FFB-5EA5-2DCF-0E653041957D}"/>
                  </a:ext>
                </a:extLst>
              </p14:cNvPr>
              <p14:cNvContentPartPr/>
              <p14:nvPr/>
            </p14:nvContentPartPr>
            <p14:xfrm>
              <a:off x="2230227" y="3326640"/>
              <a:ext cx="142200" cy="170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8EBC5CE-5FFB-5EA5-2DCF-0E653041957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167587" y="3264000"/>
                <a:ext cx="26784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B205E7F-BD80-D63F-A432-89EE030AC65B}"/>
                  </a:ext>
                </a:extLst>
              </p14:cNvPr>
              <p14:cNvContentPartPr/>
              <p14:nvPr/>
            </p14:nvContentPartPr>
            <p14:xfrm>
              <a:off x="3809907" y="2852520"/>
              <a:ext cx="137520" cy="2116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B205E7F-BD80-D63F-A432-89EE030AC65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747267" y="2789880"/>
                <a:ext cx="26316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5996E3C-8482-13CE-9D3E-D46EFCB07BDA}"/>
                  </a:ext>
                </a:extLst>
              </p14:cNvPr>
              <p14:cNvContentPartPr/>
              <p14:nvPr/>
            </p14:nvContentPartPr>
            <p14:xfrm>
              <a:off x="5337027" y="2395680"/>
              <a:ext cx="200160" cy="2034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5996E3C-8482-13CE-9D3E-D46EFCB07BD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274387" y="2333040"/>
                <a:ext cx="32580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2375E5-4ADD-A6BF-E968-A8DB918AF42F}"/>
                  </a:ext>
                </a:extLst>
              </p14:cNvPr>
              <p14:cNvContentPartPr/>
              <p14:nvPr/>
            </p14:nvContentPartPr>
            <p14:xfrm>
              <a:off x="1943100" y="5425800"/>
              <a:ext cx="109800" cy="18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2375E5-4ADD-A6BF-E968-A8DB918AF42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925100" y="5408160"/>
                <a:ext cx="1454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EB6E25-EBFF-B211-7BFE-A7E2DD6B5E18}"/>
                  </a:ext>
                </a:extLst>
              </p14:cNvPr>
              <p14:cNvContentPartPr/>
              <p14:nvPr/>
            </p14:nvContentPartPr>
            <p14:xfrm>
              <a:off x="4653880" y="4679040"/>
              <a:ext cx="66240" cy="140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EB6E25-EBFF-B211-7BFE-A7E2DD6B5E1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618240" y="4643400"/>
                <a:ext cx="13788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9CB5CA-C0FC-86CE-52AE-C37D4E2642D2}"/>
                  </a:ext>
                </a:extLst>
              </p14:cNvPr>
              <p14:cNvContentPartPr/>
              <p14:nvPr/>
            </p14:nvContentPartPr>
            <p14:xfrm>
              <a:off x="3257440" y="5078280"/>
              <a:ext cx="91440" cy="197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9CB5CA-C0FC-86CE-52AE-C37D4E2642D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221440" y="5042640"/>
                <a:ext cx="16308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5FA0068-CF51-2DFA-946B-322C77231A38}"/>
                  </a:ext>
                </a:extLst>
              </p14:cNvPr>
              <p14:cNvContentPartPr/>
              <p14:nvPr/>
            </p14:nvContentPartPr>
            <p14:xfrm>
              <a:off x="1924360" y="5464200"/>
              <a:ext cx="175320" cy="144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5FA0068-CF51-2DFA-946B-322C77231A3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888720" y="5428560"/>
                <a:ext cx="24696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613BA77-8FEB-7FF6-743D-EBEF54555597}"/>
                  </a:ext>
                </a:extLst>
              </p14:cNvPr>
              <p14:cNvContentPartPr/>
              <p14:nvPr/>
            </p14:nvContentPartPr>
            <p14:xfrm>
              <a:off x="793800" y="5799120"/>
              <a:ext cx="39600" cy="142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613BA77-8FEB-7FF6-743D-EBEF5455559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58160" y="5763480"/>
                <a:ext cx="11124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0C466D5-53F9-8E81-E2CA-7237BD5A6980}"/>
                  </a:ext>
                </a:extLst>
              </p14:cNvPr>
              <p14:cNvContentPartPr/>
              <p14:nvPr/>
            </p14:nvContentPartPr>
            <p14:xfrm>
              <a:off x="5054400" y="6073800"/>
              <a:ext cx="356040" cy="27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0C466D5-53F9-8E81-E2CA-7237BD5A698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018400" y="6038160"/>
                <a:ext cx="427680" cy="993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091D837-5C88-3A29-D039-05AC4DA20DF8}"/>
              </a:ext>
            </a:extLst>
          </p:cNvPr>
          <p:cNvSpPr txBox="1"/>
          <p:nvPr/>
        </p:nvSpPr>
        <p:spPr>
          <a:xfrm>
            <a:off x="112347" y="5662939"/>
            <a:ext cx="204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step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0A64A7-055A-3CB0-F14E-5048EEC68D7D}"/>
              </a:ext>
            </a:extLst>
          </p:cNvPr>
          <p:cNvSpPr txBox="1"/>
          <p:nvPr/>
        </p:nvSpPr>
        <p:spPr>
          <a:xfrm>
            <a:off x="1308413" y="5257194"/>
            <a:ext cx="204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step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6DA090-C1F7-D95B-A8E1-616A68411CC5}"/>
              </a:ext>
            </a:extLst>
          </p:cNvPr>
          <p:cNvSpPr txBox="1"/>
          <p:nvPr/>
        </p:nvSpPr>
        <p:spPr>
          <a:xfrm>
            <a:off x="2620367" y="4867937"/>
            <a:ext cx="204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step 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AE090D-89F9-84A4-CCA7-3C396BD91975}"/>
              </a:ext>
            </a:extLst>
          </p:cNvPr>
          <p:cNvSpPr txBox="1"/>
          <p:nvPr/>
        </p:nvSpPr>
        <p:spPr>
          <a:xfrm>
            <a:off x="3848641" y="4490411"/>
            <a:ext cx="204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step 4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EF194D0-E3EF-FCA3-EAEE-3367761B61A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533445" y="3777647"/>
            <a:ext cx="5626346" cy="183127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3AB6056-0AE6-3E80-5159-D36D801EBC4B}"/>
              </a:ext>
            </a:extLst>
          </p:cNvPr>
          <p:cNvSpPr txBox="1"/>
          <p:nvPr/>
        </p:nvSpPr>
        <p:spPr>
          <a:xfrm>
            <a:off x="27567" y="1031940"/>
            <a:ext cx="121644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highlight>
                  <a:srgbClr val="FFFF00"/>
                </a:highlight>
              </a:rPr>
              <a:t>in an RNN, the weights and biases used for computing the hidden state and output are the same at every timestep</a:t>
            </a:r>
            <a:r>
              <a:rPr lang="en-US" sz="2400" dirty="0"/>
              <a:t>: input-to-hidden weights (𝑊</a:t>
            </a:r>
            <a:r>
              <a:rPr lang="en-US" sz="2400" i="1" baseline="-25000" dirty="0" err="1"/>
              <a:t>xh</a:t>
            </a:r>
            <a:r>
              <a:rPr lang="en-US" sz="2400" baseline="-25000" dirty="0"/>
              <a:t> </a:t>
            </a:r>
            <a:r>
              <a:rPr lang="en-US" sz="2400" dirty="0"/>
              <a:t>), hidden-to-hidden (recurrent) weights (𝑊</a:t>
            </a:r>
            <a:r>
              <a:rPr lang="en-US" sz="2400" i="1" baseline="-25000" dirty="0" err="1"/>
              <a:t>hh</a:t>
            </a:r>
            <a:r>
              <a:rPr lang="en-US" sz="2400" dirty="0"/>
              <a:t>​), hidden-to-output weights (𝑊</a:t>
            </a:r>
            <a:r>
              <a:rPr lang="en-US" sz="2400" i="1" baseline="-25000" dirty="0" err="1"/>
              <a:t>hq</a:t>
            </a:r>
            <a:r>
              <a:rPr lang="en-US" sz="2400" baseline="-25000" dirty="0"/>
              <a:t> </a:t>
            </a:r>
            <a:r>
              <a:rPr lang="en-US" sz="2400" dirty="0"/>
              <a:t>) and biases (𝑏)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4593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451279-E318-4FA6-4382-4E8C7FE2A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406" y="77926"/>
            <a:ext cx="4639322" cy="50775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902591-5B7C-EDCF-A011-189F2B755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000" y="5987425"/>
            <a:ext cx="7943718" cy="484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AC3282-9A0D-D0D3-24B3-D61FB243D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8" y="2444873"/>
            <a:ext cx="4852579" cy="782674"/>
          </a:xfrm>
          <a:prstGeom prst="rect">
            <a:avLst/>
          </a:prstGeom>
        </p:spPr>
      </p:pic>
      <p:sp>
        <p:nvSpPr>
          <p:cNvPr id="8" name="Plus Sign 7">
            <a:extLst>
              <a:ext uri="{FF2B5EF4-FFF2-40B4-BE49-F238E27FC236}">
                <a16:creationId xmlns:a16="http://schemas.microsoft.com/office/drawing/2014/main" id="{6F184696-991A-9D15-F52D-72AD0240CBBF}"/>
              </a:ext>
            </a:extLst>
          </p:cNvPr>
          <p:cNvSpPr/>
          <p:nvPr/>
        </p:nvSpPr>
        <p:spPr>
          <a:xfrm>
            <a:off x="4927851" y="2313147"/>
            <a:ext cx="914400" cy="9144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1DB990B-54B2-E72F-D700-BFC1DF031F69}"/>
              </a:ext>
            </a:extLst>
          </p:cNvPr>
          <p:cNvSpPr/>
          <p:nvPr/>
        </p:nvSpPr>
        <p:spPr>
          <a:xfrm>
            <a:off x="10778067" y="261669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5CEDFD6-5821-67D1-BDD2-3BAE46686D3E}"/>
              </a:ext>
            </a:extLst>
          </p:cNvPr>
          <p:cNvSpPr/>
          <p:nvPr/>
        </p:nvSpPr>
        <p:spPr>
          <a:xfrm>
            <a:off x="1193800" y="598742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57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133" y="1884363"/>
            <a:ext cx="11497733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2) </a:t>
            </a:r>
            <a:r>
              <a:rPr lang="en-US" sz="6000" dirty="0" err="1"/>
              <a:t>Prepocessing</a:t>
            </a:r>
            <a:r>
              <a:rPr lang="en-US" sz="6000" dirty="0"/>
              <a:t> steps for text in </a:t>
            </a:r>
            <a:r>
              <a:rPr lang="en-US" sz="6000" dirty="0" err="1"/>
              <a:t>PyTorch</a:t>
            </a: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546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2EC909-9313-24FA-5AD5-62C48E1C31F5}"/>
              </a:ext>
            </a:extLst>
          </p:cNvPr>
          <p:cNvSpPr txBox="1"/>
          <p:nvPr/>
        </p:nvSpPr>
        <p:spPr>
          <a:xfrm>
            <a:off x="110066" y="559138"/>
            <a:ext cx="11353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Preprocessing steps for text</a:t>
            </a:r>
            <a:r>
              <a:rPr lang="en-US" sz="2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lvl="1"/>
            <a:r>
              <a:rPr lang="en-US" sz="2800" dirty="0"/>
              <a:t>1) Load text as strings into memory</a:t>
            </a:r>
          </a:p>
          <a:p>
            <a:pPr lvl="1"/>
            <a:r>
              <a:rPr lang="en-US" sz="2800" dirty="0"/>
              <a:t>2) Split strings into </a:t>
            </a:r>
            <a:r>
              <a:rPr lang="en-US" sz="2800" b="1" dirty="0">
                <a:highlight>
                  <a:srgbClr val="FFFF00"/>
                </a:highlight>
              </a:rPr>
              <a:t>tokens</a:t>
            </a:r>
            <a:r>
              <a:rPr lang="en-US" sz="2800" dirty="0"/>
              <a:t> (e.g. words and characters)</a:t>
            </a:r>
          </a:p>
          <a:p>
            <a:pPr lvl="1"/>
            <a:r>
              <a:rPr lang="en-US" sz="2800" dirty="0"/>
              <a:t>3) Build a table of vocabulary/dictionary to map the split tokens to numerical indices (starting from 0)</a:t>
            </a:r>
          </a:p>
          <a:p>
            <a:pPr lvl="1"/>
            <a:r>
              <a:rPr lang="en-US" sz="2800" dirty="0"/>
              <a:t>4) Convert text into sequences of numerical indices so they can be manipulated by RNNs easily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21994-093E-FE91-5E44-F10977281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695" y="3716867"/>
            <a:ext cx="4671196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21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8251C-23F0-8AAF-BD18-B6B9AF834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5142"/>
            <a:ext cx="10515600" cy="1325563"/>
          </a:xfrm>
        </p:spPr>
        <p:txBody>
          <a:bodyPr/>
          <a:lstStyle/>
          <a:p>
            <a:r>
              <a:rPr lang="en-US" sz="4400" dirty="0"/>
              <a:t>Load text as strings into memory</a:t>
            </a:r>
            <a:br>
              <a:rPr lang="en-US" sz="4400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043C9-965A-A457-3ADB-02A95B16C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87" y="810154"/>
            <a:ext cx="10253883" cy="13512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9237B2-41B3-7310-592B-B9EE8A4B0D09}"/>
              </a:ext>
            </a:extLst>
          </p:cNvPr>
          <p:cNvSpPr txBox="1"/>
          <p:nvPr/>
        </p:nvSpPr>
        <p:spPr>
          <a:xfrm>
            <a:off x="246900" y="2233024"/>
            <a:ext cx="1147229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err="1"/>
              <a:t>read_time_machine</a:t>
            </a:r>
            <a:r>
              <a:rPr lang="en-US" i="1" dirty="0"/>
              <a:t>() </a:t>
            </a:r>
            <a:r>
              <a:rPr lang="en-US" dirty="0"/>
              <a:t>function reads the dataset into a list of text 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 err="1"/>
              <a:t>timemachine.text</a:t>
            </a:r>
            <a:r>
              <a:rPr lang="en-US" b="1" i="1" dirty="0"/>
              <a:t> </a:t>
            </a:r>
            <a:r>
              <a:rPr lang="en-US" dirty="0"/>
              <a:t>contains the full text of </a:t>
            </a:r>
            <a:r>
              <a:rPr lang="en-US" i="1" dirty="0"/>
              <a:t>The Time Machine</a:t>
            </a:r>
            <a:r>
              <a:rPr lang="en-US" dirty="0"/>
              <a:t>, a classic science fiction novel by H.G. Wells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NOTE 1</a:t>
            </a:r>
            <a:r>
              <a:rPr lang="en-US" dirty="0"/>
              <a:t>: each line is a string! (I know it’s weird to say that a line is a string but look at the example below </a:t>
            </a:r>
            <a:r>
              <a:rPr lang="en-US" dirty="0">
                <a:sym typeface="Wingdings" panose="05000000000000000000" pitchFamily="2" charset="2"/>
              </a:rPr>
              <a:t>)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NOTE 2</a:t>
            </a:r>
            <a:r>
              <a:rPr lang="en-US" dirty="0"/>
              <a:t>:  - we removed non-alphabetical characters ([^A-Za-z]+) and replaces them with spaces</a:t>
            </a:r>
          </a:p>
          <a:p>
            <a:r>
              <a:rPr lang="en-US" dirty="0"/>
              <a:t>	               - we striped extra whitespace and converts all text to lowercase (.lower())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9442D6-50BB-9F20-7624-41B843E51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114" y="4135072"/>
            <a:ext cx="1743886" cy="273208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A713899-57FB-6280-BB8F-BD25A90E89D1}"/>
              </a:ext>
            </a:extLst>
          </p:cNvPr>
          <p:cNvGrpSpPr/>
          <p:nvPr/>
        </p:nvGrpSpPr>
        <p:grpSpPr>
          <a:xfrm>
            <a:off x="3132387" y="758427"/>
            <a:ext cx="5762160" cy="673200"/>
            <a:chOff x="3132387" y="758427"/>
            <a:chExt cx="5762160" cy="67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CE6FDD4-D6A8-EFB0-731F-50D81225221E}"/>
                    </a:ext>
                  </a:extLst>
                </p14:cNvPr>
                <p14:cNvContentPartPr/>
                <p14:nvPr/>
              </p14:nvContentPartPr>
              <p14:xfrm>
                <a:off x="3132387" y="776067"/>
                <a:ext cx="5701320" cy="655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CE6FDD4-D6A8-EFB0-731F-50D8122522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14387" y="758427"/>
                  <a:ext cx="573696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608AFAC-05D5-4072-D549-A4FD1A3C9E62}"/>
                    </a:ext>
                  </a:extLst>
                </p14:cNvPr>
                <p14:cNvContentPartPr/>
                <p14:nvPr/>
              </p14:nvContentPartPr>
              <p14:xfrm>
                <a:off x="8593587" y="758427"/>
                <a:ext cx="300960" cy="132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608AFAC-05D5-4072-D549-A4FD1A3C9E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75587" y="740427"/>
                  <a:ext cx="336600" cy="168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453F974-0070-6BF5-3F6A-0BCD89683E5F}"/>
              </a:ext>
            </a:extLst>
          </p:cNvPr>
          <p:cNvSpPr txBox="1"/>
          <p:nvPr/>
        </p:nvSpPr>
        <p:spPr>
          <a:xfrm>
            <a:off x="8833707" y="79408"/>
            <a:ext cx="276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function from the lab, search it with CTRL + F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470EE8C-003A-58DE-B6E9-9B4E4394B6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5867" y="4565835"/>
            <a:ext cx="4140200" cy="21724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C741BD81-C145-1E5C-068A-E824A9ACB42E}"/>
              </a:ext>
            </a:extLst>
          </p:cNvPr>
          <p:cNvGrpSpPr/>
          <p:nvPr/>
        </p:nvGrpSpPr>
        <p:grpSpPr>
          <a:xfrm>
            <a:off x="5358987" y="5071560"/>
            <a:ext cx="488160" cy="68400"/>
            <a:chOff x="5358987" y="5071560"/>
            <a:chExt cx="48816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5E6FC9-DC43-F084-D669-6723CA549C14}"/>
                    </a:ext>
                  </a:extLst>
                </p14:cNvPr>
                <p14:cNvContentPartPr/>
                <p14:nvPr/>
              </p14:nvContentPartPr>
              <p14:xfrm>
                <a:off x="5358987" y="5114040"/>
                <a:ext cx="39708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5E6FC9-DC43-F084-D669-6723CA549C1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41347" y="5096040"/>
                  <a:ext cx="432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14F517E-D0D5-9F6C-F41C-804CCE3C952A}"/>
                    </a:ext>
                  </a:extLst>
                </p14:cNvPr>
                <p14:cNvContentPartPr/>
                <p14:nvPr/>
              </p14:nvContentPartPr>
              <p14:xfrm>
                <a:off x="5698107" y="5071560"/>
                <a:ext cx="149040" cy="68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14F517E-D0D5-9F6C-F41C-804CCE3C952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80107" y="5053560"/>
                  <a:ext cx="18468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EDEAFC-D574-C37F-4052-BFA08B309FCF}"/>
              </a:ext>
            </a:extLst>
          </p:cNvPr>
          <p:cNvGrpSpPr/>
          <p:nvPr/>
        </p:nvGrpSpPr>
        <p:grpSpPr>
          <a:xfrm>
            <a:off x="3733587" y="5215560"/>
            <a:ext cx="571320" cy="90000"/>
            <a:chOff x="3733587" y="5215560"/>
            <a:chExt cx="571320" cy="9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B8F054-B24C-E700-0069-7F2F2057983C}"/>
                    </a:ext>
                  </a:extLst>
                </p14:cNvPr>
                <p14:cNvContentPartPr/>
                <p14:nvPr/>
              </p14:nvContentPartPr>
              <p14:xfrm>
                <a:off x="3733587" y="5266320"/>
                <a:ext cx="5025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B8F054-B24C-E700-0069-7F2F2057983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15587" y="5248320"/>
                  <a:ext cx="538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EEBC8E2-EF1A-8251-28A7-B3428CEE70B6}"/>
                    </a:ext>
                  </a:extLst>
                </p14:cNvPr>
                <p14:cNvContentPartPr/>
                <p14:nvPr/>
              </p14:nvContentPartPr>
              <p14:xfrm>
                <a:off x="4129947" y="5215560"/>
                <a:ext cx="174960" cy="90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EEBC8E2-EF1A-8251-28A7-B3428CEE70B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11947" y="5197560"/>
                  <a:ext cx="210600" cy="125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4AE3BE6-7BE6-213B-9F16-4B6E4DDB3185}"/>
              </a:ext>
            </a:extLst>
          </p:cNvPr>
          <p:cNvSpPr txBox="1"/>
          <p:nvPr/>
        </p:nvSpPr>
        <p:spPr>
          <a:xfrm>
            <a:off x="5847147" y="4896988"/>
            <a:ext cx="183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first line/string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DCA7E0-BF5A-968B-2FAB-9D7A7BC6D185}"/>
              </a:ext>
            </a:extLst>
          </p:cNvPr>
          <p:cNvSpPr txBox="1"/>
          <p:nvPr/>
        </p:nvSpPr>
        <p:spPr>
          <a:xfrm>
            <a:off x="4293007" y="5098037"/>
            <a:ext cx="263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second line/string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20A12A-F198-4703-B03B-FA66D78DCAD1}"/>
              </a:ext>
            </a:extLst>
          </p:cNvPr>
          <p:cNvSpPr txBox="1"/>
          <p:nvPr/>
        </p:nvSpPr>
        <p:spPr>
          <a:xfrm>
            <a:off x="3733587" y="5363608"/>
            <a:ext cx="263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…and so on…</a:t>
            </a:r>
          </a:p>
        </p:txBody>
      </p:sp>
    </p:spTree>
    <p:extLst>
      <p:ext uri="{BB962C8B-B14F-4D97-AF65-F5344CB8AC3E}">
        <p14:creationId xmlns:p14="http://schemas.microsoft.com/office/powerpoint/2010/main" val="1429466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C05B-D9C9-CBF8-E5B4-8A3050D3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1559"/>
            <a:ext cx="12716933" cy="1325563"/>
          </a:xfrm>
        </p:spPr>
        <p:txBody>
          <a:bodyPr>
            <a:normAutofit/>
          </a:bodyPr>
          <a:lstStyle/>
          <a:p>
            <a:r>
              <a:rPr lang="en-US" sz="4400" dirty="0"/>
              <a:t>Split strings into </a:t>
            </a:r>
            <a:r>
              <a:rPr lang="en-US" sz="4400" b="1" dirty="0"/>
              <a:t>tokens</a:t>
            </a:r>
            <a:r>
              <a:rPr lang="en-US" sz="4400" dirty="0"/>
              <a:t> (e.g. words and characters)</a:t>
            </a:r>
            <a:br>
              <a:rPr lang="en-US" sz="4400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48782D-2F78-DCF1-8CEF-4512B53D2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195" y="681037"/>
            <a:ext cx="5344271" cy="19338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0F2E3E-321D-0E7B-0D5C-7C92E46C06DD}"/>
              </a:ext>
            </a:extLst>
          </p:cNvPr>
          <p:cNvSpPr txBox="1"/>
          <p:nvPr/>
        </p:nvSpPr>
        <p:spPr>
          <a:xfrm>
            <a:off x="289233" y="2732558"/>
            <a:ext cx="114722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tokenize() </a:t>
            </a:r>
            <a:r>
              <a:rPr lang="en-US" dirty="0"/>
              <a:t>function takes a list (lines) as the input and splits each text line into a list of </a:t>
            </a:r>
            <a:r>
              <a:rPr lang="en-US" b="1" dirty="0">
                <a:highlight>
                  <a:srgbClr val="FFFF00"/>
                </a:highlight>
              </a:rPr>
              <a:t>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supports tokenization at two levels: </a:t>
            </a:r>
            <a:r>
              <a:rPr lang="en-US" b="1" dirty="0"/>
              <a:t>word</a:t>
            </a:r>
            <a:r>
              <a:rPr lang="en-US" dirty="0"/>
              <a:t> and </a:t>
            </a:r>
            <a:r>
              <a:rPr lang="en-US" b="1" dirty="0"/>
              <a:t>character</a:t>
            </a:r>
            <a:r>
              <a:rPr lang="en-US" dirty="0"/>
              <a:t>. This is a common preprocessing step in natural language processing (NLP)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word level: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character level: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1D6FEE-F102-5FC5-9E75-53E2BF54F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53" y="3977704"/>
            <a:ext cx="4912380" cy="10462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E5AC1D-2095-C0FC-B596-6205DDAFB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53" y="5642186"/>
            <a:ext cx="11341082" cy="86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90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B94E-0346-D2F0-C5F8-FFE09E73E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1125"/>
            <a:ext cx="12132733" cy="132556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Build a table of vocabulary/dictionary to map the split tokens to numerical indices (starting from 0)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FD1E2-24B5-0478-9508-C1C92B98C097}"/>
              </a:ext>
            </a:extLst>
          </p:cNvPr>
          <p:cNvSpPr txBox="1"/>
          <p:nvPr/>
        </p:nvSpPr>
        <p:spPr>
          <a:xfrm>
            <a:off x="0" y="1436688"/>
            <a:ext cx="114722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string type of the token is inconvenient to be used by models which take numerical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we switch from string to numerical?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r>
              <a:rPr lang="en-US" dirty="0"/>
              <a:t>a) count the unique tokens in the dataset (here dataset is often called </a:t>
            </a:r>
            <a:r>
              <a:rPr lang="en-US" b="1" dirty="0"/>
              <a:t>corpus</a:t>
            </a:r>
            <a:r>
              <a:rPr lang="en-US" dirty="0"/>
              <a:t>) and then </a:t>
            </a:r>
          </a:p>
          <a:p>
            <a:pPr lvl="1"/>
            <a:r>
              <a:rPr lang="en-US" dirty="0"/>
              <a:t>assign a numerical index to each unique token according to its frequency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1E69C0-EB04-9FDB-339B-BBC51FB03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067" y="851066"/>
            <a:ext cx="2624665" cy="258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3B4B45-752B-8D47-DB94-5B0D117B9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201" y="2177079"/>
            <a:ext cx="635000" cy="646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6D4D8-404E-6988-3684-20CB6A88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68" y="920692"/>
            <a:ext cx="635000" cy="6469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21600A-B356-5197-3623-8F8681F045B4}"/>
              </a:ext>
            </a:extLst>
          </p:cNvPr>
          <p:cNvSpPr txBox="1"/>
          <p:nvPr/>
        </p:nvSpPr>
        <p:spPr>
          <a:xfrm>
            <a:off x="436033" y="3420533"/>
            <a:ext cx="6206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 suppose we have the following dataset: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9CD16A-2D44-C6B3-B4A0-F2C79B670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885" y="3798331"/>
            <a:ext cx="4936787" cy="6636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C885B7-B8CB-D0AE-06DE-B67F177C1E9C}"/>
              </a:ext>
            </a:extLst>
          </p:cNvPr>
          <p:cNvSpPr txBox="1"/>
          <p:nvPr/>
        </p:nvSpPr>
        <p:spPr>
          <a:xfrm>
            <a:off x="1511299" y="4515251"/>
            <a:ext cx="9960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first calculate how many times each token appears in the dataset: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C61C28-F4BE-AA3C-4A3C-E0E53E856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9976" y="4878948"/>
            <a:ext cx="916603" cy="186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49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B94E-0346-D2F0-C5F8-FFE09E73E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1125"/>
            <a:ext cx="12132733" cy="132556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Build a table of vocabulary/dictionary to map the split tokens to numerical indices (starting from 0)</a:t>
            </a:r>
            <a:br>
              <a:rPr lang="en-US" sz="4400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C559F-A045-7067-1A78-26AEDEB715ED}"/>
              </a:ext>
            </a:extLst>
          </p:cNvPr>
          <p:cNvSpPr txBox="1"/>
          <p:nvPr/>
        </p:nvSpPr>
        <p:spPr>
          <a:xfrm>
            <a:off x="1037166" y="1113522"/>
            <a:ext cx="11095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assign numerical indices to the sorted tokens, starting from 0 for unknown </a:t>
            </a:r>
            <a:r>
              <a:rPr lang="en-US" b="1" dirty="0"/>
              <a:t>(</a:t>
            </a:r>
            <a:r>
              <a:rPr lang="en-US" b="1" dirty="0">
                <a:highlight>
                  <a:srgbClr val="FFFF00"/>
                </a:highlight>
              </a:rPr>
              <a:t>&lt;</a:t>
            </a:r>
            <a:r>
              <a:rPr lang="en-US" b="1" dirty="0" err="1">
                <a:highlight>
                  <a:srgbClr val="FFFF00"/>
                </a:highlight>
              </a:rPr>
              <a:t>unk</a:t>
            </a:r>
            <a:r>
              <a:rPr lang="en-US" b="1" dirty="0">
                <a:highlight>
                  <a:srgbClr val="FFFF00"/>
                </a:highlight>
              </a:rPr>
              <a:t>&gt;</a:t>
            </a:r>
            <a:r>
              <a:rPr lang="en-US" b="1" dirty="0"/>
              <a:t>)</a:t>
            </a:r>
            <a:r>
              <a:rPr lang="en-US" dirty="0"/>
              <a:t> and including reserved tokens if needed: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47DC12-2F82-E580-4684-7630982AD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712" y="1535422"/>
            <a:ext cx="3424021" cy="24041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71DD9D1-F4F8-6A68-CBC6-3CFC1554C635}"/>
              </a:ext>
            </a:extLst>
          </p:cNvPr>
          <p:cNvSpPr txBox="1"/>
          <p:nvPr/>
        </p:nvSpPr>
        <p:spPr>
          <a:xfrm>
            <a:off x="-1" y="4038256"/>
            <a:ext cx="122936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rarely appeared tokens are often removed to reduce the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token that does not exist in the dataset/corpus or has been removed is mapped into a special unknown token </a:t>
            </a:r>
            <a:r>
              <a:rPr lang="en-US" b="1" dirty="0">
                <a:highlight>
                  <a:srgbClr val="FFFF00"/>
                </a:highlight>
              </a:rPr>
              <a:t>&lt;</a:t>
            </a:r>
            <a:r>
              <a:rPr lang="en-US" b="1" dirty="0" err="1">
                <a:highlight>
                  <a:srgbClr val="FFFF00"/>
                </a:highlight>
              </a:rPr>
              <a:t>unk</a:t>
            </a:r>
            <a:r>
              <a:rPr lang="en-US" b="1" dirty="0">
                <a:highlight>
                  <a:srgbClr val="FFFF00"/>
                </a:highlight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reserved tokens:    - </a:t>
            </a:r>
            <a:r>
              <a:rPr lang="en-US" b="1" dirty="0">
                <a:highlight>
                  <a:srgbClr val="FFFF00"/>
                </a:highlight>
              </a:rPr>
              <a:t>&lt;pad&gt; </a:t>
            </a:r>
            <a:r>
              <a:rPr lang="en-US" dirty="0"/>
              <a:t>- padding - is used to pad sequences so that all input sequences have the same length. 				This is necessary because ML models often require inputs of fixed size for batch 					processing:</a:t>
            </a:r>
          </a:p>
          <a:p>
            <a:pPr lvl="4"/>
            <a:r>
              <a:rPr lang="en-US" dirty="0"/>
              <a:t>	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5B0B9B8-57DD-CF09-3D26-01F196933C72}"/>
                  </a:ext>
                </a:extLst>
              </p14:cNvPr>
              <p14:cNvContentPartPr/>
              <p14:nvPr/>
            </p14:nvContentPartPr>
            <p14:xfrm>
              <a:off x="4852107" y="3775227"/>
              <a:ext cx="2379240" cy="500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5B0B9B8-57DD-CF09-3D26-01F196933C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4467" y="3757587"/>
                <a:ext cx="2414880" cy="5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5FE9262-1073-B1E7-73FC-1F9B7950EC45}"/>
                  </a:ext>
                </a:extLst>
              </p14:cNvPr>
              <p14:cNvContentPartPr/>
              <p14:nvPr/>
            </p14:nvContentPartPr>
            <p14:xfrm>
              <a:off x="4781547" y="3699987"/>
              <a:ext cx="165600" cy="135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5FE9262-1073-B1E7-73FC-1F9B7950EC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63547" y="3681987"/>
                <a:ext cx="201240" cy="17064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3BEA281F-8DB0-2CC6-C0C0-316390460DD1}"/>
              </a:ext>
            </a:extLst>
          </p:cNvPr>
          <p:cNvSpPr txBox="1"/>
          <p:nvPr/>
        </p:nvSpPr>
        <p:spPr>
          <a:xfrm>
            <a:off x="5774266" y="3429000"/>
            <a:ext cx="370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example this one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B801B13-1D02-5BFD-7771-A6B6B36A43CE}"/>
                  </a:ext>
                </a:extLst>
              </p14:cNvPr>
              <p14:cNvContentPartPr/>
              <p14:nvPr/>
            </p14:nvContentPartPr>
            <p14:xfrm>
              <a:off x="7077267" y="1931667"/>
              <a:ext cx="4615200" cy="2640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B801B13-1D02-5BFD-7771-A6B6B36A43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59627" y="1913667"/>
                <a:ext cx="4650840" cy="267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3C62D71-EBD7-51BE-6C1C-E1618BBE417E}"/>
              </a:ext>
            </a:extLst>
          </p:cNvPr>
          <p:cNvGrpSpPr/>
          <p:nvPr/>
        </p:nvGrpSpPr>
        <p:grpSpPr>
          <a:xfrm>
            <a:off x="7086267" y="1872627"/>
            <a:ext cx="101880" cy="145080"/>
            <a:chOff x="7086267" y="1872627"/>
            <a:chExt cx="10188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2570E6-D1B2-C894-DA6A-DB72C211A55E}"/>
                    </a:ext>
                  </a:extLst>
                </p14:cNvPr>
                <p14:cNvContentPartPr/>
                <p14:nvPr/>
              </p14:nvContentPartPr>
              <p14:xfrm>
                <a:off x="7094907" y="1960107"/>
                <a:ext cx="87120" cy="57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2570E6-D1B2-C894-DA6A-DB72C211A55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76907" y="1942467"/>
                  <a:ext cx="122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B77BF93-A790-3252-BD74-ED5334212A37}"/>
                    </a:ext>
                  </a:extLst>
                </p14:cNvPr>
                <p14:cNvContentPartPr/>
                <p14:nvPr/>
              </p14:nvContentPartPr>
              <p14:xfrm>
                <a:off x="7086267" y="1872627"/>
                <a:ext cx="101880" cy="66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B77BF93-A790-3252-BD74-ED5334212A3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68627" y="1854987"/>
                  <a:ext cx="137520" cy="102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67416155-081B-1032-B6AE-AEECC331FC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7100" y="6122186"/>
            <a:ext cx="5487166" cy="62873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50812B2-3EA7-4375-8815-7ED9471CEEE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00723" y="6115608"/>
            <a:ext cx="4791744" cy="647790"/>
          </a:xfrm>
          <a:prstGeom prst="rect">
            <a:avLst/>
          </a:prstGeom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BBD7C42A-4AD3-7CB2-9785-47F18D047621}"/>
              </a:ext>
            </a:extLst>
          </p:cNvPr>
          <p:cNvSpPr/>
          <p:nvPr/>
        </p:nvSpPr>
        <p:spPr>
          <a:xfrm>
            <a:off x="5979718" y="6306870"/>
            <a:ext cx="715552" cy="3167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70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B94E-0346-D2F0-C5F8-FFE09E73E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1125"/>
            <a:ext cx="12132733" cy="132556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Build a table of vocabulary/dictionary to map the split tokens to numerical indices (starting from 0)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CD320-5660-D0EE-F262-49D172F1FE46}"/>
              </a:ext>
            </a:extLst>
          </p:cNvPr>
          <p:cNvSpPr txBox="1"/>
          <p:nvPr/>
        </p:nvSpPr>
        <p:spPr>
          <a:xfrm>
            <a:off x="723899" y="1354043"/>
            <a:ext cx="113326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/>
            <a:r>
              <a:rPr lang="en-US" dirty="0"/>
              <a:t>- </a:t>
            </a:r>
            <a:r>
              <a:rPr lang="en-US" b="1" dirty="0">
                <a:highlight>
                  <a:srgbClr val="FFFF00"/>
                </a:highlight>
              </a:rPr>
              <a:t>&lt;</a:t>
            </a:r>
            <a:r>
              <a:rPr lang="en-US" b="1" dirty="0" err="1">
                <a:highlight>
                  <a:srgbClr val="FFFF00"/>
                </a:highlight>
              </a:rPr>
              <a:t>bos</a:t>
            </a:r>
            <a:r>
              <a:rPr lang="en-US" b="1" dirty="0">
                <a:highlight>
                  <a:srgbClr val="FFFF00"/>
                </a:highlight>
              </a:rPr>
              <a:t>&gt; </a:t>
            </a:r>
            <a:r>
              <a:rPr lang="en-US" dirty="0"/>
              <a:t>- beginning of a sequence – it’s used to mark the start of a sequence, indicating where the input begins: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r>
              <a:rPr lang="en-US" dirty="0"/>
              <a:t>- </a:t>
            </a:r>
            <a:r>
              <a:rPr lang="en-US" b="1" dirty="0">
                <a:highlight>
                  <a:srgbClr val="FFFF00"/>
                </a:highlight>
              </a:rPr>
              <a:t>&lt;</a:t>
            </a:r>
            <a:r>
              <a:rPr lang="en-US" b="1" dirty="0" err="1">
                <a:highlight>
                  <a:srgbClr val="FFFF00"/>
                </a:highlight>
              </a:rPr>
              <a:t>eos</a:t>
            </a:r>
            <a:r>
              <a:rPr lang="en-US" b="1" dirty="0">
                <a:highlight>
                  <a:srgbClr val="FFFF00"/>
                </a:highlight>
              </a:rPr>
              <a:t>&gt; </a:t>
            </a:r>
            <a:r>
              <a:rPr lang="en-US" dirty="0"/>
              <a:t>- end of a sequence - it marks the end of a sequence, signaling the model to stop processing or generating further tokens: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60A63-26FC-0666-BB8E-7EB1987AA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733" y="2120459"/>
            <a:ext cx="4880611" cy="9360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FB3F52-64A1-3089-99C1-BB9E441EF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8" y="4120050"/>
            <a:ext cx="6145701" cy="5457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331B2F-C3B6-23CD-1E18-2F80899BFD0B}"/>
              </a:ext>
            </a:extLst>
          </p:cNvPr>
          <p:cNvSpPr txBox="1"/>
          <p:nvPr/>
        </p:nvSpPr>
        <p:spPr>
          <a:xfrm>
            <a:off x="190498" y="5408590"/>
            <a:ext cx="11751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Let’s explain now step by step the Vocab class (see next slide)</a:t>
            </a:r>
          </a:p>
        </p:txBody>
      </p:sp>
    </p:spTree>
    <p:extLst>
      <p:ext uri="{BB962C8B-B14F-4D97-AF65-F5344CB8AC3E}">
        <p14:creationId xmlns:p14="http://schemas.microsoft.com/office/powerpoint/2010/main" val="1318999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B94E-0346-D2F0-C5F8-FFE09E73E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1125"/>
            <a:ext cx="12132733" cy="132556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Build a table of vocabulary/dictionary to map the split tokens to numerical indices (starting from 0)</a:t>
            </a:r>
            <a:br>
              <a:rPr lang="en-US" sz="4400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0078A-EA0E-6AF2-B92D-2BBFBEDF4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36688"/>
            <a:ext cx="7154273" cy="48774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4A8BBC-DF1B-8F8A-B8BB-4F0CD7CA2A2D}"/>
              </a:ext>
            </a:extLst>
          </p:cNvPr>
          <p:cNvSpPr txBox="1"/>
          <p:nvPr/>
        </p:nvSpPr>
        <p:spPr>
          <a:xfrm>
            <a:off x="7154272" y="1370333"/>
            <a:ext cx="503772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tokens: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list (or list of lists) of tokens, such as words or characters. These tokens will be used to build the vocabulary.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default: None (empty vocabulary)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min_freq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minimum frequency threshold for tokens to be included in the vocabulary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default: 0 (include all tokens, regardless of frequency)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reserved_tokens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list of tokens that are always included in the vocabulary, such as &lt;pad&gt;, &lt;</a:t>
            </a:r>
            <a:r>
              <a:rPr lang="en-US" dirty="0" err="1"/>
              <a:t>bos</a:t>
            </a:r>
            <a:r>
              <a:rPr lang="en-US" dirty="0"/>
              <a:t>&gt;, &lt;</a:t>
            </a:r>
            <a:r>
              <a:rPr lang="en-US" dirty="0" err="1"/>
              <a:t>eos</a:t>
            </a:r>
            <a:r>
              <a:rPr lang="en-US" dirty="0"/>
              <a:t>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default: None (no reserved tokens)</a:t>
            </a:r>
          </a:p>
        </p:txBody>
      </p:sp>
    </p:spTree>
    <p:extLst>
      <p:ext uri="{BB962C8B-B14F-4D97-AF65-F5344CB8AC3E}">
        <p14:creationId xmlns:p14="http://schemas.microsoft.com/office/powerpoint/2010/main" val="1647880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B94E-0346-D2F0-C5F8-FFE09E73E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1125"/>
            <a:ext cx="12132733" cy="132556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Build a table of vocabulary/dictionary to map the split tokens to numerical indices (starting from 0)</a:t>
            </a:r>
            <a:br>
              <a:rPr lang="en-US" sz="4400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AA9DD6-3623-ED0F-9A4B-C75E72D99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52008"/>
            <a:ext cx="5240628" cy="5494867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C8B40146-4447-F4C2-2DF6-DAB3F86083EC}"/>
              </a:ext>
            </a:extLst>
          </p:cNvPr>
          <p:cNvSpPr/>
          <p:nvPr/>
        </p:nvSpPr>
        <p:spPr>
          <a:xfrm>
            <a:off x="5376333" y="1252008"/>
            <a:ext cx="110067" cy="348192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E9DE3AF-FAB7-08DD-DC0E-1C8BA33E493C}"/>
              </a:ext>
            </a:extLst>
          </p:cNvPr>
          <p:cNvSpPr/>
          <p:nvPr/>
        </p:nvSpPr>
        <p:spPr>
          <a:xfrm>
            <a:off x="5376332" y="1844674"/>
            <a:ext cx="110067" cy="796925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FFE8F46D-58A9-6598-6B15-C99B2AF85D87}"/>
              </a:ext>
            </a:extLst>
          </p:cNvPr>
          <p:cNvSpPr/>
          <p:nvPr/>
        </p:nvSpPr>
        <p:spPr>
          <a:xfrm>
            <a:off x="5376332" y="2818340"/>
            <a:ext cx="110067" cy="796925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571ACC1-5693-D5A1-17E2-B63CBEBC5F9B}"/>
              </a:ext>
            </a:extLst>
          </p:cNvPr>
          <p:cNvSpPr/>
          <p:nvPr/>
        </p:nvSpPr>
        <p:spPr>
          <a:xfrm>
            <a:off x="5363869" y="3792006"/>
            <a:ext cx="110067" cy="517527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A7E2B1AF-5B5D-16FD-04A4-D97F24A499EB}"/>
              </a:ext>
            </a:extLst>
          </p:cNvPr>
          <p:cNvSpPr/>
          <p:nvPr/>
        </p:nvSpPr>
        <p:spPr>
          <a:xfrm>
            <a:off x="5363869" y="4574641"/>
            <a:ext cx="97603" cy="606959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D359FEC-5BB2-D132-CBD8-4E0DA03BAE5E}"/>
              </a:ext>
            </a:extLst>
          </p:cNvPr>
          <p:cNvSpPr/>
          <p:nvPr/>
        </p:nvSpPr>
        <p:spPr>
          <a:xfrm>
            <a:off x="5376333" y="5357276"/>
            <a:ext cx="97603" cy="1307575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1A7C8B-7BD9-68B4-E461-5737FACF0AB2}"/>
              </a:ext>
            </a:extLst>
          </p:cNvPr>
          <p:cNvSpPr txBox="1"/>
          <p:nvPr/>
        </p:nvSpPr>
        <p:spPr>
          <a:xfrm>
            <a:off x="5449008" y="1268231"/>
            <a:ext cx="6730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returns the size of the vocabulary (i.e., the total number of tokens)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86B3B7-1752-E5BE-54E7-39A2EFCD7B8D}"/>
              </a:ext>
            </a:extLst>
          </p:cNvPr>
          <p:cNvSpPr txBox="1"/>
          <p:nvPr/>
        </p:nvSpPr>
        <p:spPr>
          <a:xfrm>
            <a:off x="5412670" y="1843762"/>
            <a:ext cx="6766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converts tokens (or a list/tuple of tokens) into their corresponding indices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a token is not found in the vocabulary, it returns the index of &lt;</a:t>
            </a:r>
            <a:r>
              <a:rPr lang="en-US" sz="1600" dirty="0" err="1"/>
              <a:t>unk</a:t>
            </a:r>
            <a:r>
              <a:rPr lang="en-US" sz="1600" dirty="0"/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24CE36-5EA6-FE78-56BE-A4096E28A015}"/>
              </a:ext>
            </a:extLst>
          </p:cNvPr>
          <p:cNvSpPr txBox="1"/>
          <p:nvPr/>
        </p:nvSpPr>
        <p:spPr>
          <a:xfrm>
            <a:off x="5425134" y="2962851"/>
            <a:ext cx="68430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converts indices (or a list/tuple of indices) into their corresponding tokens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A06FA5-4AEC-AD83-A723-5F64E685B675}"/>
              </a:ext>
            </a:extLst>
          </p:cNvPr>
          <p:cNvSpPr txBox="1"/>
          <p:nvPr/>
        </p:nvSpPr>
        <p:spPr>
          <a:xfrm>
            <a:off x="5412670" y="3895149"/>
            <a:ext cx="62441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returns the index of the unknown token (&lt;</a:t>
            </a:r>
            <a:r>
              <a:rPr lang="en-US" sz="1600" dirty="0" err="1"/>
              <a:t>unk</a:t>
            </a:r>
            <a:r>
              <a:rPr lang="en-US" sz="1600" dirty="0"/>
              <a:t>&gt;), which is always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4F7D1A-3816-A061-E5BE-61E4FC4902A8}"/>
              </a:ext>
            </a:extLst>
          </p:cNvPr>
          <p:cNvSpPr txBox="1"/>
          <p:nvPr/>
        </p:nvSpPr>
        <p:spPr>
          <a:xfrm>
            <a:off x="5425134" y="4581226"/>
            <a:ext cx="67544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returns the list of token-frequency pairs sorted by frequency in descending order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41C526-67C0-9605-8B62-0B86F6E0A169}"/>
              </a:ext>
            </a:extLst>
          </p:cNvPr>
          <p:cNvSpPr txBox="1"/>
          <p:nvPr/>
        </p:nvSpPr>
        <p:spPr>
          <a:xfrm>
            <a:off x="5425134" y="5555084"/>
            <a:ext cx="62441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counts the frequency of tokens in the input, which can be either: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 1D list of tokens (e.g., ['time', 'machine', 'time’])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 2D list of token lists (e.g., [['time', 'machine'], ['time']])</a:t>
            </a:r>
          </a:p>
        </p:txBody>
      </p:sp>
    </p:spTree>
    <p:extLst>
      <p:ext uri="{BB962C8B-B14F-4D97-AF65-F5344CB8AC3E}">
        <p14:creationId xmlns:p14="http://schemas.microsoft.com/office/powerpoint/2010/main" val="1835262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B94E-0346-D2F0-C5F8-FFE09E73E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1125"/>
            <a:ext cx="12132733" cy="132556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Build a table of vocabulary/dictionary to map the split tokens to numerical indices (starting from 0)</a:t>
            </a:r>
            <a:br>
              <a:rPr lang="en-US" sz="4400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DE764-AFB6-6333-1287-D441085A0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28" y="1634124"/>
            <a:ext cx="9507277" cy="1590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B649DD-1C32-AEE0-1B14-3BEAFD5E64C8}"/>
              </a:ext>
            </a:extLst>
          </p:cNvPr>
          <p:cNvSpPr txBox="1"/>
          <p:nvPr/>
        </p:nvSpPr>
        <p:spPr>
          <a:xfrm>
            <a:off x="9927672" y="2638954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…and so on…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F61C3D-2010-45F0-1BE3-EE84DC52F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372" y="3305767"/>
            <a:ext cx="3325696" cy="352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05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B94E-0346-D2F0-C5F8-FFE09E73E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1125"/>
            <a:ext cx="12132733" cy="132556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Convert text into sequences of numerical indices so they can be manipulated by RNNs easily</a:t>
            </a:r>
            <a:br>
              <a:rPr lang="en-US" sz="4400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41D15-0875-6402-87E3-911966A85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773" y="1436688"/>
            <a:ext cx="8384959" cy="2808554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66E32937-E471-7D74-A85E-A260E94975F3}"/>
              </a:ext>
            </a:extLst>
          </p:cNvPr>
          <p:cNvSpPr/>
          <p:nvPr/>
        </p:nvSpPr>
        <p:spPr>
          <a:xfrm>
            <a:off x="3462866" y="1926565"/>
            <a:ext cx="143934" cy="757368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9501F-D0CF-57D1-5518-9ABAC31E74FB}"/>
              </a:ext>
            </a:extLst>
          </p:cNvPr>
          <p:cNvSpPr txBox="1"/>
          <p:nvPr/>
        </p:nvSpPr>
        <p:spPr>
          <a:xfrm>
            <a:off x="279399" y="2105194"/>
            <a:ext cx="339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combine previous 3 steps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6DC2BA-40EC-253F-C2F5-1E73BB24D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93" y="1167289"/>
            <a:ext cx="1453473" cy="1028675"/>
          </a:xfrm>
          <a:prstGeom prst="rect">
            <a:avLst/>
          </a:prstGeom>
        </p:spPr>
      </p:pic>
      <p:sp>
        <p:nvSpPr>
          <p:cNvPr id="12" name="Left Brace 11">
            <a:extLst>
              <a:ext uri="{FF2B5EF4-FFF2-40B4-BE49-F238E27FC236}">
                <a16:creationId xmlns:a16="http://schemas.microsoft.com/office/drawing/2014/main" id="{43138038-CC8D-5FB4-8493-666746947126}"/>
              </a:ext>
            </a:extLst>
          </p:cNvPr>
          <p:cNvSpPr/>
          <p:nvPr/>
        </p:nvSpPr>
        <p:spPr>
          <a:xfrm>
            <a:off x="3462866" y="2795126"/>
            <a:ext cx="143934" cy="1167274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42D799-AC5A-B60C-53A4-2C9F6768FD1C}"/>
              </a:ext>
            </a:extLst>
          </p:cNvPr>
          <p:cNvSpPr txBox="1"/>
          <p:nvPr/>
        </p:nvSpPr>
        <p:spPr>
          <a:xfrm>
            <a:off x="-38100" y="2683933"/>
            <a:ext cx="36449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flattens all the tokenized lines into a single list of 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converts each token into its corresponding index using the vocabulary (vocab)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optionally truncates the resulting list to a maximum number of tokens, specified by </a:t>
            </a:r>
            <a:r>
              <a:rPr lang="en-US" sz="1600" i="1" dirty="0" err="1"/>
              <a:t>max_tokens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B7B6A7-930D-F81D-49FE-95DF1DAB8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34" y="4800450"/>
            <a:ext cx="10803466" cy="770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160466-48E5-1A0A-11A2-8788200E7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934" y="5584086"/>
            <a:ext cx="584199" cy="12746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72936C-D02A-0FC4-C412-01DEA86129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6329" y="5892734"/>
            <a:ext cx="1095528" cy="657317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01D6F25C-8EB9-7518-FAFB-F58471A0DF68}"/>
              </a:ext>
            </a:extLst>
          </p:cNvPr>
          <p:cNvSpPr/>
          <p:nvPr/>
        </p:nvSpPr>
        <p:spPr>
          <a:xfrm>
            <a:off x="857385" y="6063039"/>
            <a:ext cx="715552" cy="3167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D4E3F1A-B839-3D32-5477-CF28DBAA2EAB}"/>
              </a:ext>
            </a:extLst>
          </p:cNvPr>
          <p:cNvSpPr/>
          <p:nvPr/>
        </p:nvSpPr>
        <p:spPr>
          <a:xfrm>
            <a:off x="3032221" y="6063039"/>
            <a:ext cx="715552" cy="3167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5E519D-EA50-6ED0-9DBE-220EADB78B68}"/>
              </a:ext>
            </a:extLst>
          </p:cNvPr>
          <p:cNvSpPr txBox="1"/>
          <p:nvPr/>
        </p:nvSpPr>
        <p:spPr>
          <a:xfrm>
            <a:off x="3888137" y="5990559"/>
            <a:ext cx="7044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this is the dataset we will train our RNN with !</a:t>
            </a:r>
          </a:p>
        </p:txBody>
      </p:sp>
    </p:spTree>
    <p:extLst>
      <p:ext uri="{BB962C8B-B14F-4D97-AF65-F5344CB8AC3E}">
        <p14:creationId xmlns:p14="http://schemas.microsoft.com/office/powerpoint/2010/main" val="3204136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E5063-6AC3-4B9F-652A-36302948D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97933"/>
            <a:ext cx="11938000" cy="1325563"/>
          </a:xfrm>
        </p:spPr>
        <p:txBody>
          <a:bodyPr/>
          <a:lstStyle/>
          <a:p>
            <a:r>
              <a:rPr lang="en-US" dirty="0"/>
              <a:t>Just a few additional functions and we are ready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4802D-BA3B-7CB2-5984-276C80E3B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36928"/>
            <a:ext cx="5994400" cy="2492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A16EE5-123F-CBFA-907A-5CB2ABB6D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262195"/>
            <a:ext cx="5994400" cy="1440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8608EE-B384-232D-5246-F082D555D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085" y="2245580"/>
            <a:ext cx="5263914" cy="883895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B4170546-B9E2-0082-FEE3-78BDB4E2D3DD}"/>
              </a:ext>
            </a:extLst>
          </p:cNvPr>
          <p:cNvSpPr/>
          <p:nvPr/>
        </p:nvSpPr>
        <p:spPr>
          <a:xfrm>
            <a:off x="6095999" y="636927"/>
            <a:ext cx="186267" cy="4065533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EBA72D4-1F74-C1E0-C432-D322C94C5BB2}"/>
              </a:ext>
            </a:extLst>
          </p:cNvPr>
          <p:cNvSpPr/>
          <p:nvPr/>
        </p:nvSpPr>
        <p:spPr>
          <a:xfrm>
            <a:off x="6403153" y="2543593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D3C317-D60F-45E2-433C-1CFF6E809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82" y="5347197"/>
            <a:ext cx="5506218" cy="4477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08EB080-7891-DD41-F80A-3C078AB470FC}"/>
                  </a:ext>
                </a:extLst>
              </p14:cNvPr>
              <p14:cNvContentPartPr/>
              <p14:nvPr/>
            </p14:nvContentPartPr>
            <p14:xfrm>
              <a:off x="1151413" y="5841960"/>
              <a:ext cx="847080" cy="391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08EB080-7891-DD41-F80A-3C078AB470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3413" y="5823960"/>
                <a:ext cx="88272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117F7D9-3C17-51E5-DD7A-E06C23F2C1B8}"/>
                  </a:ext>
                </a:extLst>
              </p14:cNvPr>
              <p14:cNvContentPartPr/>
              <p14:nvPr/>
            </p14:nvContentPartPr>
            <p14:xfrm>
              <a:off x="1854853" y="6104400"/>
              <a:ext cx="190080" cy="180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117F7D9-3C17-51E5-DD7A-E06C23F2C1B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37213" y="6086400"/>
                <a:ext cx="225720" cy="21564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9BEE1AD-8C7D-526F-4F59-93BC6DA5EA31}"/>
              </a:ext>
            </a:extLst>
          </p:cNvPr>
          <p:cNvSpPr txBox="1"/>
          <p:nvPr/>
        </p:nvSpPr>
        <p:spPr>
          <a:xfrm>
            <a:off x="2011065" y="6177508"/>
            <a:ext cx="4091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will be the input for the RNN 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8C7F4B-3972-F1C7-C54B-E8B7F910187E}"/>
                  </a:ext>
                </a:extLst>
              </p14:cNvPr>
              <p14:cNvContentPartPr/>
              <p14:nvPr/>
            </p14:nvContentPartPr>
            <p14:xfrm>
              <a:off x="1185253" y="5102667"/>
              <a:ext cx="651960" cy="231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8C7F4B-3972-F1C7-C54B-E8B7F910187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67613" y="5084667"/>
                <a:ext cx="6876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CA9B93E-6E89-06EE-F2AB-D616C874A056}"/>
                  </a:ext>
                </a:extLst>
              </p14:cNvPr>
              <p14:cNvContentPartPr/>
              <p14:nvPr/>
            </p14:nvContentPartPr>
            <p14:xfrm>
              <a:off x="1727053" y="5062347"/>
              <a:ext cx="200160" cy="75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CA9B93E-6E89-06EE-F2AB-D616C874A0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09053" y="5044707"/>
                <a:ext cx="23580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CB61A946-BC0D-E52B-621A-3C95D5BD0905}"/>
              </a:ext>
            </a:extLst>
          </p:cNvPr>
          <p:cNvGrpSpPr/>
          <p:nvPr/>
        </p:nvGrpSpPr>
        <p:grpSpPr>
          <a:xfrm>
            <a:off x="1760893" y="5077920"/>
            <a:ext cx="357480" cy="290067"/>
            <a:chOff x="1760893" y="5077920"/>
            <a:chExt cx="357480" cy="29006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5118ADE-C5BA-9912-7F13-91763386695C}"/>
                    </a:ext>
                  </a:extLst>
                </p14:cNvPr>
                <p14:cNvContentPartPr/>
                <p14:nvPr/>
              </p14:nvContentPartPr>
              <p14:xfrm>
                <a:off x="1760893" y="5183307"/>
                <a:ext cx="287280" cy="184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5118ADE-C5BA-9912-7F13-9176338669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42893" y="5165667"/>
                  <a:ext cx="322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8A13F82-83FB-56A9-F894-65102CAF8BBB}"/>
                    </a:ext>
                  </a:extLst>
                </p14:cNvPr>
                <p14:cNvContentPartPr/>
                <p14:nvPr/>
              </p14:nvContentPartPr>
              <p14:xfrm>
                <a:off x="1989853" y="5150187"/>
                <a:ext cx="128520" cy="88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8A13F82-83FB-56A9-F894-65102CAF8BB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71853" y="5132547"/>
                  <a:ext cx="164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32FCCD-5646-5DBF-A3B5-3F4B1D422372}"/>
                    </a:ext>
                  </a:extLst>
                </p14:cNvPr>
                <p14:cNvContentPartPr/>
                <p14:nvPr/>
              </p14:nvContentPartPr>
              <p14:xfrm>
                <a:off x="1823400" y="5077920"/>
                <a:ext cx="96840" cy="100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32FCCD-5646-5DBF-A3B5-3F4B1D42237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05760" y="5059920"/>
                  <a:ext cx="132480" cy="135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2B0FCA1-3A9D-E7DB-2EF6-0840733498DD}"/>
              </a:ext>
            </a:extLst>
          </p:cNvPr>
          <p:cNvSpPr txBox="1"/>
          <p:nvPr/>
        </p:nvSpPr>
        <p:spPr>
          <a:xfrm>
            <a:off x="1990876" y="4830253"/>
            <a:ext cx="467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specified in the problem</a:t>
            </a:r>
          </a:p>
        </p:txBody>
      </p:sp>
    </p:spTree>
    <p:extLst>
      <p:ext uri="{BB962C8B-B14F-4D97-AF65-F5344CB8AC3E}">
        <p14:creationId xmlns:p14="http://schemas.microsoft.com/office/powerpoint/2010/main" val="1821630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E14A-DBC5-04B5-4031-89A2F3FC9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30742"/>
            <a:ext cx="10515600" cy="1325563"/>
          </a:xfrm>
        </p:spPr>
        <p:txBody>
          <a:bodyPr/>
          <a:lstStyle/>
          <a:p>
            <a:r>
              <a:rPr lang="en-US" dirty="0"/>
              <a:t>Recap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8DF9C-FFF9-2A8A-E001-C3D605036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723" y="61589"/>
            <a:ext cx="3029277" cy="20934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E2620F-5C40-F8EE-3EAB-CE45F302D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067" y="679947"/>
            <a:ext cx="5754274" cy="77631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9C2862C-D19C-E8AF-A4D2-318288CA29B7}"/>
              </a:ext>
            </a:extLst>
          </p:cNvPr>
          <p:cNvSpPr/>
          <p:nvPr/>
        </p:nvSpPr>
        <p:spPr>
          <a:xfrm>
            <a:off x="5095941" y="924171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4A1E2C-95FF-AEA8-D36E-CC882DC20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02" y="4076200"/>
            <a:ext cx="3943848" cy="1398417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BD182F72-BDE8-E30C-97E9-F50754F2B9F8}"/>
              </a:ext>
            </a:extLst>
          </p:cNvPr>
          <p:cNvSpPr/>
          <p:nvPr/>
        </p:nvSpPr>
        <p:spPr>
          <a:xfrm>
            <a:off x="63249" y="4631476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C6AF28-0C1B-E66A-B06A-9FA8E6203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941" y="2437347"/>
            <a:ext cx="2795497" cy="442806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8C4D96F8-B99C-C634-49C1-3A9774C61362}"/>
              </a:ext>
            </a:extLst>
          </p:cNvPr>
          <p:cNvSpPr/>
          <p:nvPr/>
        </p:nvSpPr>
        <p:spPr>
          <a:xfrm>
            <a:off x="4570069" y="4631476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557DF9B-5374-D8C9-F9F3-C085C98FE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425" y="4240894"/>
            <a:ext cx="3105773" cy="1094010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4311C132-BC75-E631-1691-38495B5DA656}"/>
              </a:ext>
            </a:extLst>
          </p:cNvPr>
          <p:cNvSpPr/>
          <p:nvPr/>
        </p:nvSpPr>
        <p:spPr>
          <a:xfrm>
            <a:off x="7987595" y="4643966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C4F7550-71D6-BCFD-C21F-2F5729E9B039}"/>
              </a:ext>
            </a:extLst>
          </p:cNvPr>
          <p:cNvSpPr/>
          <p:nvPr/>
        </p:nvSpPr>
        <p:spPr>
          <a:xfrm>
            <a:off x="11596026" y="964356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086F91C-8B94-B47F-6DC8-BF9D0EBBEE50}"/>
              </a:ext>
            </a:extLst>
          </p:cNvPr>
          <p:cNvSpPr/>
          <p:nvPr/>
        </p:nvSpPr>
        <p:spPr>
          <a:xfrm>
            <a:off x="11652894" y="4631476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476C6EC-AED4-9AEC-4173-D70620EE77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425" y="5334904"/>
            <a:ext cx="2648320" cy="2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53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FF9C55-D4D1-1DD2-BE4F-8BA75E33B2FA}"/>
              </a:ext>
            </a:extLst>
          </p:cNvPr>
          <p:cNvSpPr txBox="1">
            <a:spLocks/>
          </p:cNvSpPr>
          <p:nvPr/>
        </p:nvSpPr>
        <p:spPr>
          <a:xfrm>
            <a:off x="0" y="-4307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Recap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5AC62F-3FFB-4F53-BD0C-372A53F7B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69" y="815303"/>
            <a:ext cx="4810796" cy="2010056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7D11028-3D35-9A85-188D-6AF0FB74B6C4}"/>
              </a:ext>
            </a:extLst>
          </p:cNvPr>
          <p:cNvSpPr/>
          <p:nvPr/>
        </p:nvSpPr>
        <p:spPr>
          <a:xfrm>
            <a:off x="117054" y="1676398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584CC2-3A56-2E8A-A5F7-8177C885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301" y="1186830"/>
            <a:ext cx="5296639" cy="126700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08F3C393-3BC6-A69F-1C78-6536503B270C}"/>
              </a:ext>
            </a:extLst>
          </p:cNvPr>
          <p:cNvSpPr/>
          <p:nvPr/>
        </p:nvSpPr>
        <p:spPr>
          <a:xfrm>
            <a:off x="5639416" y="1676398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6E74EB9-7C46-D9E9-8F67-CF9498BD1F62}"/>
              </a:ext>
            </a:extLst>
          </p:cNvPr>
          <p:cNvSpPr/>
          <p:nvPr/>
        </p:nvSpPr>
        <p:spPr>
          <a:xfrm>
            <a:off x="11663691" y="1676398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A8B777-2490-20F7-E3EB-AD2355AB4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199" y="3590003"/>
            <a:ext cx="4782217" cy="8573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56F154-FF9B-C96F-E279-D80BB9866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598" y="3753797"/>
            <a:ext cx="5042637" cy="501874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6646138A-1C05-7809-210F-E294F589B167}"/>
              </a:ext>
            </a:extLst>
          </p:cNvPr>
          <p:cNvSpPr/>
          <p:nvPr/>
        </p:nvSpPr>
        <p:spPr>
          <a:xfrm>
            <a:off x="227735" y="3874754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224B426-FE05-9DD7-C627-89C5C12B19FA}"/>
              </a:ext>
            </a:extLst>
          </p:cNvPr>
          <p:cNvSpPr/>
          <p:nvPr/>
        </p:nvSpPr>
        <p:spPr>
          <a:xfrm>
            <a:off x="5820440" y="3874754"/>
            <a:ext cx="474134" cy="287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E0DD88-AC17-30EF-60D7-62DEB5934C40}"/>
              </a:ext>
            </a:extLst>
          </p:cNvPr>
          <p:cNvGrpSpPr/>
          <p:nvPr/>
        </p:nvGrpSpPr>
        <p:grpSpPr>
          <a:xfrm>
            <a:off x="7111573" y="3428947"/>
            <a:ext cx="1082387" cy="305280"/>
            <a:chOff x="7111573" y="3428947"/>
            <a:chExt cx="1082387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4D9DCD7-6942-0606-3603-486EA1CFCD83}"/>
                    </a:ext>
                  </a:extLst>
                </p14:cNvPr>
                <p14:cNvContentPartPr/>
                <p14:nvPr/>
              </p14:nvContentPartPr>
              <p14:xfrm>
                <a:off x="7111573" y="3458827"/>
                <a:ext cx="901440" cy="23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4D9DCD7-6942-0606-3603-486EA1CFCD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93933" y="3441187"/>
                  <a:ext cx="9370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403589A-F52D-CEDB-6E04-B38F53D358C6}"/>
                    </a:ext>
                  </a:extLst>
                </p14:cNvPr>
                <p14:cNvContentPartPr/>
                <p14:nvPr/>
              </p14:nvContentPartPr>
              <p14:xfrm>
                <a:off x="7899253" y="3428947"/>
                <a:ext cx="150840" cy="80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403589A-F52D-CEDB-6E04-B38F53D358C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81613" y="3411307"/>
                  <a:ext cx="186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0B73774-603D-2746-894B-DE5FD817D731}"/>
                    </a:ext>
                  </a:extLst>
                </p14:cNvPr>
                <p14:cNvContentPartPr/>
                <p14:nvPr/>
              </p14:nvContentPartPr>
              <p14:xfrm>
                <a:off x="7950013" y="3540907"/>
                <a:ext cx="201240" cy="193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0B73774-603D-2746-894B-DE5FD817D7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32373" y="3522907"/>
                  <a:ext cx="2368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AC254BF-D4A5-4ADC-2604-E528B469D724}"/>
                    </a:ext>
                  </a:extLst>
                </p14:cNvPr>
                <p14:cNvContentPartPr/>
                <p14:nvPr/>
              </p14:nvContentPartPr>
              <p14:xfrm>
                <a:off x="8070840" y="3514656"/>
                <a:ext cx="123120" cy="113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AC254BF-D4A5-4ADC-2604-E528B469D72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52840" y="3497016"/>
                  <a:ext cx="158760" cy="148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366BC88-6E46-9A43-3737-477CD06CAD12}"/>
              </a:ext>
            </a:extLst>
          </p:cNvPr>
          <p:cNvSpPr txBox="1"/>
          <p:nvPr/>
        </p:nvSpPr>
        <p:spPr>
          <a:xfrm>
            <a:off x="8132399" y="3176016"/>
            <a:ext cx="371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specified in the problem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E18A7BA-4966-86AA-79DB-706C529AE1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51451" y="5126427"/>
            <a:ext cx="1156475" cy="135233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99D69955-1354-B825-31D7-831FD6114E88}"/>
              </a:ext>
            </a:extLst>
          </p:cNvPr>
          <p:cNvGrpSpPr/>
          <p:nvPr/>
        </p:nvGrpSpPr>
        <p:grpSpPr>
          <a:xfrm>
            <a:off x="6984853" y="4190787"/>
            <a:ext cx="669240" cy="1127880"/>
            <a:chOff x="6984853" y="4190787"/>
            <a:chExt cx="669240" cy="11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E4F9E00-8970-D19C-8E4E-89675E2CE754}"/>
                    </a:ext>
                  </a:extLst>
                </p14:cNvPr>
                <p14:cNvContentPartPr/>
                <p14:nvPr/>
              </p14:nvContentPartPr>
              <p14:xfrm>
                <a:off x="6984853" y="4241547"/>
                <a:ext cx="143280" cy="972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E4F9E00-8970-D19C-8E4E-89675E2CE75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67213" y="4223907"/>
                  <a:ext cx="178920" cy="10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88EA1CC-09F4-67C2-FFF0-FDBB5C89B3BA}"/>
                    </a:ext>
                  </a:extLst>
                </p14:cNvPr>
                <p14:cNvContentPartPr/>
                <p14:nvPr/>
              </p14:nvContentPartPr>
              <p14:xfrm>
                <a:off x="7273213" y="4190787"/>
                <a:ext cx="380880" cy="10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88EA1CC-09F4-67C2-FFF0-FDBB5C89B3B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55213" y="4172787"/>
                  <a:ext cx="416520" cy="10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4C9EF92-C8AB-5E0E-F0A0-53E9FD0A6624}"/>
                    </a:ext>
                  </a:extLst>
                </p14:cNvPr>
                <p14:cNvContentPartPr/>
                <p14:nvPr/>
              </p14:nvContentPartPr>
              <p14:xfrm>
                <a:off x="7019053" y="5126427"/>
                <a:ext cx="156600" cy="192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4C9EF92-C8AB-5E0E-F0A0-53E9FD0A662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001053" y="5108787"/>
                  <a:ext cx="192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287EAD7-E3A2-DF0A-0682-D0289E03EBD8}"/>
                    </a:ext>
                  </a:extLst>
                </p14:cNvPr>
                <p14:cNvContentPartPr/>
                <p14:nvPr/>
              </p14:nvContentPartPr>
              <p14:xfrm>
                <a:off x="7213453" y="5037507"/>
                <a:ext cx="244800" cy="231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287EAD7-E3A2-DF0A-0682-D0289E03EBD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95453" y="5019867"/>
                  <a:ext cx="280440" cy="267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E87B575-1F7F-CCB4-FCA2-DD8EA0E11938}"/>
              </a:ext>
            </a:extLst>
          </p:cNvPr>
          <p:cNvSpPr txBox="1"/>
          <p:nvPr/>
        </p:nvSpPr>
        <p:spPr>
          <a:xfrm>
            <a:off x="6834441" y="5324436"/>
            <a:ext cx="13595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all the work for this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164EF27-EB63-B1E5-0606-C8BD0662B8AA}"/>
                  </a:ext>
                </a:extLst>
              </p14:cNvPr>
              <p14:cNvContentPartPr/>
              <p14:nvPr/>
            </p14:nvContentPartPr>
            <p14:xfrm>
              <a:off x="6535933" y="4097187"/>
              <a:ext cx="1313280" cy="9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164EF27-EB63-B1E5-0606-C8BD0662B8A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482293" y="3989187"/>
                <a:ext cx="1420920" cy="22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6229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FCAA05C-B869-8648-748B-DE2DCE9AB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4333"/>
            <a:ext cx="4512733" cy="19304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2BC3E9-4D85-3F5E-8CAF-E33DB8A60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1" y="664333"/>
            <a:ext cx="4275666" cy="2870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02B053-9E48-31F1-99F4-2CB26BAAC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1121557"/>
            <a:ext cx="7493000" cy="21971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AFFD2F8-660E-3127-4B35-78C3D39502DB}"/>
              </a:ext>
            </a:extLst>
          </p:cNvPr>
          <p:cNvGrpSpPr/>
          <p:nvPr/>
        </p:nvGrpSpPr>
        <p:grpSpPr>
          <a:xfrm>
            <a:off x="2243653" y="677240"/>
            <a:ext cx="2381040" cy="613800"/>
            <a:chOff x="2243653" y="677240"/>
            <a:chExt cx="2381040" cy="61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3E3EB36-DC88-9EE2-D6A6-11DE35C22AD8}"/>
                    </a:ext>
                  </a:extLst>
                </p14:cNvPr>
                <p14:cNvContentPartPr/>
                <p14:nvPr/>
              </p14:nvContentPartPr>
              <p14:xfrm>
                <a:off x="2243653" y="743840"/>
                <a:ext cx="2223720" cy="43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3E3EB36-DC88-9EE2-D6A6-11DE35C22AD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26013" y="726200"/>
                  <a:ext cx="2259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00E4DC-CAB3-8174-EFC7-CA40D809CF47}"/>
                    </a:ext>
                  </a:extLst>
                </p14:cNvPr>
                <p14:cNvContentPartPr/>
                <p14:nvPr/>
              </p14:nvContentPartPr>
              <p14:xfrm>
                <a:off x="4380253" y="677240"/>
                <a:ext cx="185760" cy="136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00E4DC-CAB3-8174-EFC7-CA40D809CF4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62253" y="659600"/>
                  <a:ext cx="221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422D76-F336-7261-103D-1BA19BADF810}"/>
                    </a:ext>
                  </a:extLst>
                </p14:cNvPr>
                <p14:cNvContentPartPr/>
                <p14:nvPr/>
              </p14:nvContentPartPr>
              <p14:xfrm>
                <a:off x="2251933" y="803960"/>
                <a:ext cx="2297880" cy="430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422D76-F336-7261-103D-1BA19BADF81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34293" y="786320"/>
                  <a:ext cx="23335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89AA55-0D31-5D2B-9F08-F4D699B96080}"/>
                    </a:ext>
                  </a:extLst>
                </p14:cNvPr>
                <p14:cNvContentPartPr/>
                <p14:nvPr/>
              </p14:nvContentPartPr>
              <p14:xfrm>
                <a:off x="4436413" y="1126160"/>
                <a:ext cx="188280" cy="164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89AA55-0D31-5D2B-9F08-F4D699B960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18413" y="1108160"/>
                  <a:ext cx="223920" cy="200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6E910E5-86AF-488C-1FEE-393E4AF9B26C}"/>
              </a:ext>
            </a:extLst>
          </p:cNvPr>
          <p:cNvSpPr txBox="1"/>
          <p:nvPr/>
        </p:nvSpPr>
        <p:spPr>
          <a:xfrm>
            <a:off x="0" y="46975"/>
            <a:ext cx="2785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download the dataset</a:t>
            </a:r>
            <a:r>
              <a:rPr lang="en-US" dirty="0"/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45C0E2-8FB4-390E-243C-AEAC9901283C}"/>
              </a:ext>
            </a:extLst>
          </p:cNvPr>
          <p:cNvSpPr txBox="1"/>
          <p:nvPr/>
        </p:nvSpPr>
        <p:spPr>
          <a:xfrm>
            <a:off x="4624693" y="35997"/>
            <a:ext cx="4637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tokenize each line at char or word-level</a:t>
            </a:r>
            <a:r>
              <a:rPr lang="en-US" dirty="0"/>
              <a:t>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2DD4E8-40C3-BA58-269D-0E78AD82175D}"/>
              </a:ext>
            </a:extLst>
          </p:cNvPr>
          <p:cNvSpPr txBox="1"/>
          <p:nvPr/>
        </p:nvSpPr>
        <p:spPr>
          <a:xfrm>
            <a:off x="-1" y="3308292"/>
            <a:ext cx="7312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[('&lt;</a:t>
            </a:r>
            <a:r>
              <a:rPr lang="en-US" dirty="0" err="1"/>
              <a:t>unk</a:t>
            </a:r>
            <a:r>
              <a:rPr lang="en-US" dirty="0"/>
              <a:t>&gt;', 0), (' ', 1), ('e', 2), ('t', 3), ('a', 4), ('</a:t>
            </a:r>
            <a:r>
              <a:rPr lang="en-US" dirty="0" err="1"/>
              <a:t>i</a:t>
            </a:r>
            <a:r>
              <a:rPr lang="en-US" dirty="0"/>
              <a:t>', 5), ('n', 6), ('o', 7), ('s', 8), ('h', 9), ('r', 10), ('d', 11), ('l', 12), ('m', 13), ('u', 14), ('c', 15), ('f', 16), ('w', 17), ('g', 18), ('y', 19), ('p', 20), ('b', 21), ('v', 22), ('k', 23), ('x', 24), ('z', 25), ('j', 26), ('q', 27)]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6D87E0-A18D-F150-A9C4-D0705B53ECFC}"/>
              </a:ext>
            </a:extLst>
          </p:cNvPr>
          <p:cNvSpPr txBox="1"/>
          <p:nvPr/>
        </p:nvSpPr>
        <p:spPr>
          <a:xfrm>
            <a:off x="-1" y="2951744"/>
            <a:ext cx="5537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b</a:t>
            </a:r>
            <a:r>
              <a:rPr lang="en-US" sz="1800" b="1" dirty="0">
                <a:highlight>
                  <a:srgbClr val="FFFF00"/>
                </a:highlight>
              </a:rPr>
              <a:t>uild a table of vocabulary/dictionary (see slide 17)</a:t>
            </a:r>
            <a:r>
              <a:rPr lang="en-US" sz="1800" dirty="0"/>
              <a:t>: 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745845-6F4F-0274-C967-D3E293702B08}"/>
              </a:ext>
            </a:extLst>
          </p:cNvPr>
          <p:cNvSpPr txBox="1"/>
          <p:nvPr/>
        </p:nvSpPr>
        <p:spPr>
          <a:xfrm>
            <a:off x="-25400" y="4561796"/>
            <a:ext cx="612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[('&lt;</a:t>
            </a:r>
            <a:r>
              <a:rPr lang="en-US" dirty="0" err="1"/>
              <a:t>unk</a:t>
            </a:r>
            <a:r>
              <a:rPr lang="en-US" dirty="0"/>
              <a:t>&gt;', 0), ('the', 1), ('</a:t>
            </a:r>
            <a:r>
              <a:rPr lang="en-US" dirty="0" err="1"/>
              <a:t>i</a:t>
            </a:r>
            <a:r>
              <a:rPr lang="en-US" dirty="0"/>
              <a:t>', 2), ('and', 3), ('of', 4), ('a', 5), ('to', 6), ('was', 7), ('in', 8), ('that', 9), ('my', 10), etc. 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69EBE4-ED97-C1AC-4D97-1E03E4BC7F4A}"/>
              </a:ext>
            </a:extLst>
          </p:cNvPr>
          <p:cNvSpPr txBox="1"/>
          <p:nvPr/>
        </p:nvSpPr>
        <p:spPr>
          <a:xfrm>
            <a:off x="7520127" y="3585291"/>
            <a:ext cx="1405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char-level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A2D29D-1C37-FE1B-1A9B-C7573C6E32CD}"/>
              </a:ext>
            </a:extLst>
          </p:cNvPr>
          <p:cNvSpPr txBox="1"/>
          <p:nvPr/>
        </p:nvSpPr>
        <p:spPr>
          <a:xfrm>
            <a:off x="7493000" y="4700295"/>
            <a:ext cx="1405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word-level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747C7DC-5D8D-878A-7F30-3D42A23DD58D}"/>
                  </a:ext>
                </a:extLst>
              </p14:cNvPr>
              <p14:cNvContentPartPr/>
              <p14:nvPr/>
            </p14:nvContentPartPr>
            <p14:xfrm>
              <a:off x="7154053" y="3793920"/>
              <a:ext cx="304560" cy="7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747C7DC-5D8D-878A-7F30-3D42A23DD58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36413" y="3775920"/>
                <a:ext cx="3402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EE02C17-7E43-5E1A-50B1-B30D66A4CAC6}"/>
                  </a:ext>
                </a:extLst>
              </p14:cNvPr>
              <p14:cNvContentPartPr/>
              <p14:nvPr/>
            </p14:nvContentPartPr>
            <p14:xfrm>
              <a:off x="7374373" y="3725160"/>
              <a:ext cx="108000" cy="1508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EE02C17-7E43-5E1A-50B1-B30D66A4CAC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356733" y="3707160"/>
                <a:ext cx="143640" cy="18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274BBD3F-59C9-B207-5786-686A2EB5DADE}"/>
              </a:ext>
            </a:extLst>
          </p:cNvPr>
          <p:cNvGrpSpPr/>
          <p:nvPr/>
        </p:nvGrpSpPr>
        <p:grpSpPr>
          <a:xfrm>
            <a:off x="6052886" y="4868160"/>
            <a:ext cx="1099440" cy="201600"/>
            <a:chOff x="6375373" y="4868160"/>
            <a:chExt cx="109944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2EAFB7D-A80D-0FA0-4D37-E3EB6607DE7F}"/>
                    </a:ext>
                  </a:extLst>
                </p14:cNvPr>
                <p14:cNvContentPartPr/>
                <p14:nvPr/>
              </p14:nvContentPartPr>
              <p14:xfrm>
                <a:off x="6375373" y="4952040"/>
                <a:ext cx="1000440" cy="43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2EAFB7D-A80D-0FA0-4D37-E3EB6607DE7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357373" y="4934400"/>
                  <a:ext cx="1036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BB8E70C-B79A-6A5F-75F0-0A4E17A0514F}"/>
                    </a:ext>
                  </a:extLst>
                </p14:cNvPr>
                <p14:cNvContentPartPr/>
                <p14:nvPr/>
              </p14:nvContentPartPr>
              <p14:xfrm>
                <a:off x="7264213" y="4868160"/>
                <a:ext cx="210600" cy="201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BB8E70C-B79A-6A5F-75F0-0A4E17A0514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46213" y="4850520"/>
                  <a:ext cx="246240" cy="237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2" name="Right Brace 41">
            <a:extLst>
              <a:ext uri="{FF2B5EF4-FFF2-40B4-BE49-F238E27FC236}">
                <a16:creationId xmlns:a16="http://schemas.microsoft.com/office/drawing/2014/main" id="{EC759B30-CB3C-72A0-FEA3-AF0446D163B2}"/>
              </a:ext>
            </a:extLst>
          </p:cNvPr>
          <p:cNvSpPr/>
          <p:nvPr/>
        </p:nvSpPr>
        <p:spPr>
          <a:xfrm>
            <a:off x="8709859" y="3321076"/>
            <a:ext cx="142387" cy="1887051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D4D4B1D-2BDB-6239-D070-D747F3A73125}"/>
                  </a:ext>
                </a:extLst>
              </p14:cNvPr>
              <p14:cNvContentPartPr/>
              <p14:nvPr/>
            </p14:nvContentPartPr>
            <p14:xfrm>
              <a:off x="4733053" y="1761000"/>
              <a:ext cx="4902120" cy="2045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D4D4B1D-2BDB-6239-D070-D747F3A7312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715053" y="1743360"/>
                <a:ext cx="4937760" cy="20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4FF6F27-4F0C-1662-B6F9-1E3B7413BC60}"/>
                  </a:ext>
                </a:extLst>
              </p14:cNvPr>
              <p14:cNvContentPartPr/>
              <p14:nvPr/>
            </p14:nvContentPartPr>
            <p14:xfrm>
              <a:off x="9457333" y="3612120"/>
              <a:ext cx="223920" cy="2325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4FF6F27-4F0C-1662-B6F9-1E3B7413BC6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439333" y="3594120"/>
                <a:ext cx="25956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60D255A6-3352-FD5C-2B58-5D7B51107238}"/>
              </a:ext>
            </a:extLst>
          </p:cNvPr>
          <p:cNvGrpSpPr/>
          <p:nvPr/>
        </p:nvGrpSpPr>
        <p:grpSpPr>
          <a:xfrm>
            <a:off x="8898613" y="3953400"/>
            <a:ext cx="657360" cy="153720"/>
            <a:chOff x="8898613" y="3953400"/>
            <a:chExt cx="65736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BAF634D-50E2-168E-5D1A-7F6FDF2F0541}"/>
                    </a:ext>
                  </a:extLst>
                </p14:cNvPr>
                <p14:cNvContentPartPr/>
                <p14:nvPr/>
              </p14:nvContentPartPr>
              <p14:xfrm>
                <a:off x="8898613" y="4003080"/>
                <a:ext cx="594000" cy="104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BAF634D-50E2-168E-5D1A-7F6FDF2F054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80613" y="3985440"/>
                  <a:ext cx="629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3C00B3E-179A-F330-558F-2ECD67A85602}"/>
                    </a:ext>
                  </a:extLst>
                </p14:cNvPr>
                <p14:cNvContentPartPr/>
                <p14:nvPr/>
              </p14:nvContentPartPr>
              <p14:xfrm>
                <a:off x="9346813" y="3953400"/>
                <a:ext cx="209160" cy="148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3C00B3E-179A-F330-558F-2ECD67A8560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29173" y="3935760"/>
                  <a:ext cx="244800" cy="183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FFA0D066-8365-8CF5-1EBB-59D049999C47}"/>
              </a:ext>
            </a:extLst>
          </p:cNvPr>
          <p:cNvSpPr txBox="1"/>
          <p:nvPr/>
        </p:nvSpPr>
        <p:spPr>
          <a:xfrm>
            <a:off x="9707392" y="3429000"/>
            <a:ext cx="2133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each token to its numerical index and create a single list with indices for the dataset: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DE1C675-C9DF-6B0E-F305-FC3A1E4EF0FF}"/>
                  </a:ext>
                </a:extLst>
              </p14:cNvPr>
              <p14:cNvContentPartPr/>
              <p14:nvPr/>
            </p14:nvContentPartPr>
            <p14:xfrm>
              <a:off x="8873053" y="1456440"/>
              <a:ext cx="953640" cy="18259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DE1C675-C9DF-6B0E-F305-FC3A1E4EF0F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855053" y="1438440"/>
                <a:ext cx="989280" cy="18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E091A43-BAB2-AA91-DA6C-E1BEB9AF6EF3}"/>
                  </a:ext>
                </a:extLst>
              </p14:cNvPr>
              <p14:cNvContentPartPr/>
              <p14:nvPr/>
            </p14:nvContentPartPr>
            <p14:xfrm>
              <a:off x="9651733" y="3089400"/>
              <a:ext cx="262440" cy="2984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E091A43-BAB2-AA91-DA6C-E1BEB9AF6EF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633733" y="3071400"/>
                <a:ext cx="298080" cy="334080"/>
              </a:xfrm>
              <a:prstGeom prst="rect">
                <a:avLst/>
              </a:prstGeom>
            </p:spPr>
          </p:pic>
        </mc:Fallback>
      </mc:AlternateContent>
      <p:pic>
        <p:nvPicPr>
          <p:cNvPr id="58" name="Picture 57">
            <a:extLst>
              <a:ext uri="{FF2B5EF4-FFF2-40B4-BE49-F238E27FC236}">
                <a16:creationId xmlns:a16="http://schemas.microsoft.com/office/drawing/2014/main" id="{5D6CDC3A-6E97-3B13-FBA4-ECFA63DEFC0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719683" y="4868160"/>
            <a:ext cx="322295" cy="1951672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5AAE73BF-CFF5-4D4D-FFA3-18CF2288D5B8}"/>
              </a:ext>
            </a:extLst>
          </p:cNvPr>
          <p:cNvSpPr txBox="1"/>
          <p:nvPr/>
        </p:nvSpPr>
        <p:spPr>
          <a:xfrm>
            <a:off x="8589601" y="5594248"/>
            <a:ext cx="1405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char-level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FD7C68-E95A-2773-0EB9-23478A60842B}"/>
              </a:ext>
            </a:extLst>
          </p:cNvPr>
          <p:cNvSpPr txBox="1"/>
          <p:nvPr/>
        </p:nvSpPr>
        <p:spPr>
          <a:xfrm>
            <a:off x="10272568" y="5659330"/>
            <a:ext cx="1405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word-level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136B396B-539C-A0F2-70C0-6DBAD82AF45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482092" y="4909320"/>
            <a:ext cx="426533" cy="191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72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4757AC-53D4-661A-7CF9-05ECAF58A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79" y="177800"/>
            <a:ext cx="2494754" cy="2494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CB5B50-5C0B-03BB-1F85-C68275E2693D}"/>
              </a:ext>
            </a:extLst>
          </p:cNvPr>
          <p:cNvSpPr txBox="1"/>
          <p:nvPr/>
        </p:nvSpPr>
        <p:spPr>
          <a:xfrm>
            <a:off x="2912533" y="1092200"/>
            <a:ext cx="6129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we need one more step, just one 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E2A0A-75D0-B7EB-A3C3-ABD52A194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616" y="2997943"/>
            <a:ext cx="431850" cy="26150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068DC2-97FC-1078-7427-C0DEF9F427BE}"/>
              </a:ext>
            </a:extLst>
          </p:cNvPr>
          <p:cNvSpPr txBox="1"/>
          <p:nvPr/>
        </p:nvSpPr>
        <p:spPr>
          <a:xfrm>
            <a:off x="122741" y="3768130"/>
            <a:ext cx="157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take the list with the dataset: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B98826-5CB0-4DA2-2305-F8239C1F6A81}"/>
              </a:ext>
            </a:extLst>
          </p:cNvPr>
          <p:cNvSpPr txBox="1"/>
          <p:nvPr/>
        </p:nvSpPr>
        <p:spPr>
          <a:xfrm>
            <a:off x="2616200" y="3976941"/>
            <a:ext cx="3177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we need to do 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one-hot encoding</a:t>
            </a:r>
            <a:r>
              <a:rPr lang="en-US" sz="2400" dirty="0"/>
              <a:t>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802730-250E-B17B-E82E-112F1E452119}"/>
              </a:ext>
            </a:extLst>
          </p:cNvPr>
          <p:cNvGrpSpPr/>
          <p:nvPr/>
        </p:nvGrpSpPr>
        <p:grpSpPr>
          <a:xfrm>
            <a:off x="1998133" y="4233320"/>
            <a:ext cx="631800" cy="159120"/>
            <a:chOff x="1998133" y="4233320"/>
            <a:chExt cx="63180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334ED4C-26DA-BAB6-5F12-38AFC548A8C5}"/>
                    </a:ext>
                  </a:extLst>
                </p14:cNvPr>
                <p14:cNvContentPartPr/>
                <p14:nvPr/>
              </p14:nvContentPartPr>
              <p14:xfrm>
                <a:off x="1998133" y="4304240"/>
                <a:ext cx="533160" cy="5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334ED4C-26DA-BAB6-5F12-38AFC548A8C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80133" y="4286240"/>
                  <a:ext cx="56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E26F35-A9AB-E687-B7AD-5C1BCA8D20C2}"/>
                    </a:ext>
                  </a:extLst>
                </p14:cNvPr>
                <p14:cNvContentPartPr/>
                <p14:nvPr/>
              </p14:nvContentPartPr>
              <p14:xfrm>
                <a:off x="2454973" y="4233320"/>
                <a:ext cx="174960" cy="159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E26F35-A9AB-E687-B7AD-5C1BCA8D20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37333" y="4215320"/>
                  <a:ext cx="210600" cy="194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5321ABB-FFC5-6552-7CB6-B0833BF2B6D3}"/>
              </a:ext>
            </a:extLst>
          </p:cNvPr>
          <p:cNvSpPr txBox="1"/>
          <p:nvPr/>
        </p:nvSpPr>
        <p:spPr>
          <a:xfrm>
            <a:off x="5702507" y="27395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list = ["cat", "dog", "bird", "dog", "cat"]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4CDCD2-8153-DA02-828D-65D5EBF246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0530" y="3219079"/>
            <a:ext cx="6371716" cy="35873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4FB135D-6AB6-37CF-1430-D03A87625128}"/>
              </a:ext>
            </a:extLst>
          </p:cNvPr>
          <p:cNvSpPr txBox="1"/>
          <p:nvPr/>
        </p:nvSpPr>
        <p:spPr>
          <a:xfrm>
            <a:off x="5794160" y="2062842"/>
            <a:ext cx="5113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one-hot encoding example: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48BAA5-4568-E601-C36E-41E07490935A}"/>
              </a:ext>
            </a:extLst>
          </p:cNvPr>
          <p:cNvCxnSpPr/>
          <p:nvPr/>
        </p:nvCxnSpPr>
        <p:spPr>
          <a:xfrm>
            <a:off x="5604933" y="1921933"/>
            <a:ext cx="65870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635DDA-207B-3BAD-1E17-BFFF0F700CDA}"/>
              </a:ext>
            </a:extLst>
          </p:cNvPr>
          <p:cNvCxnSpPr>
            <a:cxnSpLocks/>
          </p:cNvCxnSpPr>
          <p:nvPr/>
        </p:nvCxnSpPr>
        <p:spPr>
          <a:xfrm>
            <a:off x="5604933" y="1921933"/>
            <a:ext cx="0" cy="49360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125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FC8B-A0BA-2522-4589-D158BC786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1409"/>
            <a:ext cx="10515600" cy="1325563"/>
          </a:xfrm>
        </p:spPr>
        <p:txBody>
          <a:bodyPr/>
          <a:lstStyle/>
          <a:p>
            <a:r>
              <a:rPr lang="en-US" dirty="0"/>
              <a:t>Application: text generation</a:t>
            </a:r>
          </a:p>
        </p:txBody>
      </p:sp>
      <p:pic>
        <p:nvPicPr>
          <p:cNvPr id="5" name="Content Placeholder 4" descr="A diagram of a circle with arrows and a circle with letters&#10;&#10;Description automatically generated with medium confidence">
            <a:extLst>
              <a:ext uri="{FF2B5EF4-FFF2-40B4-BE49-F238E27FC236}">
                <a16:creationId xmlns:a16="http://schemas.microsoft.com/office/drawing/2014/main" id="{E94FDD79-295C-23A8-B69F-8E36E8A710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616" y="1236154"/>
            <a:ext cx="8121651" cy="4385692"/>
          </a:xfrm>
        </p:spPr>
      </p:pic>
    </p:spTree>
    <p:extLst>
      <p:ext uri="{BB962C8B-B14F-4D97-AF65-F5344CB8AC3E}">
        <p14:creationId xmlns:p14="http://schemas.microsoft.com/office/powerpoint/2010/main" val="2091076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1884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3) </a:t>
            </a:r>
            <a:r>
              <a:rPr lang="en-US" sz="6000" dirty="0"/>
              <a:t>Gated recurrent units (GRU)</a:t>
            </a: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073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026BB2-D4A6-1260-A28C-55BFA5D9C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170" y="1227667"/>
            <a:ext cx="6959206" cy="398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034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B6259-48D2-1692-ADAC-178D77673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958"/>
            <a:ext cx="12192000" cy="6768041"/>
          </a:xfrm>
        </p:spPr>
        <p:txBody>
          <a:bodyPr>
            <a:normAutofit/>
          </a:bodyPr>
          <a:lstStyle/>
          <a:p>
            <a:r>
              <a:rPr lang="en-US" sz="2400" dirty="0"/>
              <a:t>RNNs may suffer from the gradients issues (</a:t>
            </a:r>
            <a:r>
              <a:rPr lang="en-US" sz="2400" b="1" dirty="0">
                <a:highlight>
                  <a:srgbClr val="FFFF00"/>
                </a:highlight>
              </a:rPr>
              <a:t>vanishing/exploding gradients</a:t>
            </a:r>
            <a:r>
              <a:rPr lang="en-US" sz="2400" dirty="0"/>
              <a:t>):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to solve this problems, we have </a:t>
            </a:r>
            <a:r>
              <a:rPr lang="en-US" sz="2400" b="1" dirty="0"/>
              <a:t>GRU</a:t>
            </a:r>
            <a:r>
              <a:rPr lang="en-US" sz="2400" dirty="0"/>
              <a:t> (Gated Recurrent Units) and </a:t>
            </a:r>
            <a:r>
              <a:rPr lang="en-US" sz="2400" b="1" dirty="0"/>
              <a:t>LSTM</a:t>
            </a:r>
            <a:r>
              <a:rPr lang="en-US" sz="2400" dirty="0"/>
              <a:t> (Long Short-Term Memory)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GRU = RNN + </a:t>
            </a:r>
            <a:r>
              <a:rPr lang="en-US" sz="2400" b="1" i="1" dirty="0">
                <a:highlight>
                  <a:srgbClr val="FFFF00"/>
                </a:highlight>
              </a:rPr>
              <a:t>reset gate </a:t>
            </a:r>
            <a:r>
              <a:rPr lang="en-US" sz="2400" b="1" dirty="0">
                <a:highlight>
                  <a:srgbClr val="FFFF00"/>
                </a:highlight>
              </a:rPr>
              <a:t>+ </a:t>
            </a:r>
            <a:r>
              <a:rPr lang="en-US" sz="2400" b="1" i="1" dirty="0">
                <a:highlight>
                  <a:srgbClr val="FFFF00"/>
                </a:highlight>
              </a:rPr>
              <a:t>update gate</a:t>
            </a:r>
          </a:p>
          <a:p>
            <a:endParaRPr lang="en-US" sz="2400" b="1" i="1" dirty="0">
              <a:highlight>
                <a:srgbClr val="FFFF00"/>
              </a:highlight>
            </a:endParaRPr>
          </a:p>
          <a:p>
            <a:r>
              <a:rPr lang="en-US" sz="2400" dirty="0"/>
              <a:t>the </a:t>
            </a:r>
            <a:r>
              <a:rPr lang="en-US" sz="2400" b="1" i="1" dirty="0"/>
              <a:t>reset gate </a:t>
            </a:r>
            <a:r>
              <a:rPr lang="en-US" sz="2400" dirty="0"/>
              <a:t>determines how much of the previous hidden state (</a:t>
            </a:r>
            <a:r>
              <a:rPr lang="en-US" sz="2400" b="1" dirty="0"/>
              <a:t>ℎ</a:t>
            </a:r>
            <a:r>
              <a:rPr lang="en-US" sz="2400" b="1" baseline="-25000" dirty="0"/>
              <a:t>𝑡−1</a:t>
            </a:r>
            <a:r>
              <a:rPr lang="en-US" sz="2400" dirty="0"/>
              <a:t>) should be forgotten or ignored when computing the new hidden state </a:t>
            </a:r>
            <a:endParaRPr lang="en-US" sz="2400" i="1" dirty="0"/>
          </a:p>
          <a:p>
            <a:endParaRPr lang="en-US" sz="2400" i="1" dirty="0"/>
          </a:p>
          <a:p>
            <a:r>
              <a:rPr lang="en-US" sz="2400" dirty="0"/>
              <a:t>the </a:t>
            </a:r>
            <a:r>
              <a:rPr lang="en-US" sz="2400" b="1" i="1" dirty="0"/>
              <a:t>update gate </a:t>
            </a:r>
            <a:r>
              <a:rPr lang="en-US" sz="2400" dirty="0"/>
              <a:t>controls how much of the new hidden state        and the previous hidden state (</a:t>
            </a:r>
            <a:r>
              <a:rPr lang="en-US" sz="2400" b="1" dirty="0"/>
              <a:t>ℎ</a:t>
            </a:r>
            <a:r>
              <a:rPr lang="en-US" sz="2400" b="1" baseline="-25000" dirty="0"/>
              <a:t>𝑡−1</a:t>
            </a:r>
            <a:r>
              <a:rPr lang="en-US" sz="2400" dirty="0"/>
              <a:t>) should be combined to form the current hidden state (</a:t>
            </a:r>
            <a:r>
              <a:rPr lang="en-US" sz="2400" b="1" dirty="0"/>
              <a:t>ℎ</a:t>
            </a:r>
            <a:r>
              <a:rPr lang="en-US" sz="2400" b="1" baseline="-25000" dirty="0"/>
              <a:t>𝑡</a:t>
            </a:r>
            <a:r>
              <a:rPr lang="en-US" sz="2400" dirty="0"/>
              <a:t>) </a:t>
            </a:r>
            <a:endParaRPr lang="en-US" sz="2400" i="1" dirty="0"/>
          </a:p>
          <a:p>
            <a:endParaRPr lang="en-US" sz="2400" b="1" i="1" dirty="0">
              <a:highlight>
                <a:srgbClr val="FFFF00"/>
              </a:highlight>
            </a:endParaRPr>
          </a:p>
          <a:p>
            <a:endParaRPr lang="en-US" sz="2400" b="1" i="1" dirty="0">
              <a:highlight>
                <a:srgbClr val="FFFF00"/>
              </a:highlight>
            </a:endParaRP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FA5C3-2651-9474-0D48-4E4A34DD9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745" y="543787"/>
            <a:ext cx="3759456" cy="2185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2015E4-3C24-C646-E059-50B09FFB6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754" y="4854023"/>
            <a:ext cx="419158" cy="333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49C5C9-EE60-06BC-B97F-EDAAECBFC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333" y="5757880"/>
            <a:ext cx="419158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88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646A37-588F-600C-320D-C9AFCD4EB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3" y="1774623"/>
            <a:ext cx="5507278" cy="3178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C8EB2-DD55-2C28-2079-0071E2EA2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56" y="721176"/>
            <a:ext cx="4505954" cy="1114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36C7E5-7323-4DD7-0295-98B2FABB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56" y="1888978"/>
            <a:ext cx="6206911" cy="6035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E2D16C-9317-DA9D-92FB-BE1B96ACF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356" y="2545788"/>
            <a:ext cx="4505954" cy="530680"/>
          </a:xfrm>
          <a:prstGeom prst="rect">
            <a:avLst/>
          </a:prstGeom>
        </p:spPr>
      </p:pic>
      <p:sp>
        <p:nvSpPr>
          <p:cNvPr id="12" name="Left Brace 11">
            <a:extLst>
              <a:ext uri="{FF2B5EF4-FFF2-40B4-BE49-F238E27FC236}">
                <a16:creationId xmlns:a16="http://schemas.microsoft.com/office/drawing/2014/main" id="{AD77FA06-4315-CC22-B338-5FB34CA26E09}"/>
              </a:ext>
            </a:extLst>
          </p:cNvPr>
          <p:cNvSpPr/>
          <p:nvPr/>
        </p:nvSpPr>
        <p:spPr>
          <a:xfrm>
            <a:off x="199307" y="821265"/>
            <a:ext cx="342559" cy="2159001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E3E0DC-8914-17B8-E1B6-ED05F7674FA2}"/>
              </a:ext>
            </a:extLst>
          </p:cNvPr>
          <p:cNvSpPr txBox="1"/>
          <p:nvPr/>
        </p:nvSpPr>
        <p:spPr>
          <a:xfrm>
            <a:off x="199307" y="351766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Hadamard product </a:t>
            </a:r>
            <a:r>
              <a:rPr lang="en-US" dirty="0"/>
              <a:t>(also known as the element-wise product) between 2 matrices is computed by multiplying corresponding elements of the 2 matrices: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D4DE1A-B9AF-6D53-B2E5-AA0F1CFDB3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440999"/>
            <a:ext cx="6611273" cy="21910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DC9825F-0330-8DE4-DDE2-C14E006EE783}"/>
                  </a:ext>
                </a:extLst>
              </p14:cNvPr>
              <p14:cNvContentPartPr/>
              <p14:nvPr/>
            </p14:nvContentPartPr>
            <p14:xfrm>
              <a:off x="4869387" y="1017800"/>
              <a:ext cx="34920" cy="81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DC9825F-0330-8DE4-DDE2-C14E006EE7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3387" y="981800"/>
                <a:ext cx="1065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7FC0B76-9352-A22B-835C-F83F28BFD1AE}"/>
                  </a:ext>
                </a:extLst>
              </p14:cNvPr>
              <p14:cNvContentPartPr/>
              <p14:nvPr/>
            </p14:nvContentPartPr>
            <p14:xfrm>
              <a:off x="6614307" y="2328200"/>
              <a:ext cx="40680" cy="71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7FC0B76-9352-A22B-835C-F83F28BFD1A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78307" y="2292200"/>
                <a:ext cx="1123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0C90920-AA83-404F-361C-742E2848ADDC}"/>
                  </a:ext>
                </a:extLst>
              </p14:cNvPr>
              <p14:cNvContentPartPr/>
              <p14:nvPr/>
            </p14:nvContentPartPr>
            <p14:xfrm>
              <a:off x="4986747" y="2912480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0C90920-AA83-404F-361C-742E2848ADD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51107" y="2876840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FAEA78BF-0CBD-27E6-25F3-8060B74948AA}"/>
              </a:ext>
            </a:extLst>
          </p:cNvPr>
          <p:cNvGrpSpPr/>
          <p:nvPr/>
        </p:nvGrpSpPr>
        <p:grpSpPr>
          <a:xfrm>
            <a:off x="1549107" y="3010760"/>
            <a:ext cx="311040" cy="537120"/>
            <a:chOff x="1549107" y="3010760"/>
            <a:chExt cx="31104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5267365-7B16-1968-5EA2-99FCB4E00C69}"/>
                    </a:ext>
                  </a:extLst>
                </p14:cNvPr>
                <p14:cNvContentPartPr/>
                <p14:nvPr/>
              </p14:nvContentPartPr>
              <p14:xfrm>
                <a:off x="1549107" y="3049280"/>
                <a:ext cx="232920" cy="498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5267365-7B16-1968-5EA2-99FCB4E00C6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31467" y="3031280"/>
                  <a:ext cx="26856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138D11F-D35F-C72C-4643-D30D6BB104C6}"/>
                    </a:ext>
                  </a:extLst>
                </p14:cNvPr>
                <p14:cNvContentPartPr/>
                <p14:nvPr/>
              </p14:nvContentPartPr>
              <p14:xfrm>
                <a:off x="1659267" y="3010760"/>
                <a:ext cx="200880" cy="130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138D11F-D35F-C72C-4643-D30D6BB104C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41267" y="2992760"/>
                  <a:ext cx="23652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35109F7-9592-929B-A3CF-60FAF12AFE26}"/>
              </a:ext>
            </a:extLst>
          </p:cNvPr>
          <p:cNvGrpSpPr/>
          <p:nvPr/>
        </p:nvGrpSpPr>
        <p:grpSpPr>
          <a:xfrm>
            <a:off x="1828827" y="716480"/>
            <a:ext cx="4379040" cy="1366560"/>
            <a:chOff x="1828827" y="716480"/>
            <a:chExt cx="4379040" cy="13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A3ABFEF-AE21-33F9-4C4A-E34531DE7B32}"/>
                    </a:ext>
                  </a:extLst>
                </p14:cNvPr>
                <p14:cNvContentPartPr/>
                <p14:nvPr/>
              </p14:nvContentPartPr>
              <p14:xfrm>
                <a:off x="1828827" y="813320"/>
                <a:ext cx="4268880" cy="1269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A3ABFEF-AE21-33F9-4C4A-E34531DE7B3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10827" y="795320"/>
                  <a:ext cx="4304520" cy="13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B88593C-9D46-6771-CDA7-250CB8E00C52}"/>
                    </a:ext>
                  </a:extLst>
                </p14:cNvPr>
                <p14:cNvContentPartPr/>
                <p14:nvPr/>
              </p14:nvContentPartPr>
              <p14:xfrm>
                <a:off x="5918067" y="716480"/>
                <a:ext cx="289800" cy="163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B88593C-9D46-6771-CDA7-250CB8E00C5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00067" y="698480"/>
                  <a:ext cx="325440" cy="199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1BCFAABD-C6EB-0E01-B471-ADEEAC78A10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9270" y="2955"/>
            <a:ext cx="5871610" cy="106143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160056D-95FC-9B87-55BF-28EC59A9F2A2}"/>
              </a:ext>
            </a:extLst>
          </p:cNvPr>
          <p:cNvSpPr txBox="1"/>
          <p:nvPr/>
        </p:nvSpPr>
        <p:spPr>
          <a:xfrm>
            <a:off x="6684723" y="49526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highlight>
                  <a:srgbClr val="FFFF00"/>
                </a:highlight>
              </a:rPr>
              <a:t>GRU = RNN + </a:t>
            </a:r>
            <a:r>
              <a:rPr lang="en-US" sz="1800" b="1" i="1" dirty="0">
                <a:highlight>
                  <a:srgbClr val="FFFF00"/>
                </a:highlight>
              </a:rPr>
              <a:t>reset gate </a:t>
            </a:r>
            <a:r>
              <a:rPr lang="en-US" sz="1800" b="1" dirty="0">
                <a:highlight>
                  <a:srgbClr val="FFFF00"/>
                </a:highlight>
              </a:rPr>
              <a:t>+ </a:t>
            </a:r>
            <a:r>
              <a:rPr lang="en-US" sz="1800" b="1" i="1" dirty="0">
                <a:highlight>
                  <a:srgbClr val="FFFF00"/>
                </a:highlight>
              </a:rPr>
              <a:t>update gate</a:t>
            </a:r>
          </a:p>
        </p:txBody>
      </p:sp>
    </p:spTree>
    <p:extLst>
      <p:ext uri="{BB962C8B-B14F-4D97-AF65-F5344CB8AC3E}">
        <p14:creationId xmlns:p14="http://schemas.microsoft.com/office/powerpoint/2010/main" val="1895198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8BC0B-39A9-065A-6E9F-83A238A29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8531"/>
            <a:ext cx="119380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NOTE</a:t>
            </a:r>
            <a:r>
              <a:rPr lang="en-US" dirty="0"/>
              <a:t>: comparing with a RNN layer, now for a GRU layer we will have the following learnable parameters: </a:t>
            </a:r>
            <a:r>
              <a:rPr lang="en-US" dirty="0" err="1"/>
              <a:t>W</a:t>
            </a:r>
            <a:r>
              <a:rPr lang="en-US" baseline="-25000" dirty="0" err="1"/>
              <a:t>xr</a:t>
            </a:r>
            <a:r>
              <a:rPr lang="en-US" baseline="-25000" dirty="0"/>
              <a:t> </a:t>
            </a:r>
            <a:r>
              <a:rPr lang="en-US" dirty="0"/>
              <a:t>, </a:t>
            </a:r>
            <a:r>
              <a:rPr lang="en-US" dirty="0" err="1"/>
              <a:t>W</a:t>
            </a:r>
            <a:r>
              <a:rPr lang="en-US" baseline="-25000" dirty="0" err="1"/>
              <a:t>hr</a:t>
            </a:r>
            <a:r>
              <a:rPr lang="en-US" dirty="0"/>
              <a:t> ,</a:t>
            </a:r>
            <a:r>
              <a:rPr lang="en-US" baseline="-25000" dirty="0"/>
              <a:t> </a:t>
            </a:r>
            <a:r>
              <a:rPr lang="en-US" dirty="0" err="1"/>
              <a:t>W</a:t>
            </a:r>
            <a:r>
              <a:rPr lang="en-US" baseline="-25000" dirty="0" err="1"/>
              <a:t>xz</a:t>
            </a:r>
            <a:r>
              <a:rPr lang="en-US" baseline="-25000" dirty="0"/>
              <a:t> </a:t>
            </a:r>
            <a:r>
              <a:rPr lang="en-US" dirty="0"/>
              <a:t>, </a:t>
            </a:r>
            <a:r>
              <a:rPr lang="en-US" dirty="0" err="1"/>
              <a:t>W</a:t>
            </a:r>
            <a:r>
              <a:rPr lang="en-US" baseline="-25000" dirty="0" err="1"/>
              <a:t>hz</a:t>
            </a:r>
            <a:r>
              <a:rPr lang="en-US" baseline="-25000" dirty="0"/>
              <a:t> </a:t>
            </a:r>
            <a:r>
              <a:rPr lang="en-US" dirty="0"/>
              <a:t>, </a:t>
            </a:r>
            <a:r>
              <a:rPr lang="en-US" dirty="0" err="1"/>
              <a:t>W</a:t>
            </a:r>
            <a:r>
              <a:rPr lang="en-US" baseline="-25000" dirty="0" err="1"/>
              <a:t>xh</a:t>
            </a:r>
            <a:r>
              <a:rPr lang="en-US" baseline="-25000" dirty="0"/>
              <a:t> </a:t>
            </a:r>
            <a:r>
              <a:rPr lang="en-US" dirty="0"/>
              <a:t>, </a:t>
            </a:r>
            <a:r>
              <a:rPr lang="en-US" dirty="0" err="1"/>
              <a:t>W</a:t>
            </a:r>
            <a:r>
              <a:rPr lang="en-US" baseline="-25000" dirty="0" err="1"/>
              <a:t>hh</a:t>
            </a:r>
            <a:r>
              <a:rPr lang="en-US" baseline="-25000" dirty="0"/>
              <a:t> </a:t>
            </a:r>
            <a:r>
              <a:rPr lang="en-US" dirty="0"/>
              <a:t>, </a:t>
            </a:r>
            <a:r>
              <a:rPr lang="en-US" dirty="0" err="1"/>
              <a:t>b</a:t>
            </a:r>
            <a:r>
              <a:rPr lang="en-US" baseline="-25000" dirty="0" err="1"/>
              <a:t>r</a:t>
            </a:r>
            <a:r>
              <a:rPr lang="en-US" baseline="-25000" dirty="0"/>
              <a:t> </a:t>
            </a:r>
            <a:r>
              <a:rPr lang="en-US" dirty="0"/>
              <a:t>, </a:t>
            </a:r>
            <a:r>
              <a:rPr lang="en-US" dirty="0" err="1"/>
              <a:t>b</a:t>
            </a:r>
            <a:r>
              <a:rPr lang="en-US" baseline="-25000" dirty="0" err="1"/>
              <a:t>z</a:t>
            </a:r>
            <a:r>
              <a:rPr lang="en-US" baseline="-25000" dirty="0"/>
              <a:t> </a:t>
            </a:r>
            <a:r>
              <a:rPr lang="en-US" dirty="0"/>
              <a:t>, </a:t>
            </a:r>
            <a:r>
              <a:rPr lang="en-US" dirty="0" err="1"/>
              <a:t>b</a:t>
            </a:r>
            <a:r>
              <a:rPr lang="en-US" baseline="-25000" dirty="0" err="1"/>
              <a:t>h</a:t>
            </a:r>
            <a:r>
              <a:rPr lang="en-US" baseline="-25000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3C2D8-7A8F-D4AE-6CF4-0194B129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978" y="2120922"/>
            <a:ext cx="4730977" cy="353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4399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6561DA-5E61-E6DC-19DF-5DA40C2BAD2D}"/>
              </a:ext>
            </a:extLst>
          </p:cNvPr>
          <p:cNvCxnSpPr/>
          <p:nvPr/>
        </p:nvCxnSpPr>
        <p:spPr>
          <a:xfrm>
            <a:off x="5681133" y="0"/>
            <a:ext cx="0" cy="6858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C56C55E-C46A-D23C-E73A-C90EB8F72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470" y="2155115"/>
            <a:ext cx="6273798" cy="2401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0378F5-75DD-0C9C-A872-FAAE43FFD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73" y="3022031"/>
            <a:ext cx="4790992" cy="5847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D733E8-561C-7AA5-AD4F-7D20F52B7A6A}"/>
              </a:ext>
            </a:extLst>
          </p:cNvPr>
          <p:cNvSpPr txBox="1"/>
          <p:nvPr/>
        </p:nvSpPr>
        <p:spPr>
          <a:xfrm>
            <a:off x="8013702" y="270934"/>
            <a:ext cx="1947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/>
              <a:t>GRU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4F958-13E2-3397-3039-A50476C50E6A}"/>
              </a:ext>
            </a:extLst>
          </p:cNvPr>
          <p:cNvSpPr txBox="1"/>
          <p:nvPr/>
        </p:nvSpPr>
        <p:spPr>
          <a:xfrm>
            <a:off x="2252133" y="270934"/>
            <a:ext cx="1947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/>
              <a:t>RNN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BBF7274-E322-4448-4016-D1F4A20ABB73}"/>
                  </a:ext>
                </a:extLst>
              </p14:cNvPr>
              <p14:cNvContentPartPr/>
              <p14:nvPr/>
            </p14:nvContentPartPr>
            <p14:xfrm>
              <a:off x="10803267" y="3038840"/>
              <a:ext cx="136440" cy="69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BBF7274-E322-4448-4016-D1F4A20ABB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67267" y="3002840"/>
                <a:ext cx="2080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019E7B8-FF8B-533D-AF2F-4BA8A0897CE5}"/>
                  </a:ext>
                </a:extLst>
              </p14:cNvPr>
              <p14:cNvContentPartPr/>
              <p14:nvPr/>
            </p14:nvContentPartPr>
            <p14:xfrm>
              <a:off x="10566387" y="2054600"/>
              <a:ext cx="1194840" cy="1154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019E7B8-FF8B-533D-AF2F-4BA8A0897C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03387" y="1991960"/>
                <a:ext cx="1320480" cy="12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F633579-EFDD-3068-9114-73E3AB37A897}"/>
                  </a:ext>
                </a:extLst>
              </p14:cNvPr>
              <p14:cNvContentPartPr/>
              <p14:nvPr/>
            </p14:nvContentPartPr>
            <p14:xfrm>
              <a:off x="7052787" y="4545800"/>
              <a:ext cx="58320" cy="17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F633579-EFDD-3068-9114-73E3AB37A89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89787" y="4483160"/>
                <a:ext cx="1839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EDAE52B-E4DF-93A2-B19D-44407EC8BA41}"/>
                  </a:ext>
                </a:extLst>
              </p14:cNvPr>
              <p14:cNvContentPartPr/>
              <p14:nvPr/>
            </p14:nvContentPartPr>
            <p14:xfrm>
              <a:off x="8576667" y="3394520"/>
              <a:ext cx="617040" cy="93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EDAE52B-E4DF-93A2-B19D-44407EC8BA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14027" y="3331880"/>
                <a:ext cx="742680" cy="21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6B0B13F-9EF1-62E2-428A-43D6F2CEF17A}"/>
              </a:ext>
            </a:extLst>
          </p:cNvPr>
          <p:cNvGrpSpPr/>
          <p:nvPr/>
        </p:nvGrpSpPr>
        <p:grpSpPr>
          <a:xfrm>
            <a:off x="7916427" y="3289760"/>
            <a:ext cx="2601000" cy="182520"/>
            <a:chOff x="7916427" y="3289760"/>
            <a:chExt cx="260100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E8FC65-B88D-4728-6CEC-012891C3684F}"/>
                    </a:ext>
                  </a:extLst>
                </p14:cNvPr>
                <p14:cNvContentPartPr/>
                <p14:nvPr/>
              </p14:nvContentPartPr>
              <p14:xfrm>
                <a:off x="8983107" y="3289760"/>
                <a:ext cx="1534320" cy="156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E8FC65-B88D-4728-6CEC-012891C368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20467" y="3226760"/>
                  <a:ext cx="16599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194BDE5-FF60-C141-4944-18D4CFE49B1D}"/>
                    </a:ext>
                  </a:extLst>
                </p14:cNvPr>
                <p14:cNvContentPartPr/>
                <p14:nvPr/>
              </p14:nvContentPartPr>
              <p14:xfrm>
                <a:off x="7916427" y="3453920"/>
                <a:ext cx="640440" cy="18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194BDE5-FF60-C141-4944-18D4CFE49B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53427" y="3391280"/>
                  <a:ext cx="76608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35B1DC0-2776-1722-B9F2-F9B1A3084B0F}"/>
                  </a:ext>
                </a:extLst>
              </p14:cNvPr>
              <p14:cNvContentPartPr/>
              <p14:nvPr/>
            </p14:nvContentPartPr>
            <p14:xfrm>
              <a:off x="7043787" y="3443840"/>
              <a:ext cx="898200" cy="44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35B1DC0-2776-1722-B9F2-F9B1A3084B0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81147" y="3381200"/>
                <a:ext cx="1023840" cy="17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C10F0B22-4581-4661-D7C0-53A41D36237C}"/>
              </a:ext>
            </a:extLst>
          </p:cNvPr>
          <p:cNvGrpSpPr/>
          <p:nvPr/>
        </p:nvGrpSpPr>
        <p:grpSpPr>
          <a:xfrm>
            <a:off x="7380980" y="3327180"/>
            <a:ext cx="632880" cy="196560"/>
            <a:chOff x="7380980" y="3327180"/>
            <a:chExt cx="63288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96E6A5-7B49-AF58-DF46-76B4FC1E3965}"/>
                    </a:ext>
                  </a:extLst>
                </p14:cNvPr>
                <p14:cNvContentPartPr/>
                <p14:nvPr/>
              </p14:nvContentPartPr>
              <p14:xfrm>
                <a:off x="7380980" y="3389820"/>
                <a:ext cx="632880" cy="133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396E6A5-7B49-AF58-DF46-76B4FC1E396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45340" y="3353820"/>
                  <a:ext cx="704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D426EF4-10C5-6C8C-49A1-A7795B501F7F}"/>
                    </a:ext>
                  </a:extLst>
                </p14:cNvPr>
                <p14:cNvContentPartPr/>
                <p14:nvPr/>
              </p14:nvContentPartPr>
              <p14:xfrm>
                <a:off x="7593380" y="3327180"/>
                <a:ext cx="59760" cy="7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D426EF4-10C5-6C8C-49A1-A7795B501F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57740" y="3291540"/>
                  <a:ext cx="13140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21B070D-8CEC-6903-F33B-2498A5B9EC53}"/>
                  </a:ext>
                </a:extLst>
              </p14:cNvPr>
              <p14:cNvContentPartPr/>
              <p14:nvPr/>
            </p14:nvContentPartPr>
            <p14:xfrm>
              <a:off x="7543700" y="3512580"/>
              <a:ext cx="279720" cy="10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21B070D-8CEC-6903-F33B-2498A5B9EC5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07700" y="3476940"/>
                <a:ext cx="3513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1895144-2DCE-220B-6028-0618CFA489F6}"/>
                  </a:ext>
                </a:extLst>
              </p14:cNvPr>
              <p14:cNvContentPartPr/>
              <p14:nvPr/>
            </p14:nvContentPartPr>
            <p14:xfrm>
              <a:off x="2175867" y="3301640"/>
              <a:ext cx="370440" cy="15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1895144-2DCE-220B-6028-0618CFA489F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22227" y="3194000"/>
                <a:ext cx="4780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D364D8C-F9B5-D98A-55EF-532E0DBAF88D}"/>
                  </a:ext>
                </a:extLst>
              </p14:cNvPr>
              <p14:cNvContentPartPr/>
              <p14:nvPr/>
            </p14:nvContentPartPr>
            <p14:xfrm>
              <a:off x="2201067" y="3284360"/>
              <a:ext cx="457560" cy="144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D364D8C-F9B5-D98A-55EF-532E0DBAF88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47427" y="3176720"/>
                <a:ext cx="56520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348AF49-CE1F-13A2-EAAA-6343D2EC96EB}"/>
                  </a:ext>
                </a:extLst>
              </p14:cNvPr>
              <p14:cNvContentPartPr/>
              <p14:nvPr/>
            </p14:nvContentPartPr>
            <p14:xfrm>
              <a:off x="3869307" y="3276440"/>
              <a:ext cx="465480" cy="25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348AF49-CE1F-13A2-EAAA-6343D2EC96E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15307" y="3168800"/>
                <a:ext cx="5731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226AF09-94EB-0C26-F216-F58EB3460BEA}"/>
                  </a:ext>
                </a:extLst>
              </p14:cNvPr>
              <p14:cNvContentPartPr/>
              <p14:nvPr/>
            </p14:nvContentPartPr>
            <p14:xfrm>
              <a:off x="3858507" y="3241520"/>
              <a:ext cx="555480" cy="205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226AF09-94EB-0C26-F216-F58EB3460BE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04867" y="3133520"/>
                <a:ext cx="66312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6D8630E-34D1-FFC1-151A-96CA69668955}"/>
                  </a:ext>
                </a:extLst>
              </p14:cNvPr>
              <p14:cNvContentPartPr/>
              <p14:nvPr/>
            </p14:nvContentPartPr>
            <p14:xfrm>
              <a:off x="3903147" y="3428000"/>
              <a:ext cx="515880" cy="180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6D8630E-34D1-FFC1-151A-96CA6966895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49507" y="3320360"/>
                <a:ext cx="6235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763B5EA-DD39-8906-C977-05FA393EFA7E}"/>
                  </a:ext>
                </a:extLst>
              </p14:cNvPr>
              <p14:cNvContentPartPr/>
              <p14:nvPr/>
            </p14:nvContentPartPr>
            <p14:xfrm>
              <a:off x="4845627" y="3239720"/>
              <a:ext cx="304920" cy="2750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763B5EA-DD39-8906-C977-05FA393EFA7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91627" y="3131720"/>
                <a:ext cx="41256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D8E2795-43F0-3F1E-4C34-7BF3B5E7B5AB}"/>
                  </a:ext>
                </a:extLst>
              </p14:cNvPr>
              <p14:cNvContentPartPr/>
              <p14:nvPr/>
            </p14:nvContentPartPr>
            <p14:xfrm>
              <a:off x="7374267" y="2285000"/>
              <a:ext cx="363600" cy="100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D8E2795-43F0-3F1E-4C34-7BF3B5E7B5A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320627" y="2177000"/>
                <a:ext cx="47124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CA169F4-7ABD-C12C-17B9-51D6480CB333}"/>
                  </a:ext>
                </a:extLst>
              </p14:cNvPr>
              <p14:cNvContentPartPr/>
              <p14:nvPr/>
            </p14:nvContentPartPr>
            <p14:xfrm>
              <a:off x="7408467" y="2283560"/>
              <a:ext cx="434880" cy="138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CA169F4-7ABD-C12C-17B9-51D6480CB33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354467" y="2175560"/>
                <a:ext cx="54252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F16ECEF-E1B6-0E1C-4D9D-6A401D7EFB85}"/>
                  </a:ext>
                </a:extLst>
              </p14:cNvPr>
              <p14:cNvContentPartPr/>
              <p14:nvPr/>
            </p14:nvContentPartPr>
            <p14:xfrm>
              <a:off x="8957187" y="2249720"/>
              <a:ext cx="473400" cy="250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F16ECEF-E1B6-0E1C-4D9D-6A401D7EFB8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903187" y="2141720"/>
                <a:ext cx="58104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6F9EE65-9402-47A2-F1B4-D1E778D3EEFD}"/>
                  </a:ext>
                </a:extLst>
              </p14:cNvPr>
              <p14:cNvContentPartPr/>
              <p14:nvPr/>
            </p14:nvContentPartPr>
            <p14:xfrm>
              <a:off x="7347987" y="3012200"/>
              <a:ext cx="452520" cy="199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6F9EE65-9402-47A2-F1B4-D1E778D3EEF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94347" y="2904200"/>
                <a:ext cx="56016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B38A331-131E-34A9-4E69-0745B34BAF54}"/>
                  </a:ext>
                </a:extLst>
              </p14:cNvPr>
              <p14:cNvContentPartPr/>
              <p14:nvPr/>
            </p14:nvContentPartPr>
            <p14:xfrm>
              <a:off x="7856667" y="3640400"/>
              <a:ext cx="527400" cy="1472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B38A331-131E-34A9-4E69-0745B34BAF5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03027" y="3532400"/>
                <a:ext cx="63504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6E915DA-F566-BAEB-9D78-1DCD5BDA92E7}"/>
                  </a:ext>
                </a:extLst>
              </p14:cNvPr>
              <p14:cNvContentPartPr/>
              <p14:nvPr/>
            </p14:nvContentPartPr>
            <p14:xfrm>
              <a:off x="8982747" y="2994920"/>
              <a:ext cx="443160" cy="189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6E915DA-F566-BAEB-9D78-1DCD5BDA92E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28747" y="2886920"/>
                <a:ext cx="55080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CDF66E5-C4FE-DC26-86B3-36CA75138F26}"/>
                  </a:ext>
                </a:extLst>
              </p14:cNvPr>
              <p14:cNvContentPartPr/>
              <p14:nvPr/>
            </p14:nvContentPartPr>
            <p14:xfrm>
              <a:off x="9900747" y="3005720"/>
              <a:ext cx="276840" cy="204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CDF66E5-C4FE-DC26-86B3-36CA75138F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846747" y="2897720"/>
                <a:ext cx="38448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9106C3B-4368-05D6-4FF4-2895390533F5}"/>
                  </a:ext>
                </a:extLst>
              </p14:cNvPr>
              <p14:cNvContentPartPr/>
              <p14:nvPr/>
            </p14:nvContentPartPr>
            <p14:xfrm>
              <a:off x="9879507" y="2284640"/>
              <a:ext cx="282600" cy="221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9106C3B-4368-05D6-4FF4-2895390533F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825867" y="2177000"/>
                <a:ext cx="39024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C0D6D48-46E5-8E2B-DC46-8B453A235BE3}"/>
                  </a:ext>
                </a:extLst>
              </p14:cNvPr>
              <p14:cNvContentPartPr/>
              <p14:nvPr/>
            </p14:nvContentPartPr>
            <p14:xfrm>
              <a:off x="10658907" y="3589640"/>
              <a:ext cx="504360" cy="2725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C0D6D48-46E5-8E2B-DC46-8B453A235BE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604907" y="3481640"/>
                <a:ext cx="61200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D7D4FED-48C5-EC65-E759-6AA20E449689}"/>
                  </a:ext>
                </a:extLst>
              </p14:cNvPr>
              <p14:cNvContentPartPr/>
              <p14:nvPr/>
            </p14:nvContentPartPr>
            <p14:xfrm>
              <a:off x="11639547" y="3590360"/>
              <a:ext cx="318960" cy="260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D7D4FED-48C5-EC65-E759-6AA20E44968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585547" y="3482360"/>
                <a:ext cx="426600" cy="475920"/>
              </a:xfrm>
              <a:prstGeom prst="rect">
                <a:avLst/>
              </a:prstGeom>
            </p:spPr>
          </p:pic>
        </mc:Fallback>
      </mc:AlternateContent>
      <p:pic>
        <p:nvPicPr>
          <p:cNvPr id="46" name="Picture 45">
            <a:extLst>
              <a:ext uri="{FF2B5EF4-FFF2-40B4-BE49-F238E27FC236}">
                <a16:creationId xmlns:a16="http://schemas.microsoft.com/office/drawing/2014/main" id="{58CBBBF7-BB34-6A18-10BD-B189FA014C78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850471" y="5550216"/>
            <a:ext cx="6273798" cy="6654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273C80B-4F56-1A7C-616E-F452BE2F12E9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251446" y="5550216"/>
            <a:ext cx="5242253" cy="68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07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1884363"/>
            <a:ext cx="100838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4) </a:t>
            </a:r>
            <a:r>
              <a:rPr lang="en-US" sz="6000" dirty="0"/>
              <a:t>Long short-term memory (LSTM)</a:t>
            </a: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8922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2D26C0-D4FE-4BD5-FFA5-E53F49016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24" y="1299306"/>
            <a:ext cx="5222309" cy="33742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365FE7-FF6F-6111-90BF-71D5C1B49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352" y="1299306"/>
            <a:ext cx="5434990" cy="323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0487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eft Brace 11">
            <a:extLst>
              <a:ext uri="{FF2B5EF4-FFF2-40B4-BE49-F238E27FC236}">
                <a16:creationId xmlns:a16="http://schemas.microsoft.com/office/drawing/2014/main" id="{AD77FA06-4315-CC22-B338-5FB34CA26E09}"/>
              </a:ext>
            </a:extLst>
          </p:cNvPr>
          <p:cNvSpPr/>
          <p:nvPr/>
        </p:nvSpPr>
        <p:spPr>
          <a:xfrm>
            <a:off x="199307" y="717727"/>
            <a:ext cx="444152" cy="2711273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DC9825F-0330-8DE4-DDE2-C14E006EE783}"/>
                  </a:ext>
                </a:extLst>
              </p14:cNvPr>
              <p14:cNvContentPartPr/>
              <p14:nvPr/>
            </p14:nvContentPartPr>
            <p14:xfrm>
              <a:off x="4869387" y="1017800"/>
              <a:ext cx="34920" cy="81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DC9825F-0330-8DE4-DDE2-C14E006EE7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33387" y="981800"/>
                <a:ext cx="1065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7FC0B76-9352-A22B-835C-F83F28BFD1AE}"/>
                  </a:ext>
                </a:extLst>
              </p14:cNvPr>
              <p14:cNvContentPartPr/>
              <p14:nvPr/>
            </p14:nvContentPartPr>
            <p14:xfrm>
              <a:off x="6614307" y="2328200"/>
              <a:ext cx="40680" cy="71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7FC0B76-9352-A22B-835C-F83F28BFD1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78307" y="2292200"/>
                <a:ext cx="1123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0C90920-AA83-404F-361C-742E2848ADDC}"/>
                  </a:ext>
                </a:extLst>
              </p14:cNvPr>
              <p14:cNvContentPartPr/>
              <p14:nvPr/>
            </p14:nvContentPartPr>
            <p14:xfrm>
              <a:off x="4986747" y="2912480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0C90920-AA83-404F-361C-742E2848ADD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51107" y="2876840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C8AAE98-95B9-2390-C827-6A4B1044E7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602" y="636367"/>
            <a:ext cx="5250078" cy="1356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885770-2557-480B-235F-606E696A72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459" y="1918083"/>
            <a:ext cx="5106364" cy="6202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38092-622B-43D2-5723-A4D2D5A3B2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459" y="2489911"/>
            <a:ext cx="3951553" cy="6079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404417-5710-7F84-F05B-EB292AF8DD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459" y="3097842"/>
            <a:ext cx="2953918" cy="43531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BCC669E-1D40-E487-544F-76EDB017FCA3}"/>
              </a:ext>
            </a:extLst>
          </p:cNvPr>
          <p:cNvGrpSpPr/>
          <p:nvPr/>
        </p:nvGrpSpPr>
        <p:grpSpPr>
          <a:xfrm>
            <a:off x="1809378" y="3594748"/>
            <a:ext cx="311040" cy="537120"/>
            <a:chOff x="1549107" y="3010760"/>
            <a:chExt cx="31104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7CDFAFA-0FAD-D524-66FA-FA7B0416F785}"/>
                    </a:ext>
                  </a:extLst>
                </p14:cNvPr>
                <p14:cNvContentPartPr/>
                <p14:nvPr/>
              </p14:nvContentPartPr>
              <p14:xfrm>
                <a:off x="1549107" y="3049280"/>
                <a:ext cx="232920" cy="498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7CDFAFA-0FAD-D524-66FA-FA7B0416F7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31467" y="3031280"/>
                  <a:ext cx="26856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6E0B02F-1AD6-E0FE-F9A9-93C0DAEB0904}"/>
                    </a:ext>
                  </a:extLst>
                </p14:cNvPr>
                <p14:cNvContentPartPr/>
                <p14:nvPr/>
              </p14:nvContentPartPr>
              <p14:xfrm>
                <a:off x="1659267" y="3010760"/>
                <a:ext cx="200880" cy="13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6E0B02F-1AD6-E0FE-F9A9-93C0DAEB090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41267" y="2992760"/>
                  <a:ext cx="236520" cy="165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6B3A335-36A2-7172-0443-F842A60E5624}"/>
              </a:ext>
            </a:extLst>
          </p:cNvPr>
          <p:cNvSpPr txBox="1"/>
          <p:nvPr/>
        </p:nvSpPr>
        <p:spPr>
          <a:xfrm>
            <a:off x="87081" y="413186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Hadamard product </a:t>
            </a:r>
            <a:r>
              <a:rPr lang="en-US" dirty="0"/>
              <a:t>(also known as the element-wise product) between 2 matrices is computed by multiplying corresponding elements of the 2 matrices: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B4C8CF4-0CFC-A82A-CE23-14B62879F32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081" y="5017743"/>
            <a:ext cx="5511079" cy="182643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6880C93-112E-DC63-0EF0-0F10EDC5FB2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97453" y="2716"/>
            <a:ext cx="5871610" cy="106143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965E4BA4-3377-7D55-3761-16B964236BAA}"/>
              </a:ext>
            </a:extLst>
          </p:cNvPr>
          <p:cNvGrpSpPr/>
          <p:nvPr/>
        </p:nvGrpSpPr>
        <p:grpSpPr>
          <a:xfrm>
            <a:off x="1950560" y="540640"/>
            <a:ext cx="4611240" cy="1574280"/>
            <a:chOff x="1950560" y="540640"/>
            <a:chExt cx="4611240" cy="157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3FFFE3C-07DD-449A-80E1-A3C07F55039A}"/>
                    </a:ext>
                  </a:extLst>
                </p14:cNvPr>
                <p14:cNvContentPartPr/>
                <p14:nvPr/>
              </p14:nvContentPartPr>
              <p14:xfrm>
                <a:off x="1950560" y="590680"/>
                <a:ext cx="4494600" cy="1524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FFFE3C-07DD-449A-80E1-A3C07F5503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32920" y="572680"/>
                  <a:ext cx="4530240" cy="15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EF97443-4E7B-B242-E4AE-35235107A540}"/>
                    </a:ext>
                  </a:extLst>
                </p14:cNvPr>
                <p14:cNvContentPartPr/>
                <p14:nvPr/>
              </p14:nvContentPartPr>
              <p14:xfrm>
                <a:off x="6258320" y="540640"/>
                <a:ext cx="303480" cy="180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EF97443-4E7B-B242-E4AE-35235107A5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40320" y="523000"/>
                  <a:ext cx="339120" cy="215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62B97E4E-16C1-89FF-D42F-75FBB842211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41444" y="1918083"/>
            <a:ext cx="5779436" cy="36053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E1F9475-C4E4-5F7F-FEFB-D020BA276D1A}"/>
                  </a:ext>
                </a:extLst>
              </p14:cNvPr>
              <p14:cNvContentPartPr/>
              <p14:nvPr/>
            </p14:nvContentPartPr>
            <p14:xfrm>
              <a:off x="5537340" y="970500"/>
              <a:ext cx="101880" cy="8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E1F9475-C4E4-5F7F-FEFB-D020BA276D1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501340" y="934500"/>
                <a:ext cx="1735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43492BB-3E0A-E71F-08D4-DC0EEF50CBAD}"/>
                  </a:ext>
                </a:extLst>
              </p14:cNvPr>
              <p14:cNvContentPartPr/>
              <p14:nvPr/>
            </p14:nvContentPartPr>
            <p14:xfrm>
              <a:off x="5562540" y="1028820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43492BB-3E0A-E71F-08D4-DC0EEF50CBA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26540" y="99282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6EE8B72-B52F-949C-FABF-B4F00FFA7618}"/>
                  </a:ext>
                </a:extLst>
              </p14:cNvPr>
              <p14:cNvContentPartPr/>
              <p14:nvPr/>
            </p14:nvContentPartPr>
            <p14:xfrm>
              <a:off x="5646420" y="1324020"/>
              <a:ext cx="8280" cy="1011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6EE8B72-B52F-949C-FABF-B4F00FFA761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10420" y="1288020"/>
                <a:ext cx="7992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8970BD9-8834-4545-74CA-BEC65CD04542}"/>
                  </a:ext>
                </a:extLst>
              </p14:cNvPr>
              <p14:cNvContentPartPr/>
              <p14:nvPr/>
            </p14:nvContentPartPr>
            <p14:xfrm>
              <a:off x="5752980" y="1813620"/>
              <a:ext cx="3240" cy="25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8970BD9-8834-4545-74CA-BEC65CD0454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16980" y="1777620"/>
                <a:ext cx="7488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669875E-494C-9AD5-2529-D8D302440896}"/>
                  </a:ext>
                </a:extLst>
              </p14:cNvPr>
              <p14:cNvContentPartPr/>
              <p14:nvPr/>
            </p14:nvContentPartPr>
            <p14:xfrm>
              <a:off x="5722740" y="1912620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669875E-494C-9AD5-2529-D8D3024408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86740" y="187662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F96628D8-0990-F77A-9A41-D3AEB19DEF9F}"/>
              </a:ext>
            </a:extLst>
          </p:cNvPr>
          <p:cNvSpPr txBox="1"/>
          <p:nvPr/>
        </p:nvSpPr>
        <p:spPr>
          <a:xfrm>
            <a:off x="5722740" y="5461998"/>
            <a:ext cx="7069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highlight>
                  <a:srgbClr val="FFFF00"/>
                </a:highlight>
              </a:rPr>
              <a:t>LSTM = RNN + </a:t>
            </a:r>
            <a:r>
              <a:rPr lang="en-US" sz="1800" b="1" i="1" dirty="0">
                <a:highlight>
                  <a:srgbClr val="FFFF00"/>
                </a:highlight>
              </a:rPr>
              <a:t>output gate </a:t>
            </a:r>
            <a:r>
              <a:rPr lang="en-US" sz="1800" b="1" dirty="0">
                <a:highlight>
                  <a:srgbClr val="FFFF00"/>
                </a:highlight>
              </a:rPr>
              <a:t>+ </a:t>
            </a:r>
            <a:r>
              <a:rPr lang="en-US" sz="1800" b="1" i="1" dirty="0">
                <a:highlight>
                  <a:srgbClr val="FFFF00"/>
                </a:highlight>
              </a:rPr>
              <a:t>input gate </a:t>
            </a:r>
            <a:r>
              <a:rPr lang="en-US" sz="1800" b="1" dirty="0">
                <a:highlight>
                  <a:srgbClr val="FFFF00"/>
                </a:highlight>
              </a:rPr>
              <a:t>+ </a:t>
            </a:r>
            <a:r>
              <a:rPr lang="en-US" sz="1800" b="1" i="1" dirty="0">
                <a:highlight>
                  <a:srgbClr val="FFFF00"/>
                </a:highlight>
              </a:rPr>
              <a:t>forget gate + cell state</a:t>
            </a:r>
          </a:p>
        </p:txBody>
      </p:sp>
    </p:spTree>
    <p:extLst>
      <p:ext uri="{BB962C8B-B14F-4D97-AF65-F5344CB8AC3E}">
        <p14:creationId xmlns:p14="http://schemas.microsoft.com/office/powerpoint/2010/main" val="3236427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6561DA-5E61-E6DC-19DF-5DA40C2BAD2D}"/>
              </a:ext>
            </a:extLst>
          </p:cNvPr>
          <p:cNvCxnSpPr/>
          <p:nvPr/>
        </p:nvCxnSpPr>
        <p:spPr>
          <a:xfrm>
            <a:off x="3588173" y="-5715"/>
            <a:ext cx="0" cy="6858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90378F5-75DD-0C9C-A872-FAAE43FFD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6" y="2997376"/>
            <a:ext cx="3489464" cy="425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D733E8-561C-7AA5-AD4F-7D20F52B7A6A}"/>
              </a:ext>
            </a:extLst>
          </p:cNvPr>
          <p:cNvSpPr txBox="1"/>
          <p:nvPr/>
        </p:nvSpPr>
        <p:spPr>
          <a:xfrm>
            <a:off x="4457702" y="247227"/>
            <a:ext cx="1947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/>
              <a:t>GRU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4F958-13E2-3397-3039-A50476C50E6A}"/>
              </a:ext>
            </a:extLst>
          </p:cNvPr>
          <p:cNvSpPr txBox="1"/>
          <p:nvPr/>
        </p:nvSpPr>
        <p:spPr>
          <a:xfrm>
            <a:off x="515273" y="247228"/>
            <a:ext cx="1947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/>
              <a:t>RNN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BBF7274-E322-4448-4016-D1F4A20ABB73}"/>
                  </a:ext>
                </a:extLst>
              </p14:cNvPr>
              <p14:cNvContentPartPr/>
              <p14:nvPr/>
            </p14:nvContentPartPr>
            <p14:xfrm>
              <a:off x="10803267" y="3038840"/>
              <a:ext cx="136440" cy="69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BBF7274-E322-4448-4016-D1F4A20ABB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67267" y="3002840"/>
                <a:ext cx="2080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019E7B8-FF8B-533D-AF2F-4BA8A0897CE5}"/>
                  </a:ext>
                </a:extLst>
              </p14:cNvPr>
              <p14:cNvContentPartPr/>
              <p14:nvPr/>
            </p14:nvContentPartPr>
            <p14:xfrm>
              <a:off x="10566387" y="2054600"/>
              <a:ext cx="1194840" cy="1154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019E7B8-FF8B-533D-AF2F-4BA8A0897C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03387" y="1991960"/>
                <a:ext cx="1320480" cy="12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F633579-EFDD-3068-9114-73E3AB37A897}"/>
                  </a:ext>
                </a:extLst>
              </p14:cNvPr>
              <p14:cNvContentPartPr/>
              <p14:nvPr/>
            </p14:nvContentPartPr>
            <p14:xfrm>
              <a:off x="7052787" y="4545800"/>
              <a:ext cx="58320" cy="17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F633579-EFDD-3068-9114-73E3AB37A89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89787" y="4483160"/>
                <a:ext cx="1839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EDAE52B-E4DF-93A2-B19D-44407EC8BA41}"/>
                  </a:ext>
                </a:extLst>
              </p14:cNvPr>
              <p14:cNvContentPartPr/>
              <p14:nvPr/>
            </p14:nvContentPartPr>
            <p14:xfrm>
              <a:off x="8576667" y="3394520"/>
              <a:ext cx="617040" cy="93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EDAE52B-E4DF-93A2-B19D-44407EC8BA4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14027" y="3331880"/>
                <a:ext cx="742680" cy="21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6B0B13F-9EF1-62E2-428A-43D6F2CEF17A}"/>
              </a:ext>
            </a:extLst>
          </p:cNvPr>
          <p:cNvGrpSpPr/>
          <p:nvPr/>
        </p:nvGrpSpPr>
        <p:grpSpPr>
          <a:xfrm>
            <a:off x="7916427" y="3289760"/>
            <a:ext cx="2601000" cy="182520"/>
            <a:chOff x="7916427" y="3289760"/>
            <a:chExt cx="260100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E8FC65-B88D-4728-6CEC-012891C3684F}"/>
                    </a:ext>
                  </a:extLst>
                </p14:cNvPr>
                <p14:cNvContentPartPr/>
                <p14:nvPr/>
              </p14:nvContentPartPr>
              <p14:xfrm>
                <a:off x="8983107" y="3289760"/>
                <a:ext cx="1534320" cy="156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E8FC65-B88D-4728-6CEC-012891C3684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20467" y="3226760"/>
                  <a:ext cx="16599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194BDE5-FF60-C141-4944-18D4CFE49B1D}"/>
                    </a:ext>
                  </a:extLst>
                </p14:cNvPr>
                <p14:cNvContentPartPr/>
                <p14:nvPr/>
              </p14:nvContentPartPr>
              <p14:xfrm>
                <a:off x="7916427" y="3453920"/>
                <a:ext cx="640440" cy="18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194BDE5-FF60-C141-4944-18D4CFE49B1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53427" y="3391280"/>
                  <a:ext cx="76608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35B1DC0-2776-1722-B9F2-F9B1A3084B0F}"/>
                  </a:ext>
                </a:extLst>
              </p14:cNvPr>
              <p14:cNvContentPartPr/>
              <p14:nvPr/>
            </p14:nvContentPartPr>
            <p14:xfrm>
              <a:off x="7043787" y="3443840"/>
              <a:ext cx="898200" cy="44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35B1DC0-2776-1722-B9F2-F9B1A3084B0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981147" y="3381200"/>
                <a:ext cx="1023840" cy="17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C10F0B22-4581-4661-D7C0-53A41D36237C}"/>
              </a:ext>
            </a:extLst>
          </p:cNvPr>
          <p:cNvGrpSpPr/>
          <p:nvPr/>
        </p:nvGrpSpPr>
        <p:grpSpPr>
          <a:xfrm>
            <a:off x="7380980" y="3327180"/>
            <a:ext cx="632880" cy="196560"/>
            <a:chOff x="7380980" y="3327180"/>
            <a:chExt cx="63288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96E6A5-7B49-AF58-DF46-76B4FC1E3965}"/>
                    </a:ext>
                  </a:extLst>
                </p14:cNvPr>
                <p14:cNvContentPartPr/>
                <p14:nvPr/>
              </p14:nvContentPartPr>
              <p14:xfrm>
                <a:off x="7380980" y="3389820"/>
                <a:ext cx="632880" cy="133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396E6A5-7B49-AF58-DF46-76B4FC1E396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45340" y="3353820"/>
                  <a:ext cx="704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D426EF4-10C5-6C8C-49A1-A7795B501F7F}"/>
                    </a:ext>
                  </a:extLst>
                </p14:cNvPr>
                <p14:cNvContentPartPr/>
                <p14:nvPr/>
              </p14:nvContentPartPr>
              <p14:xfrm>
                <a:off x="7593380" y="3327180"/>
                <a:ext cx="59760" cy="7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D426EF4-10C5-6C8C-49A1-A7795B501F7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57740" y="3291540"/>
                  <a:ext cx="13140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21B070D-8CEC-6903-F33B-2498A5B9EC53}"/>
                  </a:ext>
                </a:extLst>
              </p14:cNvPr>
              <p14:cNvContentPartPr/>
              <p14:nvPr/>
            </p14:nvContentPartPr>
            <p14:xfrm>
              <a:off x="7543700" y="3512580"/>
              <a:ext cx="279720" cy="10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21B070D-8CEC-6903-F33B-2498A5B9EC5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07700" y="3476940"/>
                <a:ext cx="351360" cy="820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10DF774-A9AF-F4F7-C925-4F4ED8882F8B}"/>
              </a:ext>
            </a:extLst>
          </p:cNvPr>
          <p:cNvSpPr txBox="1"/>
          <p:nvPr/>
        </p:nvSpPr>
        <p:spPr>
          <a:xfrm>
            <a:off x="9099774" y="247226"/>
            <a:ext cx="1947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/>
              <a:t>LSTM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E80C134-2012-0896-4B60-DF2E136DC6F3}"/>
              </a:ext>
            </a:extLst>
          </p:cNvPr>
          <p:cNvCxnSpPr/>
          <p:nvPr/>
        </p:nvCxnSpPr>
        <p:spPr>
          <a:xfrm>
            <a:off x="8013860" y="-5715"/>
            <a:ext cx="0" cy="6858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83FE674-6453-E8AB-08E5-EBDA8937337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60048" y="2536124"/>
            <a:ext cx="4236580" cy="15921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76E16A-42E8-EF7B-ED61-AF3464C5336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81526" y="2298752"/>
            <a:ext cx="4084578" cy="22851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2D23005-714D-4786-FEDB-9B8514C177FE}"/>
                  </a:ext>
                </a:extLst>
              </p14:cNvPr>
              <p14:cNvContentPartPr/>
              <p14:nvPr/>
            </p14:nvContentPartPr>
            <p14:xfrm>
              <a:off x="11967420" y="2571780"/>
              <a:ext cx="11520" cy="129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2D23005-714D-4786-FEDB-9B8514C177F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931420" y="2535780"/>
                <a:ext cx="831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0784851-FA6F-4569-6F2C-3695B79FA1F7}"/>
                  </a:ext>
                </a:extLst>
              </p14:cNvPr>
              <p14:cNvContentPartPr/>
              <p14:nvPr/>
            </p14:nvContentPartPr>
            <p14:xfrm>
              <a:off x="12051300" y="2845740"/>
              <a:ext cx="15120" cy="65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0784851-FA6F-4569-6F2C-3695B79FA1F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2015660" y="2809740"/>
                <a:ext cx="86760" cy="13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304967E6-1418-A868-2C44-99C29C229D18}"/>
              </a:ext>
            </a:extLst>
          </p:cNvPr>
          <p:cNvGrpSpPr/>
          <p:nvPr/>
        </p:nvGrpSpPr>
        <p:grpSpPr>
          <a:xfrm>
            <a:off x="9924780" y="3398340"/>
            <a:ext cx="1936800" cy="46080"/>
            <a:chOff x="9924780" y="3398340"/>
            <a:chExt cx="1936800" cy="4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1F7C76C-FED3-0815-0F4C-DF4ECCECB6EE}"/>
                    </a:ext>
                  </a:extLst>
                </p14:cNvPr>
                <p14:cNvContentPartPr/>
                <p14:nvPr/>
              </p14:nvContentPartPr>
              <p14:xfrm>
                <a:off x="9924780" y="3409860"/>
                <a:ext cx="923040" cy="1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1F7C76C-FED3-0815-0F4C-DF4ECCECB6E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89140" y="3373860"/>
                  <a:ext cx="994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6FFDEE2-33BC-6765-2C97-DA985301B419}"/>
                    </a:ext>
                  </a:extLst>
                </p14:cNvPr>
                <p14:cNvContentPartPr/>
                <p14:nvPr/>
              </p14:nvContentPartPr>
              <p14:xfrm>
                <a:off x="11288820" y="3443340"/>
                <a:ext cx="572760" cy="1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6FFDEE2-33BC-6765-2C97-DA985301B41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253180" y="3407700"/>
                  <a:ext cx="6444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6A6DCF-BC99-BF54-001E-6750103FACCA}"/>
                    </a:ext>
                  </a:extLst>
                </p14:cNvPr>
                <p14:cNvContentPartPr/>
                <p14:nvPr/>
              </p14:nvContentPartPr>
              <p14:xfrm>
                <a:off x="10881300" y="3398340"/>
                <a:ext cx="358560" cy="42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6A6DCF-BC99-BF54-001E-6750103FACC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845300" y="3362700"/>
                  <a:ext cx="430200" cy="11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65874E0-254B-A4AC-CD4C-2484C400171B}"/>
                  </a:ext>
                </a:extLst>
              </p14:cNvPr>
              <p14:cNvContentPartPr/>
              <p14:nvPr/>
            </p14:nvContentPartPr>
            <p14:xfrm>
              <a:off x="9123060" y="3412020"/>
              <a:ext cx="786960" cy="37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65874E0-254B-A4AC-CD4C-2484C400171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087420" y="3376380"/>
                <a:ext cx="85860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8D614AD2-FB0B-7335-3E4B-FD216B5B5A1E}"/>
              </a:ext>
            </a:extLst>
          </p:cNvPr>
          <p:cNvGrpSpPr/>
          <p:nvPr/>
        </p:nvGrpSpPr>
        <p:grpSpPr>
          <a:xfrm>
            <a:off x="11890740" y="3200340"/>
            <a:ext cx="248040" cy="247680"/>
            <a:chOff x="11890740" y="3200340"/>
            <a:chExt cx="24804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5A191A0-CBA9-0BE0-40F2-8C334C1B2316}"/>
                    </a:ext>
                  </a:extLst>
                </p14:cNvPr>
                <p14:cNvContentPartPr/>
                <p14:nvPr/>
              </p14:nvContentPartPr>
              <p14:xfrm>
                <a:off x="11890740" y="3413820"/>
                <a:ext cx="168120" cy="34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5A191A0-CBA9-0BE0-40F2-8C334C1B231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855100" y="3378180"/>
                  <a:ext cx="239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A8FDB01-7F6C-88CA-DCB9-682BD018C7E6}"/>
                    </a:ext>
                  </a:extLst>
                </p14:cNvPr>
                <p14:cNvContentPartPr/>
                <p14:nvPr/>
              </p14:nvContentPartPr>
              <p14:xfrm>
                <a:off x="12092700" y="3390780"/>
                <a:ext cx="32400" cy="28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A8FDB01-7F6C-88CA-DCB9-682BD018C7E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056700" y="3355140"/>
                  <a:ext cx="104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1EEFC7E-4A84-189F-8826-6492666B731A}"/>
                    </a:ext>
                  </a:extLst>
                </p14:cNvPr>
                <p14:cNvContentPartPr/>
                <p14:nvPr/>
              </p14:nvContentPartPr>
              <p14:xfrm>
                <a:off x="12066060" y="3428940"/>
                <a:ext cx="108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1EEFC7E-4A84-189F-8826-6492666B731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030420" y="3392940"/>
                  <a:ext cx="72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8CC498-8AA8-1A03-6EAC-14A937A989E6}"/>
                    </a:ext>
                  </a:extLst>
                </p14:cNvPr>
                <p14:cNvContentPartPr/>
                <p14:nvPr/>
              </p14:nvContentPartPr>
              <p14:xfrm>
                <a:off x="12138420" y="3360180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8CC498-8AA8-1A03-6EAC-14A937A989E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102780" y="332454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41A379-D52E-8C6F-8FA9-09199843951A}"/>
                    </a:ext>
                  </a:extLst>
                </p14:cNvPr>
                <p14:cNvContentPartPr/>
                <p14:nvPr/>
              </p14:nvContentPartPr>
              <p14:xfrm>
                <a:off x="12096660" y="3245700"/>
                <a:ext cx="360" cy="110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41A379-D52E-8C6F-8FA9-0919984395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060660" y="3210060"/>
                  <a:ext cx="72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2D90DB7-D517-45D7-44B3-54FE7FDE6CBD}"/>
                    </a:ext>
                  </a:extLst>
                </p14:cNvPr>
                <p14:cNvContentPartPr/>
                <p14:nvPr/>
              </p14:nvContentPartPr>
              <p14:xfrm>
                <a:off x="12119340" y="3200340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2D90DB7-D517-45D7-44B3-54FE7FDE6CB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083700" y="316434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55918F5-301E-1742-03F6-14E9038AC47A}"/>
                  </a:ext>
                </a:extLst>
              </p14:cNvPr>
              <p14:cNvContentPartPr/>
              <p14:nvPr/>
            </p14:nvContentPartPr>
            <p14:xfrm>
              <a:off x="1252827" y="3191840"/>
              <a:ext cx="354960" cy="1472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55918F5-301E-1742-03F6-14E9038AC47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98827" y="3083840"/>
                <a:ext cx="46260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2022999-443A-E301-F911-AAAE4CE653B2}"/>
                  </a:ext>
                </a:extLst>
              </p14:cNvPr>
              <p14:cNvContentPartPr/>
              <p14:nvPr/>
            </p14:nvContentPartPr>
            <p14:xfrm>
              <a:off x="2481147" y="3163400"/>
              <a:ext cx="365760" cy="1670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2022999-443A-E301-F911-AAAE4CE653B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427507" y="3055400"/>
                <a:ext cx="47340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09F3896-CE9C-B4FD-89AE-74DF68281567}"/>
                  </a:ext>
                </a:extLst>
              </p14:cNvPr>
              <p14:cNvContentPartPr/>
              <p14:nvPr/>
            </p14:nvContentPartPr>
            <p14:xfrm>
              <a:off x="3190707" y="3207320"/>
              <a:ext cx="180720" cy="1396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09F3896-CE9C-B4FD-89AE-74DF6828156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136707" y="3099320"/>
                <a:ext cx="28836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2FD02D8-6BF0-3E29-FBD1-7F1CB48875E8}"/>
                  </a:ext>
                </a:extLst>
              </p14:cNvPr>
              <p14:cNvContentPartPr/>
              <p14:nvPr/>
            </p14:nvContentPartPr>
            <p14:xfrm>
              <a:off x="4740507" y="2571920"/>
              <a:ext cx="255960" cy="1627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2FD02D8-6BF0-3E29-FBD1-7F1CB48875E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686507" y="2464280"/>
                <a:ext cx="36360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0109A0B-BFC4-ECF7-30C1-009F863C37B3}"/>
                  </a:ext>
                </a:extLst>
              </p14:cNvPr>
              <p14:cNvContentPartPr/>
              <p14:nvPr/>
            </p14:nvContentPartPr>
            <p14:xfrm>
              <a:off x="5835267" y="2604680"/>
              <a:ext cx="272520" cy="1555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0109A0B-BFC4-ECF7-30C1-009F863C37B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781267" y="2497040"/>
                <a:ext cx="38016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F2C9885-0060-CE41-884F-BE6643EAD8E9}"/>
                  </a:ext>
                </a:extLst>
              </p14:cNvPr>
              <p14:cNvContentPartPr/>
              <p14:nvPr/>
            </p14:nvContentPartPr>
            <p14:xfrm>
              <a:off x="6404787" y="2631320"/>
              <a:ext cx="159480" cy="1036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F2C9885-0060-CE41-884F-BE6643EAD8E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350787" y="2523680"/>
                <a:ext cx="26712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7E82897-6325-D5C6-414C-64721EEDB627}"/>
                  </a:ext>
                </a:extLst>
              </p14:cNvPr>
              <p14:cNvContentPartPr/>
              <p14:nvPr/>
            </p14:nvContentPartPr>
            <p14:xfrm>
              <a:off x="4681107" y="3138200"/>
              <a:ext cx="315720" cy="1328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7E82897-6325-D5C6-414C-64721EEDB62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627467" y="3030200"/>
                <a:ext cx="42336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EB5147A-613C-8E0F-74FE-71C4813D8F3F}"/>
                  </a:ext>
                </a:extLst>
              </p14:cNvPr>
              <p14:cNvContentPartPr/>
              <p14:nvPr/>
            </p14:nvContentPartPr>
            <p14:xfrm>
              <a:off x="5802867" y="3139280"/>
              <a:ext cx="313200" cy="1324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EB5147A-613C-8E0F-74FE-71C4813D8F3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748867" y="3031280"/>
                <a:ext cx="42084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6020112-2AC8-4D10-9B90-86BF488351C2}"/>
                  </a:ext>
                </a:extLst>
              </p14:cNvPr>
              <p14:cNvContentPartPr/>
              <p14:nvPr/>
            </p14:nvContentPartPr>
            <p14:xfrm>
              <a:off x="6456267" y="3155840"/>
              <a:ext cx="124920" cy="135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6020112-2AC8-4D10-9B90-86BF488351C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402267" y="3047840"/>
                <a:ext cx="2325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4F89D23-7D88-A07F-097C-0848E30DFC8E}"/>
                  </a:ext>
                </a:extLst>
              </p14:cNvPr>
              <p14:cNvContentPartPr/>
              <p14:nvPr/>
            </p14:nvContentPartPr>
            <p14:xfrm>
              <a:off x="5053600" y="3545840"/>
              <a:ext cx="317160" cy="774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4F89D23-7D88-A07F-097C-0848E30DFC8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999960" y="3437840"/>
                <a:ext cx="4248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ECE8109-0FF1-2119-40C3-76871EEC9588}"/>
                  </a:ext>
                </a:extLst>
              </p14:cNvPr>
              <p14:cNvContentPartPr/>
              <p14:nvPr/>
            </p14:nvContentPartPr>
            <p14:xfrm>
              <a:off x="6938200" y="3539000"/>
              <a:ext cx="322200" cy="1144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ECE8109-0FF1-2119-40C3-76871EEC9588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884560" y="3431360"/>
                <a:ext cx="42984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245B270-DEA5-6C84-32D8-CAA851823807}"/>
                  </a:ext>
                </a:extLst>
              </p14:cNvPr>
              <p14:cNvContentPartPr/>
              <p14:nvPr/>
            </p14:nvContentPartPr>
            <p14:xfrm>
              <a:off x="7613920" y="3539000"/>
              <a:ext cx="165600" cy="1242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245B270-DEA5-6C84-32D8-CAA85182380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559920" y="3431000"/>
                <a:ext cx="27324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A0490AC-C8D7-318C-60CC-A0FB03B3C3A9}"/>
                  </a:ext>
                </a:extLst>
              </p14:cNvPr>
              <p14:cNvContentPartPr/>
              <p14:nvPr/>
            </p14:nvContentPartPr>
            <p14:xfrm>
              <a:off x="7634920" y="3632240"/>
              <a:ext cx="121680" cy="309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A0490AC-C8D7-318C-60CC-A0FB03B3C3A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581280" y="3524240"/>
                <a:ext cx="2293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0C70D17-8CB8-F096-343A-45A40BB4D81D}"/>
                  </a:ext>
                </a:extLst>
              </p14:cNvPr>
              <p14:cNvContentPartPr/>
              <p14:nvPr/>
            </p14:nvContentPartPr>
            <p14:xfrm>
              <a:off x="9448720" y="2428040"/>
              <a:ext cx="356760" cy="97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0C70D17-8CB8-F096-343A-45A40BB4D81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394720" y="2320040"/>
                <a:ext cx="46440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1A36903-DDF6-146C-0D5C-89E346BDE359}"/>
                  </a:ext>
                </a:extLst>
              </p14:cNvPr>
              <p14:cNvContentPartPr/>
              <p14:nvPr/>
            </p14:nvContentPartPr>
            <p14:xfrm>
              <a:off x="9468880" y="2746280"/>
              <a:ext cx="366120" cy="1008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1A36903-DDF6-146C-0D5C-89E346BDE35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415240" y="2638280"/>
                <a:ext cx="47376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12F55C0-DF87-0A08-DB79-A06BAE057D09}"/>
                  </a:ext>
                </a:extLst>
              </p14:cNvPr>
              <p14:cNvContentPartPr/>
              <p14:nvPr/>
            </p14:nvContentPartPr>
            <p14:xfrm>
              <a:off x="9442240" y="3113120"/>
              <a:ext cx="389880" cy="975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12F55C0-DF87-0A08-DB79-A06BAE057D0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388240" y="3005120"/>
                <a:ext cx="4975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D266C1B-C148-6FA6-74B6-539B47C33BA0}"/>
                  </a:ext>
                </a:extLst>
              </p14:cNvPr>
              <p14:cNvContentPartPr/>
              <p14:nvPr/>
            </p14:nvContentPartPr>
            <p14:xfrm>
              <a:off x="9705760" y="3519200"/>
              <a:ext cx="364320" cy="1537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D266C1B-C148-6FA6-74B6-539B47C33BA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651760" y="3411560"/>
                <a:ext cx="47196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6BB0F44-1E3B-7DA8-2B89-072BB0DBB127}"/>
                  </a:ext>
                </a:extLst>
              </p14:cNvPr>
              <p14:cNvContentPartPr/>
              <p14:nvPr/>
            </p14:nvContentPartPr>
            <p14:xfrm>
              <a:off x="11051080" y="3585080"/>
              <a:ext cx="335160" cy="741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6BB0F44-1E3B-7DA8-2B89-072BB0DBB12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997080" y="3477440"/>
                <a:ext cx="44280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9E131F9-70BA-8C29-B1F8-1D51CA216BC5}"/>
                  </a:ext>
                </a:extLst>
              </p14:cNvPr>
              <p14:cNvContentPartPr/>
              <p14:nvPr/>
            </p14:nvContentPartPr>
            <p14:xfrm>
              <a:off x="10880440" y="3108800"/>
              <a:ext cx="414000" cy="1022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9E131F9-70BA-8C29-B1F8-1D51CA216BC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826800" y="3001160"/>
                <a:ext cx="52164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665F343-672F-C64A-5FC8-0F5B5E1E2266}"/>
                  </a:ext>
                </a:extLst>
              </p14:cNvPr>
              <p14:cNvContentPartPr/>
              <p14:nvPr/>
            </p14:nvContentPartPr>
            <p14:xfrm>
              <a:off x="10830400" y="2385560"/>
              <a:ext cx="357480" cy="1256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665F343-672F-C64A-5FC8-0F5B5E1E226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776760" y="2277920"/>
                <a:ext cx="46512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70722CE-FD13-C003-F7B2-791195FD5B06}"/>
                  </a:ext>
                </a:extLst>
              </p14:cNvPr>
              <p14:cNvContentPartPr/>
              <p14:nvPr/>
            </p14:nvContentPartPr>
            <p14:xfrm>
              <a:off x="10849840" y="2726120"/>
              <a:ext cx="409680" cy="1238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70722CE-FD13-C003-F7B2-791195FD5B0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796200" y="2618120"/>
                <a:ext cx="51732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BFE878B-7915-4B78-191D-16008223EC99}"/>
                  </a:ext>
                </a:extLst>
              </p14:cNvPr>
              <p14:cNvContentPartPr/>
              <p14:nvPr/>
            </p14:nvContentPartPr>
            <p14:xfrm>
              <a:off x="11626000" y="2416160"/>
              <a:ext cx="140040" cy="1357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BFE878B-7915-4B78-191D-16008223EC9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1572360" y="2308520"/>
                <a:ext cx="24768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D958806-3BEE-87F9-4739-A726591F932A}"/>
                  </a:ext>
                </a:extLst>
              </p14:cNvPr>
              <p14:cNvContentPartPr/>
              <p14:nvPr/>
            </p14:nvContentPartPr>
            <p14:xfrm>
              <a:off x="11678560" y="2756000"/>
              <a:ext cx="167040" cy="1098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D958806-3BEE-87F9-4739-A726591F932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624560" y="2648360"/>
                <a:ext cx="27468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2812752-262F-FC91-BBD8-9ABA77A3DB4F}"/>
                  </a:ext>
                </a:extLst>
              </p14:cNvPr>
              <p14:cNvContentPartPr/>
              <p14:nvPr/>
            </p14:nvContentPartPr>
            <p14:xfrm>
              <a:off x="11728960" y="3081080"/>
              <a:ext cx="170280" cy="1396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2812752-262F-FC91-BBD8-9ABA77A3DB4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1674960" y="2973440"/>
                <a:ext cx="27792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494DA15-641F-6449-06AF-240376ACE4C6}"/>
                  </a:ext>
                </a:extLst>
              </p14:cNvPr>
              <p14:cNvContentPartPr/>
              <p14:nvPr/>
            </p14:nvContentPartPr>
            <p14:xfrm>
              <a:off x="11813920" y="3545480"/>
              <a:ext cx="171000" cy="113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494DA15-641F-6449-06AF-240376ACE4C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1759920" y="3437840"/>
                <a:ext cx="278640" cy="329400"/>
              </a:xfrm>
              <a:prstGeom prst="rect">
                <a:avLst/>
              </a:prstGeom>
            </p:spPr>
          </p:pic>
        </mc:Fallback>
      </mc:AlternateContent>
      <p:pic>
        <p:nvPicPr>
          <p:cNvPr id="77" name="Picture 76">
            <a:extLst>
              <a:ext uri="{FF2B5EF4-FFF2-40B4-BE49-F238E27FC236}">
                <a16:creationId xmlns:a16="http://schemas.microsoft.com/office/drawing/2014/main" id="{A98B71A5-A1D7-0F61-8C22-0A6D7490FBCA}"/>
              </a:ext>
            </a:extLst>
      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8044509" y="5271534"/>
            <a:ext cx="4164398" cy="467521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5E4FBC1B-640D-D727-FF29-8C21530014AB}"/>
              </a:ext>
            </a:extLst>
      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3609396" y="5271534"/>
            <a:ext cx="4383241" cy="4648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81BFE58-3F28-729D-00F3-B52CF857EADC}"/>
              </a:ext>
            </a:extLst>
      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4710" y="5271174"/>
            <a:ext cx="3552815" cy="465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93FDEB-8171-C5DE-5F72-DE92B3F8AC35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4746" y="5262661"/>
            <a:ext cx="3552815" cy="465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33E1CE-3317-1D27-9C0A-7060296AD878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3609396" y="5271174"/>
            <a:ext cx="4407648" cy="4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94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399" y="1884363"/>
            <a:ext cx="9685867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5) </a:t>
            </a:r>
            <a:r>
              <a:rPr lang="en-US" sz="6000" dirty="0"/>
              <a:t>Sequence to sequence learning</a:t>
            </a: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4282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467E9-DC74-387C-C782-FFF9FD3B6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952" y="0"/>
            <a:ext cx="6487430" cy="914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3F2341-E42A-F698-4B4F-5E06DF66773A}"/>
              </a:ext>
            </a:extLst>
          </p:cNvPr>
          <p:cNvSpPr txBox="1"/>
          <p:nvPr/>
        </p:nvSpPr>
        <p:spPr>
          <a:xfrm>
            <a:off x="681930" y="16224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“Cum vi se pare </a:t>
            </a:r>
            <a:r>
              <a:rPr lang="en-US" sz="2000" dirty="0" err="1"/>
              <a:t>laboratorul</a:t>
            </a:r>
            <a:r>
              <a:rPr lang="en-US" sz="2000" dirty="0"/>
              <a:t> de BIA?”</a:t>
            </a:r>
          </a:p>
          <a:p>
            <a:r>
              <a:rPr lang="en-US" sz="2000" dirty="0"/>
              <a:t>	(</a:t>
            </a:r>
            <a:r>
              <a:rPr lang="en-US" sz="2000" b="1" dirty="0">
                <a:highlight>
                  <a:srgbClr val="FFFF00"/>
                </a:highlight>
              </a:rPr>
              <a:t>variable length</a:t>
            </a:r>
            <a:r>
              <a:rPr lang="en-US" sz="20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EFD74-E37D-8CD7-E5A1-3E30B839BB1D}"/>
              </a:ext>
            </a:extLst>
          </p:cNvPr>
          <p:cNvSpPr txBox="1"/>
          <p:nvPr/>
        </p:nvSpPr>
        <p:spPr>
          <a:xfrm>
            <a:off x="8192105" y="1579880"/>
            <a:ext cx="36254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“How do you like the BIA lab?”</a:t>
            </a:r>
          </a:p>
          <a:p>
            <a:r>
              <a:rPr lang="en-US" sz="2000" dirty="0"/>
              <a:t>          (</a:t>
            </a:r>
            <a:r>
              <a:rPr lang="en-US" sz="2000" b="1" dirty="0">
                <a:highlight>
                  <a:srgbClr val="FFFF00"/>
                </a:highlight>
              </a:rPr>
              <a:t>variable length</a:t>
            </a:r>
            <a:r>
              <a:rPr lang="en-US" sz="2000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57EE030-99CD-4E41-EDD3-C62305BF236B}"/>
                  </a:ext>
                </a:extLst>
              </p14:cNvPr>
              <p14:cNvContentPartPr/>
              <p14:nvPr/>
            </p14:nvContentPartPr>
            <p14:xfrm>
              <a:off x="3148693" y="777680"/>
              <a:ext cx="363960" cy="847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57EE030-99CD-4E41-EDD3-C62305BF23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31053" y="760040"/>
                <a:ext cx="399600" cy="88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29812C5-27C3-8F0C-3F60-E826C0EE9C70}"/>
                  </a:ext>
                </a:extLst>
              </p14:cNvPr>
              <p14:cNvContentPartPr/>
              <p14:nvPr/>
            </p14:nvContentPartPr>
            <p14:xfrm>
              <a:off x="3361093" y="760040"/>
              <a:ext cx="191520" cy="167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29812C5-27C3-8F0C-3F60-E826C0EE9C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43093" y="742400"/>
                <a:ext cx="227160" cy="20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950B191-FECD-DF46-8443-6EC0F914CF07}"/>
              </a:ext>
            </a:extLst>
          </p:cNvPr>
          <p:cNvGrpSpPr/>
          <p:nvPr/>
        </p:nvGrpSpPr>
        <p:grpSpPr>
          <a:xfrm>
            <a:off x="9067453" y="795680"/>
            <a:ext cx="409680" cy="804240"/>
            <a:chOff x="9067453" y="795680"/>
            <a:chExt cx="409680" cy="80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AF80EB-F84E-F306-7127-67C39455567D}"/>
                    </a:ext>
                  </a:extLst>
                </p14:cNvPr>
                <p14:cNvContentPartPr/>
                <p14:nvPr/>
              </p14:nvContentPartPr>
              <p14:xfrm>
                <a:off x="9067453" y="795680"/>
                <a:ext cx="391680" cy="804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AF80EB-F84E-F306-7127-67C3945556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49813" y="778040"/>
                  <a:ext cx="427320" cy="83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CC1196A-D379-E4B7-9CB0-13E20000C3EB}"/>
                    </a:ext>
                  </a:extLst>
                </p14:cNvPr>
                <p14:cNvContentPartPr/>
                <p14:nvPr/>
              </p14:nvContentPartPr>
              <p14:xfrm>
                <a:off x="9363733" y="1465280"/>
                <a:ext cx="113400" cy="132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CC1196A-D379-E4B7-9CB0-13E20000C3E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46093" y="1447640"/>
                  <a:ext cx="149040" cy="168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072DF79-5FFA-8CF8-54A9-4A28D2F89F33}"/>
              </a:ext>
            </a:extLst>
          </p:cNvPr>
          <p:cNvSpPr txBox="1"/>
          <p:nvPr/>
        </p:nvSpPr>
        <p:spPr>
          <a:xfrm>
            <a:off x="5582904" y="843740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(</a:t>
            </a:r>
            <a:r>
              <a:rPr lang="en-US" b="1" dirty="0">
                <a:highlight>
                  <a:srgbClr val="FFFF00"/>
                </a:highlight>
              </a:rPr>
              <a:t>fixed </a:t>
            </a:r>
            <a:r>
              <a:rPr lang="en-US" sz="1800" b="1" dirty="0">
                <a:highlight>
                  <a:srgbClr val="FFFF00"/>
                </a:highlight>
              </a:rPr>
              <a:t>length</a:t>
            </a:r>
            <a:r>
              <a:rPr lang="en-US" sz="1800" dirty="0"/>
              <a:t>)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4B4E84-A542-F7BB-DE7B-ADB8973462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60278" y="4307212"/>
            <a:ext cx="6106533" cy="25507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9CA7E0-A767-793A-915E-19DB7B320B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0278" y="2771701"/>
            <a:ext cx="6925139" cy="13518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38FEAD4-2499-0534-7A9E-4646E471D7D1}"/>
              </a:ext>
            </a:extLst>
          </p:cNvPr>
          <p:cNvSpPr txBox="1"/>
          <p:nvPr/>
        </p:nvSpPr>
        <p:spPr>
          <a:xfrm>
            <a:off x="1229726" y="2656181"/>
            <a:ext cx="253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Applications</a:t>
            </a:r>
            <a:r>
              <a:rPr lang="en-US" sz="2400" dirty="0"/>
              <a:t>: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068DC7-26FA-E9B5-0AF1-1D26C2301944}"/>
              </a:ext>
            </a:extLst>
          </p:cNvPr>
          <p:cNvCxnSpPr>
            <a:cxnSpLocks/>
          </p:cNvCxnSpPr>
          <p:nvPr/>
        </p:nvCxnSpPr>
        <p:spPr>
          <a:xfrm>
            <a:off x="0" y="253153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3CAF62-E81B-A04C-371C-E769C7B2DAEB}"/>
              </a:ext>
            </a:extLst>
          </p:cNvPr>
          <p:cNvCxnSpPr>
            <a:cxnSpLocks/>
          </p:cNvCxnSpPr>
          <p:nvPr/>
        </p:nvCxnSpPr>
        <p:spPr>
          <a:xfrm>
            <a:off x="3657600" y="4216399"/>
            <a:ext cx="853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9AE637-9F95-91CC-51DA-4B17FE9A6C4A}"/>
              </a:ext>
            </a:extLst>
          </p:cNvPr>
          <p:cNvCxnSpPr>
            <a:cxnSpLocks/>
          </p:cNvCxnSpPr>
          <p:nvPr/>
        </p:nvCxnSpPr>
        <p:spPr>
          <a:xfrm>
            <a:off x="3657600" y="2531533"/>
            <a:ext cx="0" cy="43264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E76A6E8-A7DA-FB97-3258-EBFB1E6D8D0F}"/>
              </a:ext>
            </a:extLst>
          </p:cNvPr>
          <p:cNvGrpSpPr/>
          <p:nvPr/>
        </p:nvGrpSpPr>
        <p:grpSpPr>
          <a:xfrm>
            <a:off x="5028973" y="956600"/>
            <a:ext cx="2481120" cy="1194480"/>
            <a:chOff x="5028973" y="956600"/>
            <a:chExt cx="2481120" cy="11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C3DE72-F1B0-DF01-6083-277C6D2DA291}"/>
                    </a:ext>
                  </a:extLst>
                </p14:cNvPr>
                <p14:cNvContentPartPr/>
                <p14:nvPr/>
              </p14:nvContentPartPr>
              <p14:xfrm>
                <a:off x="5028973" y="956600"/>
                <a:ext cx="1124640" cy="1149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C3DE72-F1B0-DF01-6083-277C6D2DA2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10973" y="938600"/>
                  <a:ext cx="1160280" cy="11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6F98615-17F5-90A2-7200-01B11CB20094}"/>
                    </a:ext>
                  </a:extLst>
                </p14:cNvPr>
                <p14:cNvContentPartPr/>
                <p14:nvPr/>
              </p14:nvContentPartPr>
              <p14:xfrm>
                <a:off x="6681013" y="990440"/>
                <a:ext cx="829080" cy="1109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6F98615-17F5-90A2-7200-01B11CB2009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63013" y="972800"/>
                  <a:ext cx="864720" cy="11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9B6D25-5DCA-ED10-BEF2-465847AA2511}"/>
                    </a:ext>
                  </a:extLst>
                </p14:cNvPr>
                <p14:cNvContentPartPr/>
                <p14:nvPr/>
              </p14:nvContentPartPr>
              <p14:xfrm>
                <a:off x="5994133" y="1993040"/>
                <a:ext cx="232560" cy="149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9B6D25-5DCA-ED10-BEF2-465847AA251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76133" y="1975400"/>
                  <a:ext cx="2682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10EA1B-43E3-4BA8-D877-45E64FD251BE}"/>
                    </a:ext>
                  </a:extLst>
                </p14:cNvPr>
                <p14:cNvContentPartPr/>
                <p14:nvPr/>
              </p14:nvContentPartPr>
              <p14:xfrm>
                <a:off x="6660853" y="1921760"/>
                <a:ext cx="146160" cy="229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10EA1B-43E3-4BA8-D877-45E64FD251B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43213" y="1903760"/>
                  <a:ext cx="181800" cy="264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3CBB786-652D-1263-40CE-63BBFCE6C31E}"/>
              </a:ext>
            </a:extLst>
          </p:cNvPr>
          <p:cNvSpPr txBox="1"/>
          <p:nvPr/>
        </p:nvSpPr>
        <p:spPr>
          <a:xfrm>
            <a:off x="6110413" y="2122964"/>
            <a:ext cx="939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RNNs</a:t>
            </a:r>
          </a:p>
        </p:txBody>
      </p:sp>
    </p:spTree>
    <p:extLst>
      <p:ext uri="{BB962C8B-B14F-4D97-AF65-F5344CB8AC3E}">
        <p14:creationId xmlns:p14="http://schemas.microsoft.com/office/powerpoint/2010/main" val="31451759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B71F-F89C-DA3A-C694-4652FB0DE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3809"/>
            <a:ext cx="10515600" cy="1325563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B3D82-6937-EE25-955D-23DB6EE05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6" y="504825"/>
            <a:ext cx="11700934" cy="4351338"/>
          </a:xfrm>
        </p:spPr>
        <p:txBody>
          <a:bodyPr/>
          <a:lstStyle/>
          <a:p>
            <a:r>
              <a:rPr lang="en-US" dirty="0"/>
              <a:t>English-French dataset (we want to translate from English to French)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A5A90-42FC-FA35-663B-1BE40E2A3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520" y="1040743"/>
            <a:ext cx="6834141" cy="50508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07BBD8-A960-50FB-9B11-4D7F6DAB31E2}"/>
              </a:ext>
            </a:extLst>
          </p:cNvPr>
          <p:cNvSpPr txBox="1"/>
          <p:nvPr/>
        </p:nvSpPr>
        <p:spPr>
          <a:xfrm>
            <a:off x="2621280" y="6091565"/>
            <a:ext cx="9204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+ other more functions to process the dataset….</a:t>
            </a:r>
          </a:p>
        </p:txBody>
      </p:sp>
    </p:spTree>
    <p:extLst>
      <p:ext uri="{BB962C8B-B14F-4D97-AF65-F5344CB8AC3E}">
        <p14:creationId xmlns:p14="http://schemas.microsoft.com/office/powerpoint/2010/main" val="655645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B71F-F89C-DA3A-C694-4652FB0DE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01560"/>
            <a:ext cx="10515600" cy="1325563"/>
          </a:xfrm>
        </p:spPr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B3D82-6937-EE25-955D-23DB6EE05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30" y="513109"/>
            <a:ext cx="11700934" cy="4351338"/>
          </a:xfrm>
        </p:spPr>
        <p:txBody>
          <a:bodyPr/>
          <a:lstStyle/>
          <a:p>
            <a:r>
              <a:rPr lang="en-US" dirty="0"/>
              <a:t>2 RNNs: one for encoder and one for decoder: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0FF6082-4E2A-0D1D-3898-C5C134906B10}"/>
              </a:ext>
            </a:extLst>
          </p:cNvPr>
          <p:cNvSpPr/>
          <p:nvPr/>
        </p:nvSpPr>
        <p:spPr>
          <a:xfrm>
            <a:off x="5814393" y="181324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AA572F-A6A3-8060-D4BD-1867CEF72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27" y="1388713"/>
            <a:ext cx="5487166" cy="13336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6CE688-52A6-35E1-E6C4-EE9DEECEC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616" y="966819"/>
            <a:ext cx="4031063" cy="26967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B46D7F-7187-F2A3-46F8-B15372392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30" y="4511891"/>
            <a:ext cx="5515745" cy="1914792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B4B99732-3E32-042A-21A5-A2F8D0FD90C4}"/>
              </a:ext>
            </a:extLst>
          </p:cNvPr>
          <p:cNvSpPr/>
          <p:nvPr/>
        </p:nvSpPr>
        <p:spPr>
          <a:xfrm>
            <a:off x="5760445" y="507584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30D4E2-AF99-2F4F-ABF9-AD52DA59D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448" y="3745305"/>
            <a:ext cx="4031062" cy="314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64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D1AB1C-ABE5-95C6-47A0-A483357C8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25" y="452932"/>
            <a:ext cx="4801270" cy="2010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5FA0E4-6B5A-C73B-4977-DFF84A205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25" y="3590112"/>
            <a:ext cx="9503476" cy="80490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4E2D252-3576-6B04-AF93-B5707ED2DB78}"/>
              </a:ext>
            </a:extLst>
          </p:cNvPr>
          <p:cNvGrpSpPr/>
          <p:nvPr/>
        </p:nvGrpSpPr>
        <p:grpSpPr>
          <a:xfrm>
            <a:off x="5455720" y="2883520"/>
            <a:ext cx="2489760" cy="662400"/>
            <a:chOff x="5455720" y="2883520"/>
            <a:chExt cx="2489760" cy="66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10B6C75-3020-44F1-2DCD-C8B0E6688957}"/>
                    </a:ext>
                  </a:extLst>
                </p14:cNvPr>
                <p14:cNvContentPartPr/>
                <p14:nvPr/>
              </p14:nvContentPartPr>
              <p14:xfrm>
                <a:off x="5455720" y="2980360"/>
                <a:ext cx="921960" cy="495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10B6C75-3020-44F1-2DCD-C8B0E66889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38080" y="2962360"/>
                  <a:ext cx="95760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727C1A4-31AC-A8A1-99DF-96D4A77D179E}"/>
                    </a:ext>
                  </a:extLst>
                </p14:cNvPr>
                <p14:cNvContentPartPr/>
                <p14:nvPr/>
              </p14:nvContentPartPr>
              <p14:xfrm>
                <a:off x="6177160" y="2935360"/>
                <a:ext cx="266400" cy="266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27C1A4-31AC-A8A1-99DF-96D4A77D179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59520" y="2917360"/>
                  <a:ext cx="3020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EBB6148-19CE-EDE1-4C07-50706FA2E453}"/>
                    </a:ext>
                  </a:extLst>
                </p14:cNvPr>
                <p14:cNvContentPartPr/>
                <p14:nvPr/>
              </p14:nvContentPartPr>
              <p14:xfrm>
                <a:off x="6706360" y="3030040"/>
                <a:ext cx="81000" cy="475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EBB6148-19CE-EDE1-4C07-50706FA2E4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88360" y="3012040"/>
                  <a:ext cx="11664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38FC21-7A3F-9EFB-3728-BC5027D66A92}"/>
                    </a:ext>
                  </a:extLst>
                </p14:cNvPr>
                <p14:cNvContentPartPr/>
                <p14:nvPr/>
              </p14:nvContentPartPr>
              <p14:xfrm>
                <a:off x="6613840" y="2955880"/>
                <a:ext cx="170280" cy="183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38FC21-7A3F-9EFB-3728-BC5027D66A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96200" y="2938240"/>
                  <a:ext cx="2059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BEBD77F-7767-E46F-ECF0-AB18B869E109}"/>
                    </a:ext>
                  </a:extLst>
                </p14:cNvPr>
                <p14:cNvContentPartPr/>
                <p14:nvPr/>
              </p14:nvContentPartPr>
              <p14:xfrm>
                <a:off x="7066720" y="2910880"/>
                <a:ext cx="878760" cy="635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BEBD77F-7767-E46F-ECF0-AB18B869E1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49080" y="2893240"/>
                  <a:ext cx="91440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3F18DBF-78F3-222E-F00A-92450088C99F}"/>
                    </a:ext>
                  </a:extLst>
                </p14:cNvPr>
                <p14:cNvContentPartPr/>
                <p14:nvPr/>
              </p14:nvContentPartPr>
              <p14:xfrm>
                <a:off x="7058440" y="2883520"/>
                <a:ext cx="184680" cy="205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3F18DBF-78F3-222E-F00A-92450088C9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40800" y="2865880"/>
                  <a:ext cx="220320" cy="240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4370590-39DD-6B2E-9951-1370F9AD4351}"/>
              </a:ext>
            </a:extLst>
          </p:cNvPr>
          <p:cNvSpPr txBox="1"/>
          <p:nvPr/>
        </p:nvSpPr>
        <p:spPr>
          <a:xfrm>
            <a:off x="5319120" y="2416319"/>
            <a:ext cx="525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these are specified in the problem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0C0CDB3-657F-3A7B-E049-29780AB95532}"/>
              </a:ext>
            </a:extLst>
          </p:cNvPr>
          <p:cNvGrpSpPr/>
          <p:nvPr/>
        </p:nvGrpSpPr>
        <p:grpSpPr>
          <a:xfrm>
            <a:off x="7566040" y="2815480"/>
            <a:ext cx="1476720" cy="720360"/>
            <a:chOff x="7566040" y="2815480"/>
            <a:chExt cx="1476720" cy="72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4F8DC36-050B-A945-E573-CB78DC614724}"/>
                    </a:ext>
                  </a:extLst>
                </p14:cNvPr>
                <p14:cNvContentPartPr/>
                <p14:nvPr/>
              </p14:nvContentPartPr>
              <p14:xfrm>
                <a:off x="7566040" y="2849320"/>
                <a:ext cx="1476720" cy="686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4F8DC36-050B-A945-E573-CB78DC61472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48400" y="2831680"/>
                  <a:ext cx="1512360" cy="7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9D1455-1CE0-C44B-E1F0-FA64B3BE78A5}"/>
                    </a:ext>
                  </a:extLst>
                </p14:cNvPr>
                <p14:cNvContentPartPr/>
                <p14:nvPr/>
              </p14:nvContentPartPr>
              <p14:xfrm>
                <a:off x="7571800" y="2815480"/>
                <a:ext cx="191880" cy="181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9D1455-1CE0-C44B-E1F0-FA64B3BE78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54160" y="2797840"/>
                  <a:ext cx="2275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A24D3B1-C98F-BF0D-3EB5-3F373642D5DC}"/>
              </a:ext>
            </a:extLst>
          </p:cNvPr>
          <p:cNvGrpSpPr/>
          <p:nvPr/>
        </p:nvGrpSpPr>
        <p:grpSpPr>
          <a:xfrm>
            <a:off x="457120" y="4480480"/>
            <a:ext cx="894600" cy="775080"/>
            <a:chOff x="457120" y="4480480"/>
            <a:chExt cx="894600" cy="77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4CF2C3-9E1C-EDFA-4D09-EF972075A2A5}"/>
                    </a:ext>
                  </a:extLst>
                </p14:cNvPr>
                <p14:cNvContentPartPr/>
                <p14:nvPr/>
              </p14:nvContentPartPr>
              <p14:xfrm>
                <a:off x="457120" y="4480480"/>
                <a:ext cx="823680" cy="684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4CF2C3-9E1C-EDFA-4D09-EF972075A2A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9120" y="4462480"/>
                  <a:ext cx="85932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8D6DE22-9018-7D5A-18F9-D167D525F767}"/>
                    </a:ext>
                  </a:extLst>
                </p14:cNvPr>
                <p14:cNvContentPartPr/>
                <p14:nvPr/>
              </p14:nvContentPartPr>
              <p14:xfrm>
                <a:off x="1126360" y="4998880"/>
                <a:ext cx="225360" cy="256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8D6DE22-9018-7D5A-18F9-D167D525F7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8720" y="4980880"/>
                  <a:ext cx="261000" cy="292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C8830DE-6F54-7450-1D31-E2077B2F5B88}"/>
              </a:ext>
            </a:extLst>
          </p:cNvPr>
          <p:cNvSpPr txBox="1"/>
          <p:nvPr/>
        </p:nvSpPr>
        <p:spPr>
          <a:xfrm>
            <a:off x="1387400" y="4998880"/>
            <a:ext cx="4789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this is the model used for training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</a:p>
          <a:p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we need to use 5 classes to obtain it 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7380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16497583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089178-B2B7-2306-3F26-D5D305C8F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017" y="0"/>
            <a:ext cx="9327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547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B60-8B65-CF2E-1553-7AF22032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9941"/>
            <a:ext cx="10515600" cy="132556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51905-2716-ED51-1126-2DBD6CBAD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623"/>
            <a:ext cx="6839637" cy="1325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5B9A9B-CAAD-1DD7-A78C-1ADF3EFE7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109" y="105040"/>
            <a:ext cx="2684830" cy="2502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50F3BF-8ACA-2F96-E624-025899BF1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97253"/>
            <a:ext cx="6731000" cy="3358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3EA010-C58B-FF8F-7362-FC2C1A299C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637" y="3429000"/>
            <a:ext cx="5379509" cy="217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681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483DE5-9C06-2908-9C76-42979F09C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56400" cy="1257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E44A87-9B4B-5EAE-0229-7FB8509DDA7E}"/>
              </a:ext>
            </a:extLst>
          </p:cNvPr>
          <p:cNvSpPr txBox="1"/>
          <p:nvPr/>
        </p:nvSpPr>
        <p:spPr>
          <a:xfrm>
            <a:off x="93133" y="1532467"/>
            <a:ext cx="1191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and prepare the data: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1F518-24A3-DF29-52CD-3C84684AF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55" y="2177260"/>
            <a:ext cx="4499243" cy="3180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5BCE15-D564-39DA-CC96-29E81FE17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636" y="2177261"/>
            <a:ext cx="6985000" cy="1154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F41EE1-5DC4-5FE4-510F-B034B000A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821" y="3533490"/>
            <a:ext cx="4567765" cy="18241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AE95FE-5E68-3E54-94D6-A32AE1E1B804}"/>
              </a:ext>
            </a:extLst>
          </p:cNvPr>
          <p:cNvSpPr txBox="1"/>
          <p:nvPr/>
        </p:nvSpPr>
        <p:spPr>
          <a:xfrm>
            <a:off x="1371599" y="5633090"/>
            <a:ext cx="1000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JUST COPY PASTE FROM THE LAB FOR THESE FUNCTIONS!</a:t>
            </a:r>
          </a:p>
        </p:txBody>
      </p:sp>
    </p:spTree>
    <p:extLst>
      <p:ext uri="{BB962C8B-B14F-4D97-AF65-F5344CB8AC3E}">
        <p14:creationId xmlns:p14="http://schemas.microsoft.com/office/powerpoint/2010/main" val="35283580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894226-C9D8-4516-B345-D68297043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522" y="1673755"/>
            <a:ext cx="6269611" cy="2702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E5D968-5906-6AF0-E8EE-BB765A14C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05" y="0"/>
            <a:ext cx="4189123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FAC039-FCCE-4CD6-993E-AB9D5EBEB5B7}"/>
              </a:ext>
            </a:extLst>
          </p:cNvPr>
          <p:cNvSpPr txBox="1"/>
          <p:nvPr/>
        </p:nvSpPr>
        <p:spPr>
          <a:xfrm>
            <a:off x="5850466" y="172090"/>
            <a:ext cx="54525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JUST COPY PASTE FROM THE LAB FOR THESE FUNCTIONS!</a:t>
            </a:r>
          </a:p>
        </p:txBody>
      </p:sp>
    </p:spTree>
    <p:extLst>
      <p:ext uri="{BB962C8B-B14F-4D97-AF65-F5344CB8AC3E}">
        <p14:creationId xmlns:p14="http://schemas.microsoft.com/office/powerpoint/2010/main" val="1651624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859A4C-DA4C-8224-02F0-8870CAEB9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06" y="448864"/>
            <a:ext cx="6803816" cy="54778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EE05EB-ABC4-F95A-DD88-C3481CE0E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664" y="1829478"/>
            <a:ext cx="5137530" cy="4311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79F3D1-8F85-5505-4B5B-49E300BC2773}"/>
              </a:ext>
            </a:extLst>
          </p:cNvPr>
          <p:cNvSpPr txBox="1"/>
          <p:nvPr/>
        </p:nvSpPr>
        <p:spPr>
          <a:xfrm>
            <a:off x="7120466" y="747824"/>
            <a:ext cx="54525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JUST COPY PASTE FROM THE LAB FOR THESE FUNCTIONS!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A95E8A-FB86-E92F-E8DD-B94F4F93DE5D}"/>
              </a:ext>
            </a:extLst>
          </p:cNvPr>
          <p:cNvGrpSpPr/>
          <p:nvPr/>
        </p:nvGrpSpPr>
        <p:grpSpPr>
          <a:xfrm>
            <a:off x="6984747" y="2227760"/>
            <a:ext cx="1356480" cy="1220760"/>
            <a:chOff x="6984747" y="2227760"/>
            <a:chExt cx="1356480" cy="12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8A2A8B-A5DC-6475-49BD-A5CC1A646628}"/>
                    </a:ext>
                  </a:extLst>
                </p14:cNvPr>
                <p14:cNvContentPartPr/>
                <p14:nvPr/>
              </p14:nvContentPartPr>
              <p14:xfrm>
                <a:off x="6984747" y="2227760"/>
                <a:ext cx="1356480" cy="153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8A2A8B-A5DC-6475-49BD-A5CC1A6466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67107" y="2209760"/>
                  <a:ext cx="13921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F9D624A-C6AE-7B57-598A-FA85C3C91975}"/>
                    </a:ext>
                  </a:extLst>
                </p14:cNvPr>
                <p14:cNvContentPartPr/>
                <p14:nvPr/>
              </p14:nvContentPartPr>
              <p14:xfrm>
                <a:off x="7941627" y="2472200"/>
                <a:ext cx="239040" cy="770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F9D624A-C6AE-7B57-598A-FA85C3C9197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23627" y="2454200"/>
                  <a:ext cx="27468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6AED4B-DC83-A7C6-610F-38D7EB3C8621}"/>
                    </a:ext>
                  </a:extLst>
                </p14:cNvPr>
                <p14:cNvContentPartPr/>
                <p14:nvPr/>
              </p14:nvContentPartPr>
              <p14:xfrm>
                <a:off x="8034867" y="3206960"/>
                <a:ext cx="271080" cy="241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6AED4B-DC83-A7C6-610F-38D7EB3C862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16867" y="3189320"/>
                  <a:ext cx="306720" cy="277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C1455D5-4C85-2AE6-1831-403157B6F6F0}"/>
              </a:ext>
            </a:extLst>
          </p:cNvPr>
          <p:cNvSpPr txBox="1"/>
          <p:nvPr/>
        </p:nvSpPr>
        <p:spPr>
          <a:xfrm>
            <a:off x="7662987" y="3583115"/>
            <a:ext cx="3944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This is our training data! We had 3 slides of copy-paste to obtain these!</a:t>
            </a:r>
          </a:p>
        </p:txBody>
      </p:sp>
    </p:spTree>
    <p:extLst>
      <p:ext uri="{BB962C8B-B14F-4D97-AF65-F5344CB8AC3E}">
        <p14:creationId xmlns:p14="http://schemas.microsoft.com/office/powerpoint/2010/main" val="21140924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33C5F6-4444-C8E1-6BCC-B4EC73298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35" y="836048"/>
            <a:ext cx="5447708" cy="560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A2423B-6A3C-01D4-FFF4-9E0991C50E20}"/>
              </a:ext>
            </a:extLst>
          </p:cNvPr>
          <p:cNvSpPr txBox="1"/>
          <p:nvPr/>
        </p:nvSpPr>
        <p:spPr>
          <a:xfrm>
            <a:off x="139700" y="364067"/>
            <a:ext cx="1191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the RNN we will use: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EA0269-4D3A-C276-1E25-65EFD65E5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35" y="1499649"/>
            <a:ext cx="4792111" cy="52829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D0011F-1CCD-8967-8A40-C6ACE4C153AD}"/>
              </a:ext>
            </a:extLst>
          </p:cNvPr>
          <p:cNvSpPr txBox="1"/>
          <p:nvPr/>
        </p:nvSpPr>
        <p:spPr>
          <a:xfrm>
            <a:off x="6211048" y="3061826"/>
            <a:ext cx="54525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JUST COPY PASTE FROM THE LAB FOR THESE FUNCTIONS!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7DFBB2-40F5-3876-A9E8-F9022B504867}"/>
              </a:ext>
            </a:extLst>
          </p:cNvPr>
          <p:cNvGrpSpPr/>
          <p:nvPr/>
        </p:nvGrpSpPr>
        <p:grpSpPr>
          <a:xfrm>
            <a:off x="5299947" y="3538880"/>
            <a:ext cx="822960" cy="204840"/>
            <a:chOff x="5299947" y="3538880"/>
            <a:chExt cx="82296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2970E6E-6A08-7C5C-AF4E-B99A8482D9CA}"/>
                    </a:ext>
                  </a:extLst>
                </p14:cNvPr>
                <p14:cNvContentPartPr/>
                <p14:nvPr/>
              </p14:nvContentPartPr>
              <p14:xfrm>
                <a:off x="5299947" y="3637160"/>
                <a:ext cx="732600" cy="37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2970E6E-6A08-7C5C-AF4E-B99A8482D9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82307" y="3619160"/>
                  <a:ext cx="768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381E54-4B9E-CE3A-7146-6E7135C3B81C}"/>
                    </a:ext>
                  </a:extLst>
                </p14:cNvPr>
                <p14:cNvContentPartPr/>
                <p14:nvPr/>
              </p14:nvContentPartPr>
              <p14:xfrm>
                <a:off x="5892867" y="3538880"/>
                <a:ext cx="230040" cy="204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381E54-4B9E-CE3A-7146-6E7135C3B8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74867" y="3521240"/>
                  <a:ext cx="265680" cy="240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FFCE2C3-47E0-9830-5221-8C57FDE474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6247" y="4585118"/>
            <a:ext cx="5370284" cy="217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175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D779D8-FFDF-D32A-8950-AC9E576793B1}"/>
              </a:ext>
            </a:extLst>
          </p:cNvPr>
          <p:cNvSpPr txBox="1"/>
          <p:nvPr/>
        </p:nvSpPr>
        <p:spPr>
          <a:xfrm>
            <a:off x="139700" y="364067"/>
            <a:ext cx="1191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the functions for training: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C975FC-C1B4-C519-7A85-56603D242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098668"/>
            <a:ext cx="5422272" cy="31979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124774-FC16-7065-27F8-2C2196193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402" y="86465"/>
            <a:ext cx="4185370" cy="6646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B1752D-601E-C41D-E439-BB5779DCCF7A}"/>
              </a:ext>
            </a:extLst>
          </p:cNvPr>
          <p:cNvSpPr txBox="1"/>
          <p:nvPr/>
        </p:nvSpPr>
        <p:spPr>
          <a:xfrm>
            <a:off x="456868" y="4805225"/>
            <a:ext cx="54525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JUST COPY PASTE FROM THE LAB FOR THESE FUNCTIONS!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E39DABF-D418-55EE-0673-1A317225D604}"/>
                  </a:ext>
                </a:extLst>
              </p14:cNvPr>
              <p14:cNvContentPartPr/>
              <p14:nvPr/>
            </p14:nvContentPartPr>
            <p14:xfrm>
              <a:off x="8076987" y="5706440"/>
              <a:ext cx="2272680" cy="25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E39DABF-D418-55EE-0673-1A317225D6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59347" y="5688440"/>
                <a:ext cx="23083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06CADAB-08FF-C42F-6990-59EDADEED88A}"/>
                  </a:ext>
                </a:extLst>
              </p14:cNvPr>
              <p14:cNvContentPartPr/>
              <p14:nvPr/>
            </p14:nvContentPartPr>
            <p14:xfrm>
              <a:off x="10235907" y="5621840"/>
              <a:ext cx="196200" cy="189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06CADAB-08FF-C42F-6990-59EDADEED88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18267" y="5603840"/>
                <a:ext cx="231840" cy="225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0FB5BB7-3BDC-9C1F-5E58-E3FB893847CF}"/>
              </a:ext>
            </a:extLst>
          </p:cNvPr>
          <p:cNvSpPr txBox="1"/>
          <p:nvPr/>
        </p:nvSpPr>
        <p:spPr>
          <a:xfrm>
            <a:off x="10442202" y="5383274"/>
            <a:ext cx="1610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 changed only these </a:t>
            </a:r>
            <a:r>
              <a:rPr lang="en-US" b="1" dirty="0">
                <a:sym typeface="Wingdings" panose="05000000000000000000" pitchFamily="2" charset="2"/>
              </a:rPr>
              <a:t> </a:t>
            </a:r>
            <a:endParaRPr lang="en-US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C063282-1753-684C-8CA3-3B5A13D98A0B}"/>
              </a:ext>
            </a:extLst>
          </p:cNvPr>
          <p:cNvGrpSpPr/>
          <p:nvPr/>
        </p:nvGrpSpPr>
        <p:grpSpPr>
          <a:xfrm>
            <a:off x="7687467" y="5915600"/>
            <a:ext cx="2752560" cy="697680"/>
            <a:chOff x="7687467" y="5915600"/>
            <a:chExt cx="2752560" cy="69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23AC83-CF6C-2E7B-3E0F-5B2EF38ED2C7}"/>
                    </a:ext>
                  </a:extLst>
                </p14:cNvPr>
                <p14:cNvContentPartPr/>
                <p14:nvPr/>
              </p14:nvContentPartPr>
              <p14:xfrm>
                <a:off x="7687467" y="5961680"/>
                <a:ext cx="2691000" cy="651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23AC83-CF6C-2E7B-3E0F-5B2EF38ED2C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69827" y="5944040"/>
                  <a:ext cx="27266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B6A4537-435E-6A77-69A8-3517AF18D0FA}"/>
                    </a:ext>
                  </a:extLst>
                </p14:cNvPr>
                <p14:cNvContentPartPr/>
                <p14:nvPr/>
              </p14:nvContentPartPr>
              <p14:xfrm>
                <a:off x="10227627" y="5915600"/>
                <a:ext cx="212400" cy="138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B6A4537-435E-6A77-69A8-3517AF18D0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09627" y="5897600"/>
                  <a:ext cx="248040" cy="17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789946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929786-5608-121E-9A23-ACAB54B06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25" y="845351"/>
            <a:ext cx="4439475" cy="3850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1ACF9-172F-50D2-9FD7-600CD6D074CF}"/>
              </a:ext>
            </a:extLst>
          </p:cNvPr>
          <p:cNvSpPr txBox="1"/>
          <p:nvPr/>
        </p:nvSpPr>
        <p:spPr>
          <a:xfrm>
            <a:off x="6311900" y="516467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 the perplexities obtained during training: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59F2A4-BE72-C713-80B7-B4D3CC09B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467" y="845352"/>
            <a:ext cx="4627698" cy="53218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E4438E-109A-1D37-65AA-9B344F8B38CC}"/>
              </a:ext>
            </a:extLst>
          </p:cNvPr>
          <p:cNvSpPr txBox="1"/>
          <p:nvPr/>
        </p:nvSpPr>
        <p:spPr>
          <a:xfrm>
            <a:off x="292100" y="516467"/>
            <a:ext cx="2976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the model: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7B395-4C04-E1D2-5CEA-BEDC362069AD}"/>
              </a:ext>
            </a:extLst>
          </p:cNvPr>
          <p:cNvSpPr txBox="1"/>
          <p:nvPr/>
        </p:nvSpPr>
        <p:spPr>
          <a:xfrm>
            <a:off x="444500" y="5071534"/>
            <a:ext cx="5431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print the perplexity of the model at the last epoch: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6C9887-887E-B2C7-8766-62F73F6B7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62" y="5404012"/>
            <a:ext cx="2894671" cy="88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491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4A3291-2493-7522-9494-1BAA95E3B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891867" cy="12556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6D6019-8025-6EC0-DE09-5DE2FCE2A297}"/>
              </a:ext>
            </a:extLst>
          </p:cNvPr>
          <p:cNvSpPr txBox="1"/>
          <p:nvPr/>
        </p:nvSpPr>
        <p:spPr>
          <a:xfrm>
            <a:off x="93133" y="1532467"/>
            <a:ext cx="1191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and prepare the data: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62182-5C86-D9B3-6239-4735EB24D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55" y="2177260"/>
            <a:ext cx="4499243" cy="3180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84C0FD-E000-F16E-4250-6A8EFF9C2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636" y="2177261"/>
            <a:ext cx="6985000" cy="1154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62A307-6C31-8D12-1464-FB867FFAA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821" y="3533490"/>
            <a:ext cx="4567765" cy="18241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C8E3CB-329F-201E-5A8B-742C9D64149B}"/>
              </a:ext>
            </a:extLst>
          </p:cNvPr>
          <p:cNvSpPr txBox="1"/>
          <p:nvPr/>
        </p:nvSpPr>
        <p:spPr>
          <a:xfrm>
            <a:off x="1371599" y="5633090"/>
            <a:ext cx="1000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JUST COPY PASTE FROM THE LAB FOR THESE FUNCTIONS!</a:t>
            </a:r>
          </a:p>
        </p:txBody>
      </p:sp>
    </p:spTree>
    <p:extLst>
      <p:ext uri="{BB962C8B-B14F-4D97-AF65-F5344CB8AC3E}">
        <p14:creationId xmlns:p14="http://schemas.microsoft.com/office/powerpoint/2010/main" val="29189558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894226-C9D8-4516-B345-D68297043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522" y="1673755"/>
            <a:ext cx="6269611" cy="2702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E5D968-5906-6AF0-E8EE-BB765A14C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05" y="0"/>
            <a:ext cx="4189123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FAC039-FCCE-4CD6-993E-AB9D5EBEB5B7}"/>
              </a:ext>
            </a:extLst>
          </p:cNvPr>
          <p:cNvSpPr txBox="1"/>
          <p:nvPr/>
        </p:nvSpPr>
        <p:spPr>
          <a:xfrm>
            <a:off x="5850466" y="172090"/>
            <a:ext cx="54525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JUST COPY PASTE FROM THE LAB FOR THESE FUNCTIONS!</a:t>
            </a:r>
          </a:p>
        </p:txBody>
      </p:sp>
    </p:spTree>
    <p:extLst>
      <p:ext uri="{BB962C8B-B14F-4D97-AF65-F5344CB8AC3E}">
        <p14:creationId xmlns:p14="http://schemas.microsoft.com/office/powerpoint/2010/main" val="16867031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859A4C-DA4C-8224-02F0-8870CAEB9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06" y="448864"/>
            <a:ext cx="6803816" cy="54778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79F3D1-8F85-5505-4B5B-49E300BC2773}"/>
              </a:ext>
            </a:extLst>
          </p:cNvPr>
          <p:cNvSpPr txBox="1"/>
          <p:nvPr/>
        </p:nvSpPr>
        <p:spPr>
          <a:xfrm>
            <a:off x="7120466" y="747824"/>
            <a:ext cx="54525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JUST COPY PASTE FROM THE LAB FOR THESE FUNCTIONS!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A95E8A-FB86-E92F-E8DD-B94F4F93DE5D}"/>
              </a:ext>
            </a:extLst>
          </p:cNvPr>
          <p:cNvGrpSpPr/>
          <p:nvPr/>
        </p:nvGrpSpPr>
        <p:grpSpPr>
          <a:xfrm>
            <a:off x="6984747" y="2202941"/>
            <a:ext cx="1356480" cy="1220760"/>
            <a:chOff x="6984747" y="2227760"/>
            <a:chExt cx="1356480" cy="12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8A2A8B-A5DC-6475-49BD-A5CC1A646628}"/>
                    </a:ext>
                  </a:extLst>
                </p14:cNvPr>
                <p14:cNvContentPartPr/>
                <p14:nvPr/>
              </p14:nvContentPartPr>
              <p14:xfrm>
                <a:off x="6984747" y="2227760"/>
                <a:ext cx="1356480" cy="153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8A2A8B-A5DC-6475-49BD-A5CC1A64662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67107" y="2209760"/>
                  <a:ext cx="13921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F9D624A-C6AE-7B57-598A-FA85C3C91975}"/>
                    </a:ext>
                  </a:extLst>
                </p14:cNvPr>
                <p14:cNvContentPartPr/>
                <p14:nvPr/>
              </p14:nvContentPartPr>
              <p14:xfrm>
                <a:off x="7941627" y="2472200"/>
                <a:ext cx="239040" cy="770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F9D624A-C6AE-7B57-598A-FA85C3C9197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23627" y="2454200"/>
                  <a:ext cx="27468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6AED4B-DC83-A7C6-610F-38D7EB3C8621}"/>
                    </a:ext>
                  </a:extLst>
                </p14:cNvPr>
                <p14:cNvContentPartPr/>
                <p14:nvPr/>
              </p14:nvContentPartPr>
              <p14:xfrm>
                <a:off x="8034867" y="3206960"/>
                <a:ext cx="271080" cy="241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6AED4B-DC83-A7C6-610F-38D7EB3C862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16867" y="3189320"/>
                  <a:ext cx="306720" cy="277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C1455D5-4C85-2AE6-1831-403157B6F6F0}"/>
              </a:ext>
            </a:extLst>
          </p:cNvPr>
          <p:cNvSpPr txBox="1"/>
          <p:nvPr/>
        </p:nvSpPr>
        <p:spPr>
          <a:xfrm>
            <a:off x="7662987" y="3583115"/>
            <a:ext cx="3944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This is our training data! We had 3 slides of copy-paste to obtain these!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C2D717-6CB4-FD8B-EB5C-AD783EC0AE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7622" y="1674616"/>
            <a:ext cx="5274378" cy="52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969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A2423B-6A3C-01D4-FFF4-9E0991C50E20}"/>
              </a:ext>
            </a:extLst>
          </p:cNvPr>
          <p:cNvSpPr txBox="1"/>
          <p:nvPr/>
        </p:nvSpPr>
        <p:spPr>
          <a:xfrm>
            <a:off x="139700" y="159611"/>
            <a:ext cx="1191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the GRU we will use: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EA0269-4D3A-C276-1E25-65EFD65E5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35" y="1499649"/>
            <a:ext cx="4792111" cy="52829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D0011F-1CCD-8967-8A40-C6ACE4C153AD}"/>
              </a:ext>
            </a:extLst>
          </p:cNvPr>
          <p:cNvSpPr txBox="1"/>
          <p:nvPr/>
        </p:nvSpPr>
        <p:spPr>
          <a:xfrm>
            <a:off x="6211048" y="3061826"/>
            <a:ext cx="54525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JUST COPY PASTE FROM THE LAB FOR THESE FUNCTIONS!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7DFBB2-40F5-3876-A9E8-F9022B504867}"/>
              </a:ext>
            </a:extLst>
          </p:cNvPr>
          <p:cNvGrpSpPr/>
          <p:nvPr/>
        </p:nvGrpSpPr>
        <p:grpSpPr>
          <a:xfrm>
            <a:off x="5299947" y="3538880"/>
            <a:ext cx="822960" cy="204840"/>
            <a:chOff x="5299947" y="3538880"/>
            <a:chExt cx="82296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2970E6E-6A08-7C5C-AF4E-B99A8482D9CA}"/>
                    </a:ext>
                  </a:extLst>
                </p14:cNvPr>
                <p14:cNvContentPartPr/>
                <p14:nvPr/>
              </p14:nvContentPartPr>
              <p14:xfrm>
                <a:off x="5299947" y="3637160"/>
                <a:ext cx="732600" cy="37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2970E6E-6A08-7C5C-AF4E-B99A8482D9C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282307" y="3619160"/>
                  <a:ext cx="768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381E54-4B9E-CE3A-7146-6E7135C3B81C}"/>
                    </a:ext>
                  </a:extLst>
                </p14:cNvPr>
                <p14:cNvContentPartPr/>
                <p14:nvPr/>
              </p14:nvContentPartPr>
              <p14:xfrm>
                <a:off x="5892867" y="3538880"/>
                <a:ext cx="230040" cy="204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381E54-4B9E-CE3A-7146-6E7135C3B81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74867" y="3521240"/>
                  <a:ext cx="265680" cy="240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10E9F01-D2BD-C167-333E-34AF04EA41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6247" y="4333507"/>
            <a:ext cx="5738632" cy="2160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D7FA2D-B77D-9278-ACA8-CFB9E8FC1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335" y="528943"/>
            <a:ext cx="4686954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265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D779D8-FFDF-D32A-8950-AC9E576793B1}"/>
              </a:ext>
            </a:extLst>
          </p:cNvPr>
          <p:cNvSpPr txBox="1"/>
          <p:nvPr/>
        </p:nvSpPr>
        <p:spPr>
          <a:xfrm>
            <a:off x="139700" y="364067"/>
            <a:ext cx="1191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the functions for training: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C975FC-C1B4-C519-7A85-56603D242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098668"/>
            <a:ext cx="5422272" cy="31979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B1752D-601E-C41D-E439-BB5779DCCF7A}"/>
              </a:ext>
            </a:extLst>
          </p:cNvPr>
          <p:cNvSpPr txBox="1"/>
          <p:nvPr/>
        </p:nvSpPr>
        <p:spPr>
          <a:xfrm>
            <a:off x="456868" y="4805225"/>
            <a:ext cx="54525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JUST COPY PASTE FROM THE LAB FOR THESE FUNCTIONS!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06CADAB-08FF-C42F-6990-59EDADEED88A}"/>
                  </a:ext>
                </a:extLst>
              </p14:cNvPr>
              <p14:cNvContentPartPr/>
              <p14:nvPr/>
            </p14:nvContentPartPr>
            <p14:xfrm>
              <a:off x="10235907" y="5621840"/>
              <a:ext cx="196200" cy="189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06CADAB-08FF-C42F-6990-59EDADEED8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18267" y="5603840"/>
                <a:ext cx="231840" cy="225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0FB5BB7-3BDC-9C1F-5E58-E3FB893847CF}"/>
              </a:ext>
            </a:extLst>
          </p:cNvPr>
          <p:cNvSpPr txBox="1"/>
          <p:nvPr/>
        </p:nvSpPr>
        <p:spPr>
          <a:xfrm>
            <a:off x="10442202" y="5383274"/>
            <a:ext cx="1610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 changed only these </a:t>
            </a:r>
            <a:r>
              <a:rPr lang="en-US" b="1" dirty="0">
                <a:sym typeface="Wingdings" panose="05000000000000000000" pitchFamily="2" charset="2"/>
              </a:rPr>
              <a:t> 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848E42-84DF-A6C7-D350-B95E971EF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3308" y="144337"/>
            <a:ext cx="4133702" cy="65693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A867D65-FF9D-F247-0653-D8A94CB67F00}"/>
                  </a:ext>
                </a:extLst>
              </p14:cNvPr>
              <p14:cNvContentPartPr/>
              <p14:nvPr/>
            </p14:nvContentPartPr>
            <p14:xfrm>
              <a:off x="7772427" y="5723360"/>
              <a:ext cx="24177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A867D65-FF9D-F247-0653-D8A94CB67F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54427" y="5705360"/>
                <a:ext cx="2453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A891464-5881-444B-E0CE-A7A97C68DF76}"/>
                  </a:ext>
                </a:extLst>
              </p14:cNvPr>
              <p14:cNvContentPartPr/>
              <p14:nvPr/>
            </p14:nvContentPartPr>
            <p14:xfrm>
              <a:off x="7391340" y="5794800"/>
              <a:ext cx="2796480" cy="775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A891464-5881-444B-E0CE-A7A97C68DF7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73340" y="5776800"/>
                <a:ext cx="2832120" cy="81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96466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21ACF9-172F-50D2-9FD7-600CD6D074CF}"/>
              </a:ext>
            </a:extLst>
          </p:cNvPr>
          <p:cNvSpPr txBox="1"/>
          <p:nvPr/>
        </p:nvSpPr>
        <p:spPr>
          <a:xfrm>
            <a:off x="5879309" y="153062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 the perplexities obtained during training: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59F2A4-BE72-C713-80B7-B4D3CC09B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467" y="516467"/>
            <a:ext cx="4627698" cy="53218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E4438E-109A-1D37-65AA-9B344F8B38CC}"/>
              </a:ext>
            </a:extLst>
          </p:cNvPr>
          <p:cNvSpPr txBox="1"/>
          <p:nvPr/>
        </p:nvSpPr>
        <p:spPr>
          <a:xfrm>
            <a:off x="292100" y="153062"/>
            <a:ext cx="2976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the model: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7B395-4C04-E1D2-5CEA-BEDC362069AD}"/>
              </a:ext>
            </a:extLst>
          </p:cNvPr>
          <p:cNvSpPr txBox="1"/>
          <p:nvPr/>
        </p:nvSpPr>
        <p:spPr>
          <a:xfrm>
            <a:off x="444500" y="5071534"/>
            <a:ext cx="5431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print the perplexity of the model at the last epoch: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6C5D39-E00F-D93B-9132-A18D05DDD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5450865"/>
            <a:ext cx="2894671" cy="890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1146CC-A452-21AE-A3DE-60F474B1C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660" y="2276518"/>
            <a:ext cx="4347633" cy="35020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6E6185-7ABA-626A-58B8-F48D1957C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516467"/>
            <a:ext cx="3768486" cy="447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188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96910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2197</Words>
  <Application>Microsoft Office PowerPoint</Application>
  <PresentationFormat>Widescreen</PresentationFormat>
  <Paragraphs>242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Aptos</vt:lpstr>
      <vt:lpstr>Aptos Display</vt:lpstr>
      <vt:lpstr>Arial</vt:lpstr>
      <vt:lpstr>Noto Serif</vt:lpstr>
      <vt:lpstr>Wingdings</vt:lpstr>
      <vt:lpstr>Office Theme</vt:lpstr>
      <vt:lpstr>Bazele inteligenței artificiale</vt:lpstr>
      <vt:lpstr>PowerPoint Presentation</vt:lpstr>
      <vt:lpstr>Content</vt:lpstr>
      <vt:lpstr>1) Recurrent neural networks </vt:lpstr>
      <vt:lpstr>PowerPoint Presentation</vt:lpstr>
      <vt:lpstr>PowerPoint Presentation</vt:lpstr>
      <vt:lpstr>Remember this example  from lab 8 – a simple MLP</vt:lpstr>
      <vt:lpstr>RNN – I know, a lot of math  but is not so bad  </vt:lpstr>
      <vt:lpstr>Unfolded form of an RNN</vt:lpstr>
      <vt:lpstr>Unfolded form of an RNN</vt:lpstr>
      <vt:lpstr>VERY IMPORTANT</vt:lpstr>
      <vt:lpstr>PowerPoint Presentation</vt:lpstr>
      <vt:lpstr>2) Prepocessing steps for text in PyTorch </vt:lpstr>
      <vt:lpstr>PowerPoint Presentation</vt:lpstr>
      <vt:lpstr>Load text as strings into memory </vt:lpstr>
      <vt:lpstr>Split strings into tokens (e.g. words and characters) </vt:lpstr>
      <vt:lpstr>Build a table of vocabulary/dictionary to map the split tokens to numerical indices (starting from 0) </vt:lpstr>
      <vt:lpstr>Build a table of vocabulary/dictionary to map the split tokens to numerical indices (starting from 0) </vt:lpstr>
      <vt:lpstr>Build a table of vocabulary/dictionary to map the split tokens to numerical indices (starting from 0) </vt:lpstr>
      <vt:lpstr>Build a table of vocabulary/dictionary to map the split tokens to numerical indices (starting from 0) </vt:lpstr>
      <vt:lpstr>Build a table of vocabulary/dictionary to map the split tokens to numerical indices (starting from 0) </vt:lpstr>
      <vt:lpstr>Build a table of vocabulary/dictionary to map the split tokens to numerical indices (starting from 0) </vt:lpstr>
      <vt:lpstr>Convert text into sequences of numerical indices so they can be manipulated by RNNs easily </vt:lpstr>
      <vt:lpstr>Just a few additional functions and we are ready</vt:lpstr>
      <vt:lpstr>Recap </vt:lpstr>
      <vt:lpstr>PowerPoint Presentation</vt:lpstr>
      <vt:lpstr>PowerPoint Presentation</vt:lpstr>
      <vt:lpstr>PowerPoint Presentation</vt:lpstr>
      <vt:lpstr>Application: text generation</vt:lpstr>
      <vt:lpstr>3) Gated recurrent units (GRU)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4) Long short-term memory (LSTM) </vt:lpstr>
      <vt:lpstr>PowerPoint Presentation</vt:lpstr>
      <vt:lpstr>PowerPoint Presentation</vt:lpstr>
      <vt:lpstr>PowerPoint Presentation</vt:lpstr>
      <vt:lpstr>5) Sequence to sequence learning </vt:lpstr>
      <vt:lpstr>PowerPoint Presentation</vt:lpstr>
      <vt:lpstr>Dataset</vt:lpstr>
      <vt:lpstr>Model</vt:lpstr>
      <vt:lpstr>PowerPoint Presentation</vt:lpstr>
      <vt:lpstr>Exercises</vt:lpstr>
      <vt:lpstr>PowerPoint Presentation</vt:lpstr>
      <vt:lpstr>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Grigore Atimut, Ionut Orlando (FT D EU RO IFA AI DN)</cp:lastModifiedBy>
  <cp:revision>86</cp:revision>
  <dcterms:created xsi:type="dcterms:W3CDTF">2024-10-01T10:20:11Z</dcterms:created>
  <dcterms:modified xsi:type="dcterms:W3CDTF">2024-12-13T21:49:07Z</dcterms:modified>
</cp:coreProperties>
</file>