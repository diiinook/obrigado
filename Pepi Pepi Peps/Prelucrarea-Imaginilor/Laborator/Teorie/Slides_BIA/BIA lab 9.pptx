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notesSlides/notesSlide1.xml" ContentType="application/vnd.openxmlformats-officedocument.presentationml.notesSlide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notesSlides/notesSlide2.xml" ContentType="application/vnd.openxmlformats-officedocument.presentationml.notesSlide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notesSlides/notesSlide3.xml" ContentType="application/vnd.openxmlformats-officedocument.presentationml.notesSlide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6"/>
  </p:notesMasterIdLst>
  <p:sldIdLst>
    <p:sldId id="256" r:id="rId2"/>
    <p:sldId id="285" r:id="rId3"/>
    <p:sldId id="281" r:id="rId4"/>
    <p:sldId id="270" r:id="rId5"/>
    <p:sldId id="423" r:id="rId6"/>
    <p:sldId id="446" r:id="rId7"/>
    <p:sldId id="424" r:id="rId8"/>
    <p:sldId id="425" r:id="rId9"/>
    <p:sldId id="439" r:id="rId10"/>
    <p:sldId id="442" r:id="rId11"/>
    <p:sldId id="443" r:id="rId12"/>
    <p:sldId id="444" r:id="rId13"/>
    <p:sldId id="395" r:id="rId14"/>
    <p:sldId id="440" r:id="rId15"/>
    <p:sldId id="432" r:id="rId16"/>
    <p:sldId id="433" r:id="rId17"/>
    <p:sldId id="434" r:id="rId18"/>
    <p:sldId id="437" r:id="rId19"/>
    <p:sldId id="396" r:id="rId20"/>
    <p:sldId id="435" r:id="rId21"/>
    <p:sldId id="431" r:id="rId22"/>
    <p:sldId id="438" r:id="rId23"/>
    <p:sldId id="397" r:id="rId24"/>
    <p:sldId id="441" r:id="rId25"/>
    <p:sldId id="427" r:id="rId26"/>
    <p:sldId id="429" r:id="rId27"/>
    <p:sldId id="436" r:id="rId28"/>
    <p:sldId id="447" r:id="rId29"/>
    <p:sldId id="391" r:id="rId30"/>
    <p:sldId id="399" r:id="rId31"/>
    <p:sldId id="405" r:id="rId32"/>
    <p:sldId id="400" r:id="rId33"/>
    <p:sldId id="448" r:id="rId34"/>
    <p:sldId id="393" r:id="rId35"/>
    <p:sldId id="402" r:id="rId36"/>
    <p:sldId id="406" r:id="rId37"/>
    <p:sldId id="407" r:id="rId38"/>
    <p:sldId id="410" r:id="rId39"/>
    <p:sldId id="401" r:id="rId40"/>
    <p:sldId id="392" r:id="rId41"/>
    <p:sldId id="408" r:id="rId42"/>
    <p:sldId id="403" r:id="rId43"/>
    <p:sldId id="398" r:id="rId44"/>
    <p:sldId id="415" r:id="rId45"/>
    <p:sldId id="416" r:id="rId46"/>
    <p:sldId id="419" r:id="rId47"/>
    <p:sldId id="420" r:id="rId48"/>
    <p:sldId id="421" r:id="rId49"/>
    <p:sldId id="417" r:id="rId50"/>
    <p:sldId id="418" r:id="rId51"/>
    <p:sldId id="394" r:id="rId52"/>
    <p:sldId id="413" r:id="rId53"/>
    <p:sldId id="409" r:id="rId54"/>
    <p:sldId id="412" r:id="rId55"/>
    <p:sldId id="422" r:id="rId56"/>
    <p:sldId id="411" r:id="rId57"/>
    <p:sldId id="404" r:id="rId58"/>
    <p:sldId id="414" r:id="rId59"/>
    <p:sldId id="366" r:id="rId60"/>
    <p:sldId id="369" r:id="rId61"/>
    <p:sldId id="368" r:id="rId62"/>
    <p:sldId id="370" r:id="rId63"/>
    <p:sldId id="372" r:id="rId64"/>
    <p:sldId id="373" r:id="rId65"/>
    <p:sldId id="374" r:id="rId66"/>
    <p:sldId id="375" r:id="rId67"/>
    <p:sldId id="376" r:id="rId68"/>
    <p:sldId id="377" r:id="rId69"/>
    <p:sldId id="378" r:id="rId70"/>
    <p:sldId id="379" r:id="rId71"/>
    <p:sldId id="380" r:id="rId72"/>
    <p:sldId id="371" r:id="rId73"/>
    <p:sldId id="381" r:id="rId74"/>
    <p:sldId id="388" r:id="rId75"/>
    <p:sldId id="389" r:id="rId76"/>
    <p:sldId id="390" r:id="rId77"/>
    <p:sldId id="382" r:id="rId78"/>
    <p:sldId id="383" r:id="rId79"/>
    <p:sldId id="384" r:id="rId80"/>
    <p:sldId id="385" r:id="rId81"/>
    <p:sldId id="386" r:id="rId82"/>
    <p:sldId id="387" r:id="rId83"/>
    <p:sldId id="449" r:id="rId84"/>
    <p:sldId id="450" r:id="rId85"/>
    <p:sldId id="451" r:id="rId86"/>
    <p:sldId id="453" r:id="rId87"/>
    <p:sldId id="454" r:id="rId88"/>
    <p:sldId id="455" r:id="rId89"/>
    <p:sldId id="464" r:id="rId90"/>
    <p:sldId id="465" r:id="rId91"/>
    <p:sldId id="466" r:id="rId92"/>
    <p:sldId id="467" r:id="rId93"/>
    <p:sldId id="468" r:id="rId94"/>
    <p:sldId id="469" r:id="rId95"/>
    <p:sldId id="452" r:id="rId96"/>
    <p:sldId id="456" r:id="rId97"/>
    <p:sldId id="457" r:id="rId98"/>
    <p:sldId id="458" r:id="rId99"/>
    <p:sldId id="459" r:id="rId100"/>
    <p:sldId id="460" r:id="rId101"/>
    <p:sldId id="461" r:id="rId102"/>
    <p:sldId id="462" r:id="rId103"/>
    <p:sldId id="463" r:id="rId104"/>
    <p:sldId id="342" r:id="rId10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89" autoAdjust="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outlineViewPr>
    <p:cViewPr>
      <p:scale>
        <a:sx n="20" d="100"/>
        <a:sy n="2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presProps" Target="presProp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viewProps" Target="view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theme" Target="theme/theme1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1T11:03:25.1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568 1039 24575,'-48'0'0,"18"1"0,-1-1 0,-30-5 0,51 4 0,0-1 0,1 0 0,0-1 0,-1 0 0,1 0 0,0-1 0,0 0 0,1-1 0,-1 0 0,-10-9 0,-46-33 0,48 36 0,0-1 0,0 0 0,1-2 0,1 1 0,0-2 0,1 0 0,1-1 0,-13-18 0,20 19 0,0 1 0,1-1 0,0 0 0,1-1 0,-3-21 0,-4-15 0,2 13 0,2 0 0,2 0 0,1 0 0,2-1 0,4-52 0,-2 85 0,1 0 0,1 0 0,-1 1 0,1-1 0,0 1 0,1-1 0,-1 1 0,1 0 0,1-1 0,-1 2 0,1-1 0,0 0 0,0 1 0,1 0 0,-1 0 0,1 0 0,0 0 0,1 1 0,-1 0 0,1 0 0,0 0 0,0 1 0,6-3 0,16-6 0,1 1 0,-1 2 0,2 1 0,30-4 0,-9 1 0,116-16 0,-113 21 0,87-21 0,-96 16 0,1 3 0,63-3 0,3-1 0,504-38 0,3 50 0,-261 3 0,6638-3 0,-6944 3 0,0 2 0,0 2 0,80 23 0,-78-16 0,-1 2 0,97 45 0,-137-54 0,-1 0 0,1 1 0,-1 0 0,0 1 0,-1 0 0,0 1 0,0 0 0,14 19 0,-18-19 0,-1-1 0,0 2 0,0-1 0,-1 1 0,-1 0 0,0 0 0,0 0 0,-1 1 0,0-1 0,-1 1 0,0 12 0,1 214 0,-5-121 0,1-111 0,1 0 0,-1 1 0,-1-1 0,1 0 0,-1 0 0,0 0 0,0 0 0,-1 0 0,0-1 0,0 1 0,0-1 0,0 0 0,-1 0 0,0 0 0,0 0 0,-1 0 0,-6 5 0,-9 6 0,-1 0 0,-43 24 0,45-29 0,-14 9 0,0-2 0,-2-1 0,0-2 0,-1-1 0,-52 13 0,23-16 0,-1-2 0,1-3 0,-103-4 0,118-3 0,18 0 0,0 0 0,0 3 0,-52 8 0,13 4 0,-1-3 0,-99 2 0,66-11 0,-364 26 0,283-11 0,-79 14 0,187-21 0,0-3 0,-154-6 0,108-3 0,-4185 1 0,2172 2 0,2107-3 0,-53-9 0,16 0 0,39 6 44,-1-1 0,-49-18-1,47 14-791,-56-12 0,68 19-6078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0T10:33:16.0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620 2069 24575,'-10'0'0,"0"1"0,-1-2 0,1 1 0,0-1 0,0-1 0,0 0 0,0 0 0,0-1 0,0 0 0,0-1 0,1 0 0,-13-8 0,-28-22 0,2-3 0,1-1 0,2-3 0,2-2 0,1-1 0,-56-80 0,87 109 0,1-1 0,0 0 0,1 0 0,1-1 0,1 0 0,0 0 0,1 0 0,1-1 0,1 0 0,-3-20 0,-6-68 0,5-1 0,8-150 0,2 222 0,2 0 0,1 0 0,2 1 0,1 0 0,2 0 0,1 1 0,1 0 0,2 1 0,2 1 0,1 0 0,1 1 0,1 0 0,2 2 0,0 1 0,2 0 0,29-24 0,295-228 0,-318 260 0,1 0 0,0 2 0,1 2 0,1 0 0,0 2 0,1 2 0,40-9 0,-12 8 0,1 3 0,1 3 0,63 1 0,158 9 0,-117 0 0,-139-3 0,-1 2 0,0 0 0,0 2 0,-1 1 0,1 1 0,-1 2 0,-1 0 0,0 2 0,0 0 0,-1 2 0,31 21 0,-47-28 0,0 1 0,0 0 0,0 0 0,-1 1 0,0 0 0,0 0 0,-1 0 0,0 1 0,6 11 0,6 15 0,14 41 0,-19-43 0,-5-10 0,-1 1 0,-2-1 0,0 1 0,-1 0 0,-2 0 0,0 36 0,0-16 0,3 2 0,17 73 0,-13-76 0,8 86 0,-16 176 0,-3-149 0,1-114 0,-2 1 0,-2-2 0,-2 1 0,-2-1 0,-2 0 0,-1 0 0,-20 42 0,18-55 0,-2 0 0,-1-1 0,-1-1 0,-1-1 0,-1 0 0,-2-2 0,-38 34 0,46-46 0,-1-2 0,0 0 0,0-1 0,-1 0 0,0-1 0,-18 5 0,-17 8 0,26-8 0,-34 14 0,-116 37 0,128-50 0,-2-2 0,1-3 0,-1-1 0,-78 0 0,-12-7 0,-81-3 0,211 2 0,1-1 0,-1 0 0,1 0 0,0 0 0,0-1 0,0-1 0,0 1 0,0-1 0,1-1 0,0 1 0,0-1 0,0-1 0,0 1 0,1-1 0,-6-7 0,-17-13 0,24 22-227,1 0-1,-1-1 1,1 0-1,0 0 1,-4-5-1,-1-7-6598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0T10:33:20.0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1109 850 24575,'-620'0'0,"577"0"0,0-2 0,1-2 0,-47-11 0,70 11 0,1-1 0,-1-1 0,1-1 0,0 0 0,1-1 0,0-1 0,0-1 0,1 0 0,-18-15 0,27 17 0,-1 0 0,1 0 0,1-1 0,-1 0 0,1 0 0,1 0 0,0-1 0,0 0 0,1 0 0,0 0 0,1 0 0,0-1 0,1 0 0,0 1 0,0-1 0,1-12 0,0 11 0,1-1 0,0 0 0,1 0 0,0 1 0,1-1 0,1 0 0,0 1 0,1 0 0,0 0 0,0 0 0,2 0 0,-1 1 0,11-15 0,-5 12 0,1 0 0,1 1 0,1 0 0,-1 1 0,2 1 0,28-18 0,103-46 0,-141 73 0,75-34 0,3 4 0,0 3 0,1 4 0,2 4 0,0 3 0,1 5 0,166-6 0,-192 19 0,403 4 0,-443-3 0,1 0 0,-1 2 0,0 0 0,1 2 0,-2 0 0,1 2 0,-1 0 0,0 1 0,0 1 0,-1 1 0,0 0 0,-1 2 0,0 0 0,-1 1 0,0 1 0,-1 0 0,19 23 0,-28-27 0,1 0 0,-2 1 0,0 0 0,0 0 0,-1 0 0,0 1 0,-1 0 0,0-1 0,2 16 0,-1-5 0,-2 1 0,-1 0 0,0 0 0,-3 25 0,0-36 0,-1 0 0,-1 0 0,1-1 0,-2 1 0,0-1 0,0 0 0,-1 0 0,-1-1 0,1 1 0,-2-1 0,-13 18 0,-1-4 0,0-1 0,-2 0 0,-32 24 0,39-36 0,1 0 0,-1-2 0,-1 0 0,1 0 0,-2-2 0,-25 9 0,-112 20 0,96-25 0,-23 1-49,-1-3 0,0-4-1,-96-7 1,64 1-1119,62 1-5658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0T10:33:24.5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540 794 24575,'-17'-1'0,"0"0"0,-1-2 0,2 0 0,-1 0 0,0-2 0,1 0 0,0-1 0,0-1 0,-18-9 0,-6-5 0,1-1 0,1-1 0,2-3 0,0 0 0,-48-48 0,76 65 0,1 0 0,0 0 0,0-1 0,1 0 0,0 0 0,1-1 0,0 1 0,1-1 0,-7-23 0,6 10 0,1-1 0,0 0 0,1-41 0,3 59 0,1 1 0,0-1 0,0 0 0,1 1 0,0-1 0,0 1 0,0 0 0,1 0 0,0 0 0,0 0 0,1 0 0,-1 0 0,1 1 0,0 0 0,1 0 0,0 0 0,-1 0 0,1 1 0,11-8 0,6-3 0,1 1 0,0 1 0,41-16 0,-23 13 0,1 3 0,0 0 0,51-6 0,130-8 0,256 21 0,-267 8 0,-182-2 0,0 1 0,0 2 0,48 10 0,-68-11 0,-1 1 0,1 0 0,-1 0 0,0 1 0,0 0 0,0 1 0,-1-1 0,1 2 0,-1-1 0,-1 1 0,1 1 0,-1-1 0,0 1 0,0 1 0,8 11 0,-9-10 0,121 200 0,-120-195 0,-1 0 0,0 1 0,-1 0 0,0 0 0,-1 0 0,-1 0 0,-1 1 0,0-1 0,-1 1 0,0 18 0,-2-21 0,0 0 0,-1 0 0,0-1 0,-1 1 0,0-1 0,-1 0 0,-1 1 0,1-2 0,-2 1 0,0-1 0,0 1 0,-14 16 0,5-10 0,-1 0 0,0 0 0,-2-2 0,0 0 0,-1-1 0,0-1 0,-1-1 0,-1 0 0,0-2 0,-1 0 0,0-2 0,0 0 0,-1-1 0,-33 6 0,-20-4 0,0-3 0,0-4 0,-89-6 0,31 0 0,97 1-273,-1 0 0,1-3 0,0-1 0,-37-12 0,51 11-6553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0T10:33:27.9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679 850 24575,'-43'0'0,"0"-2"0,1-2 0,-1-2 0,1-1 0,1-2 0,-63-23 0,84 24 0,1 0 0,0-2 0,0 0 0,1-1 0,0-1 0,1-1 0,0 0 0,1-1 0,0-1 0,2-1 0,0 0 0,0 0 0,1-2 0,-18-34 0,21 33 0,1-1 0,2 0 0,0-1 0,1 0 0,0 0 0,2 0 0,-2-29 0,6 43 0,0 0 0,0 0 0,1 0 0,0 0 0,0 1 0,1-1 0,0 0 0,0 1 0,0-1 0,1 1 0,0 0 0,0 0 0,1 0 0,-1 0 0,1 1 0,1-1 0,8-8 0,5-3 0,0 2 0,1 1 0,37-23 0,-16 13 0,1 2 0,1 2 0,1 2 0,0 2 0,1 1 0,1 3 0,0 1 0,1 3 0,-1 1 0,2 3 0,86 2 0,-72 3 0,-18 0 0,76 9 0,-106-8 0,-1 1 0,1 0 0,0 1 0,-1 1 0,0 0 0,0 0 0,0 1 0,0 1 0,-1 0 0,12 10 0,25 22 0,99 92 0,-141-125 0,-1 0 0,0 1 0,-1 0 0,1 0 0,-2 0 0,1 0 0,-1 1 0,0 0 0,0-1 0,-1 1 0,0 0 0,2 16 0,-1 6 0,-2 0 0,-4 37 0,1-17 0,1-39 0,0 0 0,-1 1 0,0-1 0,-1 0 0,0 0 0,-1 0 0,0 0 0,-1 0 0,0-1 0,0 0 0,-1 0 0,-1-1 0,1 1 0,-2-1 0,-9 10 0,4-6 0,-1-1 0,0-1 0,-1 0 0,0 0 0,-1-2 0,0 0 0,0 0 0,-35 11 0,28-15 0,0 0 0,0-2 0,0 0 0,0-2 0,-41-2 0,30 0 0,-52 5 0,48 0 0,1 3 0,0 0 0,1 3 0,-59 23 0,23-8-1365,41-16-5461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0T10:33:40.1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1094 1 24575,'-769'0'0,"750"1"0,0 0 0,0 2 0,0 0 0,0 2 0,1 0 0,-1 1 0,1 0 0,1 2 0,-1 0 0,1 1 0,1 1 0,-1 0 0,-23 21 0,35-25 0,0 0 0,0 0 0,1 0 0,0 0 0,0 1 0,0 0 0,1 0 0,0 0 0,1 0 0,-1 1 0,1-1 0,1 0 0,-1 1 0,1 10 0,-1 13 0,2 0 0,5 40 0,0-5 0,-4-26 0,10 62 0,-8-86 0,1-1 0,0 1 0,1-1 0,1 0 0,1 0 0,15 26 0,-12-26 0,1 0 0,0-1 0,1 0 0,0-1 0,1 0 0,0-1 0,2 0 0,-1-1 0,1-1 0,21 11 0,-12-9 0,0-2 0,1-1 0,1-1 0,-1-1 0,1-1 0,44 4 0,392 9 0,-185-14 0,-38 12 0,92 2 0,-163-7 0,-4-1 0,37-12 0,-193 0 0,0 0 0,0-1 0,0 0 0,0-1 0,-1 1 0,1-1 0,-1-1 0,0 1 0,0-1 0,0-1 0,0 1 0,-1-1 0,1 0 0,-1-1 0,-1 0 0,11-12 0,1-4 0,-1-2 0,0 0 0,17-37 0,73-173 0,-100 224 0,-1-1 0,0-1 0,-1 1 0,0 0 0,-1-1 0,-1 0 0,3-17 0,-5 23 0,0 0 0,0 0 0,0 0 0,-1 0 0,0 0 0,0 0 0,0 0 0,-1 0 0,0 0 0,0 0 0,0 1 0,-1-1 0,0 1 0,0-1 0,0 1 0,-6-6 0,-80-76 0,24 26 0,56 53 0,0 1 0,0 0 0,0 0 0,-1 1 0,0 1 0,0-1 0,-1 2 0,1-1 0,-19-4 0,-12 0 0,-54-7 0,25 5 0,-218-45 0,225 48 0,1 3 0,-117 6 0,64 2 0,-212-3-1365,286 0-5461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0T10:33:43.8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1683 71 24575,'-34'-8'0,"1"1"0,-1 1 0,-1 2 0,-43 1 0,-14-3 0,-344-11 0,118 7 0,-137 1 0,448 9 0,-1 0 0,1 1 0,-1 0 0,1 1 0,0-1 0,0 1 0,0 1 0,0 0 0,0-1 0,0 2 0,1-1 0,-1 1 0,-6 5 0,8-4 0,0 0 0,1 0 0,-1 0 0,1 1 0,0-1 0,0 1 0,1 0 0,0 0 0,0 1 0,0-1 0,1 0 0,0 1 0,0 0 0,-1 9 0,-3 37 0,3-1 0,2 1 0,7 68 0,-1-11 0,-5-40 0,-1-37 0,2-1 0,6 51 0,-5-75 0,0-1 0,1 1 0,0-1 0,0 0 0,1 0 0,0-1 0,0 1 0,0-1 0,1 1 0,0-2 0,0 1 0,1 0 0,0-1 0,-1 0 0,9 5 0,13 8 0,0-2 0,39 18 0,-45-23 0,68 31 0,184 58 0,-209-81 0,2-4 0,-1-3 0,125 8 0,81-22 0,-87-1 0,-98-1 0,0-3 0,169-37 0,-237 40 0,-1-1 0,1-1 0,-1-1 0,0-1 0,27-16 0,66-56 0,-54 37 0,-39 30 0,-1 0 0,0-1 0,25-29 0,-35 36 0,-1 0 0,0-1 0,0 1 0,-1-1 0,0 0 0,-1 0 0,1-1 0,-2 1 0,1-1 0,-1 1 0,2-16 0,-1-48 0,-6-72 0,0 48 0,4 89 0,-1 0 0,0 0 0,-1 0 0,0 0 0,0 1 0,-1-1 0,1 0 0,-1 0 0,-1 1 0,1-1 0,-1 1 0,-1 0 0,1 0 0,-1 0 0,0 0 0,0 0 0,-1 1 0,1 0 0,-1 0 0,0 0 0,-1 1 0,1-1 0,-9-4 0,-11-5 0,-1 0 0,-1 2 0,-42-14 0,-16-6 0,53 17-195,-1 2 0,0 1 0,-1 2 0,0 2 0,-1 0 0,-47-2 0,62 9-6631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0T10:33:54.7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964 1225 24575,'-28'-1'0,"0"-2"0,0 0 0,-46-13 0,-80-32 0,109 33 0,18 6 0,-177-67 0,179 64 0,1-1 0,0-1 0,1-1 0,1-1 0,0-1 0,-19-21 0,17 15 0,2-2 0,1-1 0,1-1 0,-22-37 0,31 44 0,1-1 0,1 0 0,1-1 0,1 1 0,0-2 0,2 1 0,-3-28 0,7 40 0,1-1 0,1 1 0,0 0 0,0 0 0,1 0 0,0 0 0,1 1 0,0-1 0,0 1 0,1-1 0,1 1 0,-1 0 0,10-12 0,2-2 0,1 0 0,1 1 0,34-31 0,33-20 0,96-63 0,-180 135 0,14-9 0,0 1 0,0 0 0,1 1 0,0 1 0,0 0 0,1 1 0,18-4 0,-2 4 0,0 1 0,58-1 0,597 4 0,-351 5 0,-314-3 0,1 0 0,-1 2 0,0 1 0,-1 1 0,1 1 0,-1 1 0,0 0 0,0 2 0,34 17 0,-4 2 0,1-3 0,1-3 0,1-1 0,70 14 0,-108-30 0,0 1 0,-1 0 0,0 1 0,0 0 0,0 2 0,-1 0 0,0 0 0,-1 2 0,0 0 0,0 0 0,-1 1 0,13 14 0,-17-15 0,0 1 0,0 0 0,-1 1 0,-1 0 0,0 0 0,-1 0 0,0 1 0,0 0 0,-2 0 0,1 0 0,-2 1 0,0 0 0,0 0 0,-2-1 0,1 17 0,-1 14 0,-5 147 0,3-182 0,-1 1 0,-1 0 0,0-1 0,0 1 0,0-1 0,-1 0 0,-1 0 0,0 0 0,0-1 0,0 1 0,-1-1 0,-1-1 0,-6 8 0,-6 4 0,-1-1 0,-1 0 0,-34 21 0,24-19 0,0-1 0,-1-1 0,-1-1 0,-1-2 0,0-2 0,-1-1 0,0-2 0,-1-1 0,0-2 0,0-1 0,-48 1 0,-60-7 0,-82 2 0,187 1 0,0 2 0,0 2 0,-67 20 0,-62 20 0,141-40 0,-39 6-1365,38-9-5461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0T10:33:57.3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24575,'0'0'-8191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0T10:35:48.16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34 24575,'253'-16'0,"-6"-1"0,1495 17 241,-780 1-1847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0T10:35:49.83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24575,'3190'0'-1365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0T10:36:11.31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0T10:36:13.69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24575,'23'0'0,"333"6"0,-3 30 0,-284-25 0,1-4 0,77-1 0,-59 0 0,-1 2 0,1 5 0,89 25 0,-89-17 0,0-4 0,168 10 0,850-30 0,-1097 2 0,-10-2 0,-21-6 0,-38-9 0,-22 0 0,-156-13 0,82 14 0,21 0 0,-189 1 0,206 17-1365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0T10:36:23.86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597 422 24575,'20'-1'0,"-1"0"0,1-2 0,31-8 0,-10 2 0,1090-265 0,-893 218 0,-223 54 0,-1-1 0,0-1 0,0 0 0,18-8 0,-31 12 0,0 0 0,0-1 0,0 1 0,0-1 0,0 0 0,0 1 0,0-1 0,0 0 0,0 0 0,0 0 0,0 0 0,0 1 0,-1-1 0,2-2 0,-2 2 0,0 1 0,0 0 0,0-1 0,0 1 0,0 0 0,0-1 0,0 1 0,0 0 0,0-1 0,0 1 0,0-1 0,0 1 0,-1 0 0,1-1 0,0 1 0,0 0 0,0 0 0,-1-1 0,1 1 0,0 0 0,0-1 0,-1 1 0,1 0 0,0 0 0,0-1 0,-1 1 0,1 0 0,0 0 0,-1 0 0,1-1 0,-5 0 0,0-1 0,1 0 0,-1 1 0,0 0 0,-9-1 0,-111-7 0,-152 8 0,158 3 0,61-2 0,1 2 0,0 3 0,0 2 0,-111 30 0,124-20 0,35-10 0,12-1 0,3-4 0,0 0 0,0-1 0,0 1 0,0-1 0,12 0 0,527 11-5,-377-14-154,766-1-439,999 3-632,-4195-2 897,1137 4 217,-138-2-302,1233 0 495,16-1-58,-1 0 1,1 1-1,-1 1 1,1 0-1,-1 1 1,1 1-1,0 0 1,-18 7-1,31-10-2,1 0 0,0 0 0,-1 0 0,1 1 0,-1-1 0,1 0 1,-1 0-1,1 0 0,0 0 0,-1 0 0,1 1 0,0-1 0,-1 0 0,1 0 0,-1 1 0,1-1 0,0 0 0,0 0 1,-1 1-1,1-1 0,0 0 0,-1 1 0,1-1 0,0 0 0,0 1 0,0-1 0,-1 1 0,1-1 0,0 0 0,0 1 0,0-1 1,0 1-1,0-1 0,0 1 0,0-1 0,0 0 0,0 1 0,0-1 0,0 1 0,0-1 0,0 1 0,0-1 0,0 0 1,0 1-1,1-1 0,-1 1 0,0-1 0,0 0 0,0 1 0,1-1 0,-1 0 0,0 1 0,1-1 0,-1 0 0,0 1 0,0-1 1,1 0-1,-1 0 0,1 1 0,30 13 618,28 3-329,1-3 0,103 11-1,-101-17-275,602 41-30,9-49 0,-284-3 0,2981 3-2735,-7015 0 370,3439 15 4596,60-1-713,131-13-1501,-13 0 415,0 1-1,-50 11 1,77-13-431,1 0 1,-1 0-1,0 0 1,1 0-1,-1 0 1,0 0-1,1 0 1,-1 0-1,0 0 1,1 1-1,-1-1 1,1 0-1,-1 1 1,0-1-1,1 0 1,-1 1 0,1-1-1,-1 0 1,1 1-1,-1-1 1,1 1-1,-1-1 1,1 1-1,0-1 1,-1 2-1,16 3 9,36 0-20,117-4 10,4068-2-4165,-2923-16 5157,-164 1-346,-1046 15-868,165 3-180,-251-1 402,0 1 0,28 5 0,-44-7 4,1 1 0,-1-1 0,0 0 1,0 1-1,0-1 0,0 1 0,0-1 1,0 1-1,0-1 0,0 1 0,0 0 1,0-1-1,0 1 0,0 0 0,0 1 1,-1-2 0,1 0 1,-1 1 0,0-1 0,0 1 0,0-1 0,0 0 0,0 1 0,0-1 0,0 1 0,0-1 0,0 0 0,0 1 0,0-1 0,-1 1 0,1-1 0,0 0 0,0 1 0,0-1 0,0 0-1,-1 1 1,1-1 0,0 0 0,0 1 0,-1-1 0,1 0 0,0 1 0,0-1 0,-1 0 0,-31 19 387,29-17-364,-64 27 177,-1-3 1,-2-3 0,0-2 0,-88 12 0,-301 22 1066,264-36-1091,-925 50-182,959-69 0,-493-5 0,128-44 0,313 23 0,-238 1 0,-1031 29 0,961-4 0,-22-21 0,408 13 0,37 4-1365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0T10:40:19.8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2486 843 24575,'-13'-1'0,"0"0"0,1-1 0,-20-6 0,-8-1 0,-197-29 0,198 30 0,1-2 0,-51-21 0,38 13 0,-150-63 0,-45-14 0,85 38 0,16 5 0,-40-12 0,-82-24 0,212 72 0,1-2 0,-80-38 0,40 12 0,-164-52 0,229 87-682,-32-15-1,29 7-6143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0T10:40:34.8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230 676 24575,'-87'-179'0,"39"58"0,20 46 0,15 43 0,1 6 0,1-2 0,1 0 0,-11-52 0,21 78 0,0 0 0,0 0 0,0 1 0,0-1 0,0 0 0,1 1 0,-1-1 0,0 0 0,1 0 0,-1 1 0,1-1 0,0 1 0,0-1 0,-1 1 0,1-1 0,0 1 0,0-1 0,0 1 0,1 0 0,-1-1 0,0 1 0,0 0 0,1 0 0,-1 0 0,1 0 0,-1 0 0,1 0 0,-1 0 0,1 1 0,-1-1 0,1 1 0,0-1 0,-1 1 0,3-1 0,7-1 0,1 0 0,-1 0 0,1 2 0,11-1 0,-13 1 0,5 0 0,204-11 0,-192 8-118,-11 2-90,1-1 1,-1 0-1,0-1 0,1-1 0,24-10 0,-13-1-6618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0T15:42:44.0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7742 5438 24575,'-695'25'0,"-407"140"0,899-128 0,-2-10 0,-324 2 0,71-7 0,110-2 0,-810-20 0,249-76 0,745 49 0,2-7 0,1-7 0,-235-93 0,275 81 0,2-4 0,3-6 0,3-5 0,-154-120 0,206 136 0,3-3 0,2-1 0,3-4 0,2-1 0,-47-76 0,82 111 0,1-1 0,1-1 0,2 0 0,-16-52 0,14 27 0,-12-98 0,17 55 0,5 0 0,11-153 0,1 189 0,2 1 0,3-1 0,26-76 0,78-164 0,-97 254 0,39-89 0,5 2 0,113-170 0,-51 90 0,30-44 0,-62 134 0,5 4 0,160-146 0,-106 129 0,231-157 0,63-29 0,-212 151 0,-28 41 0,-70 48 0,14-1 0,-13 8 0,-106 58 0,0 1 0,53-18 0,-44 19 0,38-21 0,-35 12 0,-2-1 0,47-39 0,-63 45-1365,-3 3-5461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0T15:42:46.2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95 24575,'12'-1'0,"0"-1"0,0 0 0,0-1 0,20-7 0,19-4 0,181-27 0,-190 31 0,-34 8 0,0-1 0,-1 1 0,1 1 0,0-1 0,0 1 0,0 1 0,0-1 0,0 1 0,0 1 0,0-1 0,10 3 0,-17-2 0,0-1 0,0 1 0,0-1 0,0 1 0,0 0 0,0-1 0,0 1 0,-1 0 0,1 0 0,0 0 0,0-1 0,-1 1 0,1 0 0,-1 0 0,1 0 0,-1 0 0,1 0 0,-1 0 0,1 0 0,-1 0 0,0 0 0,0 0 0,0 0 0,1 0 0,-1 1 0,0-1 0,0 0 0,0 0 0,-1 0 0,1 0 0,0 0 0,0 0 0,-1 0 0,1 0 0,0 0 0,-1 1 0,-20 39 0,19-38 0,-86 120 0,65-94 0,0 1 0,2 0 0,2 2 0,1 1 0,-19 45 0,25-43-106,-2 1-523,-15 66-1,25-79-6196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0T16:06:42.7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14404 6010 24575,'-13'0'0,"1"2"0,-1-1 0,1 2 0,-13 4 0,-3 0 0,-114 27 0,-110 23 0,-72 10 0,127-24 0,-282 26 0,80-50 0,-13 0 0,-557 51 0,790-59 0,-570 25 0,85-38 0,-289 4 0,198 39 0,265-10 0,-514-3 0,3-29 0,417-1 0,-1329 2 0,1442-18 0,390 9 0,0-4 0,0-3 0,-136-48 0,36-9 0,-212-118 0,-154-131 0,502 294 0,1-2 0,2-2 0,1-2 0,2-2 0,1-1 0,-45-59 0,41 37 0,2-1 0,3-2 0,3-2 0,3-1 0,2-1 0,-37-136 0,31 58 0,6-2 0,-13-203 0,22-37 0,3 45 0,-12-643 0,29 959 0,2 0 0,0 0 0,1 0 0,2 0 0,0 1 0,2 0 0,1 0 0,0 0 0,2 1 0,24-42 0,20-14 0,108-125 0,86-57 0,-225 237 0,0 0 0,2 2 0,1 1 0,1 2 0,0 0 0,1 2 0,51-24 0,118-46 0,-106 45 0,161-63 0,-29 2 0,14 3 0,-152 67 0,-70 27 0,0-2 0,23-15 0,-25 14 0,0 0 0,1 2 0,18-8 0,148-62 0,-36 11 0,-20 10 0,113-39 0,-100 44 0,19-14 0,135-51 0,-234 99 0,90-14 0,-16 4 0,153-59 0,-48 12 0,-158 53 0,462-108 0,-23 43 0,-329 64 132,-54 8-1629,-103 9-5329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0T16:06:44.5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24575,'45'3'0,"0"1"0,53 12 0,13 2 0,24-8 0,147-9 0,-142-3 0,9 1 0,-149 1 0,0 0 0,1 0 0,-1 0 0,0 0 0,0 0 0,0 0 0,0 0 0,0-1 0,0 1 0,1 0 0,-1 0 0,0 0 0,0 0 0,0 0 0,0 0 0,1 0 0,-1 0 0,0 0 0,0 0 0,0 0 0,0 0 0,0 0 0,1 1 0,-1-1 0,0 0 0,0 0 0,0 0 0,0 0 0,0 0 0,0 0 0,1 0 0,-1 0 0,0 0 0,0 0 0,0 1 0,0-1 0,0 0 0,0 0 0,0 0 0,0 0 0,0 0 0,1 0 0,-1 1 0,0-1 0,0 0 0,0 0 0,0 0 0,0 0 0,0 0 0,0 1 0,0-1 0,0 0 0,0 0 0,0 0 0,0 0 0,0 0 0,0 1 0,0-1 0,0 0 0,-1 0 0,-10 10 0,-30 15 0,33-21 0,-15 10 0,-104 64 0,109-65 0,2 1 0,0 0 0,0 1 0,-26 33 0,-10 25 1,27-36-684,-50 57 0,46-66-6143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0T17:14:51.92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456 2020 24575,'-5'-1'0,"1"1"0,-1-1 0,0 0 0,1 0 0,-1-1 0,1 1 0,0-1 0,-1 0 0,1 0 0,0-1 0,0 1 0,0-1 0,1 0 0,-7-5 0,-4-6 0,1-1 0,-14-18 0,26 32 0,-32-46 0,2-1 0,2-1 0,2-2 0,-30-80 0,25 38 0,-40-177 0,51 142 0,5-1 0,6-1 0,8-141 0,3 248 0,1 1 0,1-1 0,1 1 0,1-1 0,15-39 0,0 16 0,36-63 0,36-68-1365,-60 106-5461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0T17:38:26.5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1041 24575,'1'-3'0,"0"1"0,1-1 0,-1 1 0,1-1 0,-1 1 0,1-1 0,0 1 0,0 0 0,0 0 0,0 0 0,0 0 0,1 0 0,-1 0 0,0 1 0,1-1 0,3-1 0,9-8 0,-4 2 0,0-1 0,-1 0 0,0-1 0,-1 0 0,15-22 0,3-9 0,2 1 0,42-46 0,-41 52 0,-1-1 0,45-75 0,-61 85 0,-1 3 0,0 1 0,30-40 0,-32 49 0,-2-1 0,1 1 0,-2-2 0,10-25 0,-10 24 0,0 0 0,1 0 0,15-21 0,37-58 0,0 0 0,-40 67-1365,-3 3-5461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0T17:38:28.2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0 151 24575,'6'-1'0,"1"0"0,-1-1 0,0 0 0,0 0 0,0 0 0,0-1 0,0 0 0,0 0 0,-1 0 0,1-1 0,-1 0 0,5-5 0,29-17 0,-35 24 0,22-13 0,0 1 0,0 2 0,1 0 0,1 2 0,36-8 0,-61 17 0,1 0 0,-1 1 0,0 0 0,1 0 0,-1 0 0,0 0 0,1 1 0,-1-1 0,0 1 0,0 0 0,1 0 0,-1 0 0,0 0 0,0 1 0,0-1 0,0 1 0,0 0 0,4 3 0,-4-2 0,1 1 0,-1 0 0,0 0 0,0 1 0,0-1 0,0 0 0,-1 1 0,0 0 0,0 0 0,3 9 0,0 7 0,-1 1 0,-2 0 0,0 0 0,-1 32 0,-10 171-1365,8-190-5461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0T17:38:30.6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24575,'3'1'0,"1"0"0,-1 1 0,0-1 0,1 1 0,-1 0 0,0-1 0,0 1 0,-1 1 0,1-1 0,0 0 0,-1 1 0,1-1 0,-1 1 0,4 4 0,8 9 0,13 7 0,2-1 0,0-1 0,1-2 0,1 0 0,0-3 0,2 0 0,0-2 0,67 19 0,73 29 0,-122-42 0,61 14 112,-72-23-851,39 15 1,-46-12-6088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0T17:38:32.8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329 1 24575,'1'3'0,"0"1"0,0-1 0,1 1 0,-1-1 0,1 1 0,0-1 0,0 0 0,0 0 0,0 0 0,0 0 0,1 0 0,0 0 0,-1 0 0,1-1 0,0 0 0,0 1 0,6 2 0,8 9 0,68 56 0,-82-69 0,-1 1 0,0 0 0,0 0 0,0-1 0,0 1 0,0 1 0,0-1 0,0 0 0,-1 0 0,1 1 0,-1-1 0,0 1 0,2 3 0,-3-6 0,0 1 0,0 0 0,0-1 0,0 1 0,0 0 0,0-1 0,0 1 0,0 0 0,0-1 0,0 1 0,0 0 0,0-1 0,-1 1 0,1-1 0,0 1 0,-1 0 0,1-1 0,0 1 0,-1-1 0,1 1 0,0-1 0,-2 1 0,1 1 0,-1-1 0,0 0 0,1 0 0,-1 0 0,0-1 0,0 1 0,0 0 0,0-1 0,0 1 0,1-1 0,-4 1 0,-95 12 0,68-11 0,-1 2 0,1 2 0,0 1 0,0 1 0,-36 14 0,-43 21-1365,78-29-5461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0T17:38:34.9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24575,'1'14'0,"1"1"0,1-1 0,0 0 0,1 0 0,1 0 0,0 0 0,10 19 0,14 39 0,-12-1 0,-3 0 0,6 93 0,-14-110 0,30 369 0,-24-277 0,3 23 0,15 78 0,47 287 0,-11-313 0,-23-90 0,-32-94 0,1 0 0,2-1 0,1 0 0,2-2 0,2 0 0,1-1 0,1 0 0,2-2 0,26 29 0,-14-23 0,-2 1 0,-2 2 0,-1 1 0,-2 2 0,29 61 0,-31-49-1365,-14-32-5461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0T17:38:38.4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0 322 24575,'6'0'0,"0"1"0,-1 1 0,1-1 0,0 1 0,-1 0 0,0 0 0,1 1 0,-1-1 0,9 7 0,13 6 0,-3-4 0,2 1 0,0-1 0,1-1 0,45 10 0,-71-19 0,1-1 0,-1 0 0,1 1 0,-1-1 0,1 0 0,-1 0 0,1 0 0,-1 0 0,1-1 0,-1 1 0,1 0 0,-1-1 0,0 1 0,1-1 0,-1 1 0,1-1 0,-1 0 0,0 1 0,0-1 0,1 0 0,-1 0 0,0 0 0,0 0 0,0 0 0,0 0 0,0 0 0,0 0 0,0-1 0,0 1 0,0 0 0,-1-1 0,1 1 0,-1 0 0,1-1 0,-1 1 0,1-1 0,-1 1 0,0-1 0,0 1 0,1-1 0,-1-1 0,0-8 0,0 1 0,0-1 0,-1 0 0,-3-16 0,3 20 0,-11-76-682,1-112-1,10 160-6143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0T17:38:42.4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24575,'586'30'0,"-10"34"0,69 43 0,-435-59 0,205 78 0,-333-97 0,-2 5 0,-1 3 0,-3 3 0,0 3 0,-3 4 0,-2 3 0,76 70 0,-102-76 11,-3 3-1,-1 0 0,59 94 1,82 177-221,-84-140-987,-85-154-5629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0T17:38:56.3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1 299 24575,'3'0'0,"-1"1"0,1-1 0,0 1 0,0-1 0,0 1 0,0 0 0,0 0 0,-1 1 0,6 1 0,10 6 0,42 13 0,146 48 0,-198-69 0,1 2 0,-1-1 0,0 1 0,-1 0 0,1 0 0,0 1 0,-1 0 0,0 1 0,0-1 0,0 1 0,0 1 0,-1-1 0,0 1 0,0 0 0,-1 1 0,7 8 0,-12-14 0,1 0 0,-1 0 0,1 1 0,-1-1 0,1 0 0,0 0 0,0 0 0,0 0 0,0 0 0,-1 0 0,1-1 0,0 1 0,1 0 0,-1 0 0,0-1 0,0 1 0,0 0 0,0-1 0,0 1 0,1-1 0,-1 0 0,2 1 0,-2-1 0,0-1 0,0 1 0,0-1 0,0 1 0,0-1 0,0 0 0,0 1 0,-1-1 0,1 0 0,0 1 0,0-1 0,-1 0 0,1 0 0,0 0 0,-1 0 0,1 0 0,-1 0 0,1 0 0,-1 0 0,1-1 0,2-8 0,-1 0 0,1 1 0,-2-1 0,2-15 0,-2-232 91,-3 119-1547,2 103-5370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0T17:39:01.8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0 770 24575,'721'-42'0,"-288"11"0,-337 31 0,-1-4 0,1-4 0,-1-4 0,94-25 0,178-58 0,218-61 0,-531 141 0,-1-4 0,0-1 0,-1-3 0,61-36 0,-50 16 0,-39 25 0,1 2 0,1 1 0,38-18 0,-26 17-341,-2-2 0,0-1-1,40-29 1,-45 26-6485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0T17:39:03.5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1 115 24575,'9'0'0,"0"-2"0,1 1 0,-1-1 0,0 0 0,12-5 0,4-1 0,-10 4 0,346-79 0,-353 82 0,-2-1 0,1 1 0,-1 0 0,1 1 0,-1 0 0,1 0 0,0 0 0,-1 1 0,10 1 0,-16-1 0,1-1 0,0 0 0,-1 1 0,1-1 0,-1 1 0,1-1 0,-1 1 0,1-1 0,-1 1 0,1-1 0,-1 1 0,1-1 0,-1 1 0,1 0 0,-1-1 0,0 1 0,0 0 0,1-1 0,-1 1 0,0 0 0,0 0 0,0-1 0,0 1 0,0 0 0,1-1 0,-1 1 0,-1 0 0,1 0 0,0-1 0,0 1 0,0 0 0,0 0 0,0-1 0,-1 1 0,1 0 0,0-1 0,-1 1 0,1 0 0,0-1 0,-1 1 0,0 0 0,-21 30 0,19-27 0,-54 66 0,-69 89 0,94-118-1365,19-24-5461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0T17:39:05.4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3216 24575,'91'2'0,"1"-5"0,0-4 0,91-19 0,406-155 0,-495 148 0,409-163 0,-424 154 0,118-83 0,-61 34 0,204-132 0,-18-33 0,-71 54 0,-46 41 0,-155 118 0,85-97 0,-31 3 0,120-207 0,-172 254 0,-4-2 0,38-104 0,-47 67 0,-27 84 0,20-52 0,46-121 89,-39 102-1543,-30 91-5372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0T17:39:07.3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1 328 24575,'31'-5'0,"-10"0"0,14-1 0,0-1 0,0-2 0,-1-1 0,0-2 0,33-16 0,-53 21 0,-1 0 0,0 0 0,0-1 0,-1-1 0,0 0 0,-1-1 0,0 0 0,0-1 0,-1 0 0,0 0 0,-1-1 0,-1-1 0,0 1 0,11-25 0,-16 28 0,1 0 0,0 1 0,0-1 0,1 1 0,0 0 0,10-11 0,-15 19 0,0-1 0,0 1 0,1 0 0,-1 0 0,0 0 0,0 0 0,0 0 0,0 0 0,1 0 0,-1 0 0,0 0 0,0-1 0,0 1 0,1 0 0,-1 0 0,0 0 0,0 0 0,0 0 0,1 0 0,-1 0 0,0 0 0,0 0 0,0 1 0,1-1 0,-1 0 0,0 0 0,0 0 0,0 0 0,1 0 0,-1 0 0,0 0 0,0 0 0,0 0 0,0 1 0,1-1 0,-1 0 0,0 0 0,0 0 0,0 0 0,0 1 0,0-1 0,0 0 0,0 0 0,1 0 0,5 15 0,1 14 0,4 40 0,-6-29 0,2-1 0,2 1 0,26 72 0,-22-80-118,60 122-1129,-63-137-5579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0T17:53:47.33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332 0 24575,'-1'7'0,"0"0"0,0 0 0,-1 0 0,0 0 0,0 0 0,-1-1 0,0 1 0,-4 8 0,-13 35 0,-15 178 0,26-151 0,3-33 0,1 4 0,-18 70 0,6-42 0,-9 102 0,11-59 0,5-60 0,-2 0 0,-29 84 0,27-96 0,3 1 0,-11 87 0,19-106 0,-35 329 0,36-219-252,2-110-861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0T17:54:03.63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334 1978 24575,'1'-58'0,"0"25"0,0-1 0,-3 0 0,-1 0 0,-13-63 0,2 49 0,2 1 0,2-2 0,2 1 0,-1-68 0,7 96 0,0 1 0,-1 0 0,-1 0 0,0 0 0,-2 0 0,-15-35 0,5 13 0,12 28 0,1 0 0,1 0 0,0-1 0,1 1 0,0 0 0,1-15 0,1 16 0,-1 1 0,-1-1 0,0 0 0,0 1 0,-1 0 0,0-1 0,-1 1 0,-6-13 0,-1-3 0,1 1 0,1-2 0,1 1 0,1-1 0,-4-52 0,7 49 0,-1-1 0,-15-51 0,-36-139 0,48 183 0,2-1 0,1-42 0,2 42 0,-1 0 0,-10-45 0,5 48-1365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0T17:54:05.64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24575,'0'785'-1365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0T17:54:09.88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24575,'1'25'0,"10"48"0,0 13 0,-9 254 0,-4-166 0,-10 29 0,0 4 0,13 38-1365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0T18:12:40.7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24575,'0'0'-8191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0T18:12:42.8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24575,'1'0'0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0T18:12:44.4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0T18:12:46.4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0T18:26:14.49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24575,'568'14'0,"-184"-14"-1365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0T18:26:20.86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 1257 24575,'-2'-155'0,"4"-164"0,5 236 0,0-58 0,-7-418-1365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0T11:08:14.11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16 0 24575,'1'52'0,"0"10"0,-3 0 0,-11 70 0,12-131 0,0-11 0,3-19 0,7 8 0,1 0 0,1 0 0,1 2 0,0-1 0,2 1 0,16-18 0,-21 27 0,-4 4 0,0 1 0,1 0 0,0 0 0,0 1 0,0 0 0,0 0 0,0 0 0,1 1 0,0 0 0,0 0 0,0 1 0,0 0 0,0 0 0,12-1 0,-5 1 0,0 0 0,1 1 0,-1 1 0,0 1 0,1 0 0,22 5 0,-29-3 0,-1 0 0,1 1 0,-1 0 0,0 0 0,0 1 0,-1-1 0,1 2 0,-1-1 0,0 1 0,0 0 0,-1 0 0,6 8 0,26 24 0,-29-30 0,1-2 0,0 1 0,0-1 0,0 0 0,1-1 0,0 0 0,0-1 0,12 4 0,-7-5 0,1 0 0,-1 0 0,1-2 0,0 0 0,16-1 0,41-1 0,63-2 0,-123-1 0,-21 0 0,-26 1 0,16 6 0,1 1 0,-27 10 0,28-9 0,-1 1 0,0-2 0,-24 4 0,-213-5 152,141-4-1669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0T11:08:22.31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1325 132 24575,'-1249'0'0,"1245"0"0,0 0 0,0 0 0,0 0 0,0-1 0,0 0 0,0 0 0,0 0 0,0 0 0,0-1 0,1 1 0,-1-1 0,-6-4 0,8 4 0,1 1 0,-1-1 0,1 1 0,-1-1 0,1 0 0,0 0 0,0 1 0,-1-1 0,1 0 0,1 0 0,-1 0 0,0 0 0,0 0 0,1 0 0,-1 0 0,1-1 0,0 1 0,0 0 0,0 0 0,0 0 0,0 0 0,0 0 0,0-1 0,1 1 0,-1 0 0,1-2 0,0 1 0,1 1 0,-1-1 0,0 1 0,1-1 0,-1 1 0,1 0 0,0 0 0,0 0 0,0 0 0,0 0 0,0 0 0,0 1 0,0-1 0,1 0 0,-1 1 0,0 0 0,1 0 0,-1 0 0,1 0 0,0 0 0,3-1 0,6-1 0,1 1 0,-1 0 0,19-1 0,291 3 0,-148 3 0,-43-1 0,195-7 0,-258-5-1365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0T17:24:28.91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24575,'1'14'0,"0"0"0,1 0 0,3 14 0,4 21 0,19 499 0,-25-398 0,2-73 0,2-55 0,-7-22 0,0 0 0,0 0 0,0 1 0,1-1 0,-1 0 0,0 0 0,0 0 0,0 1 0,1-1 0,-1 0 0,0 0 0,0 0 0,1 0 0,-1 1 0,0-1 0,0 0 0,1 0 0,-1 0 0,0 0 0,0 0 0,1 0 0,-1 0 0,0 0 0,1 0 0,-1 0 0,0 0 0,0 0 0,1 0 0,-1 0 0,0 0 0,1 0 0,-1 0 0,1-1 0,1 0 0,0-1 0,0 0 0,0-1 0,0 1 0,0 0 0,-1 0 0,1-1 0,-1 1 0,3-5 0,25-60 0,-2-2 0,34-137 0,-38 119 0,50-171-1365,-47 162-5461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0T17:24:33.31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1023 1022 24575,'-199'56'0,"162"-44"0,19-5 0,1-1 0,-1-1 0,0-1 0,0 0 0,-19 0 0,32-4 0,0 0 0,1 0 0,-1 0 0,0-1 0,1 0 0,-1 0 0,0 0 0,1 0 0,0-1 0,-1 0 0,1 0 0,0 0 0,0 0 0,0-1 0,0 0 0,0 1 0,1-2 0,-1 1 0,1 0 0,0 0 0,0-1 0,0 0 0,0 0 0,-4-8 0,-3-9 0,2 0 0,0-1 0,1 0 0,1 0 0,1-1 0,1 0 0,1 1 0,1-1 0,1-1 0,1 1 0,1 0 0,6-39 0,4 7 0,1 1 0,3 0 0,2 1 0,27-58 0,-19 55 0,2 2 0,2 1 0,3 1 0,65-82 0,-90 126 0,0 0 0,0 1 0,1 0 0,13-9 0,-5 10 0,-16 6 0,1 0 0,-1 0 0,0 0 0,0 0 0,1 0 0,-1 0 0,0 0 0,0 0 0,1 1 0,-1-1 0,0 0 0,0 0 0,0 0 0,1 0 0,-1 1 0,0-1 0,0 0 0,0 0 0,1 0 0,-1 1 0,0-1 0,0 0 0,0 0 0,0 0 0,0 1 0,0-1 0,0 0 0,1 0 0,-1 1 0,0-1 0,0 0 0,0 0 0,0 1 0,0-1 0,0 0 0,0 0 0,0 1 0,0-1 0,0 0 0,-1 1 0,1-1 0,-2 7 0,-1 1 0,0-1 0,0 0 0,-1-1 0,0 1 0,0 0 0,-8 7 0,-25 34 0,-80 77 0,-59 34 0,80-75 0,85-74 0,-94 83 0,-159 182 0,256-265 0,0 0 0,1 0 0,0 1 0,-7 15 0,13-25 0,1 0 0,-1-1 0,1 1 0,-1 0 0,1 0 0,0 0 0,-1 0 0,1-1 0,0 1 0,-1 0 0,1 0 0,0 0 0,0 0 0,0 0 0,0 0 0,0 0 0,0 0 0,0-1 0,0 1 0,0 0 0,1 0 0,-1 0 0,0 0 0,1 0 0,-1 0 0,0-1 0,1 1 0,-1 0 0,1 0 0,-1 0 0,1-1 0,-1 1 0,1 0 0,0-1 0,-1 1 0,1-1 0,0 1 0,0-1 0,-1 1 0,1-1 0,0 1 0,0-1 0,0 0 0,0 1 0,0-1 0,-1 0 0,1 0 0,2 1 0,4-1 0,-1 0 0,1 0 0,-1-1 0,1 0 0,-1 0 0,8-3 0,29-8 0,-1-3 0,63-29 0,79-55 0,-125 66 0,24-13-19,405-221-551,4 28 107,-460 225 463,-1 1 0,40-9 0,-66 21 0,0-1 0,0 1 0,1 1 0,-1-1 0,0 1 0,0 0 0,1 0 0,-1 0 0,0 1 0,1 0 0,-1 0 0,0 0 0,0 0 0,10 5 0,-12-3 0,1 0 0,-1-1 0,0 1 0,1 1 0,-1-1 0,-1 0 0,1 1 0,0-1 0,-1 1 0,0 0 0,0 0 0,0 0 0,0 0 0,-1 0 0,0 1 0,1-1 0,-1 0 0,0 6 0,1 10 0,0 0 0,-2 0 0,0 0 0,-1 0 0,-6 32 0,-49 176 0,-46 69-164,-295 614-1038,-70-31 246,323-637 956,43-95 0,66-112 0,34-36 0,1 0 0,0 1 0,0-1 0,-1 0 0,1 1 0,0-1 0,-1 0 0,1 0 0,0 1 0,-1-1 0,1 0 0,-1 0 0,1 0 0,-1 1 0,1-1 0,0 0 0,-1 0 0,1 0 0,-1 0 0,1 0 0,-1 0 0,1 0 0,0 0 0,-1 0 0,1 0 0,-1 0 0,1 0 0,-1 0 0,1-1 0,0 1 0,-1 0 0,1 0 0,-1 0 0,1-1 0,0 1 0,-1 0 0,1 0 0,0-1 0,-1 1 0,0-1 0,1-5 0,-1-1 0,1 1 0,0-1 0,1 1 0,-1-1 0,1 1 0,0 0 0,1-1 0,4-10 0,51-163 0,448-1100-568,-235 619 315,-239 580 269,-10 25 294,2 0 0,59-101 0,-82 155-258,1 0 0,0 0 1,0 1-1,1-1 0,-1 0 0,0 1 0,0-1 0,1 1 0,-1 0 0,1-1 0,-1 1 0,1 0 0,0 0 0,-1 0 0,3-1 0,-3 2-43,-1 0 0,0 0-1,1 0 1,-1 0-1,1 1 1,-1-1-1,0 0 1,1 0-1,-1 0 1,0 1-1,0-1 1,1 0-1,-1 0 1,0 1-1,1-1 1,-1 0-1,0 0 1,0 1 0,0-1-1,1 0 1,-1 1-1,0-1 1,0 0-1,0 1 1,0-1-1,0 0 1,1 1-1,-1 0 1,2 25 93,-4-1-90,-1 0 1,0 0-1,-14 43 1,-35 87-23,-17 15 133,-100 180 1,-123 151 123,146-271-172,100-166-6,-73 80 1,113-138-53,1 1-11,-1-1 0,0 0 0,0 0 0,0-1 0,-13 8 0,18-12-6,-1 0 0,1-1-1,0 1 1,-1-1 0,1 1 0,0-1-1,-1 0 1,1 0 0,0 0 0,-1 1-1,1-1 1,-1 0 0,1 0 0,0-1-1,-1 1 1,1 0 0,-1 0 0,1-1-1,0 1 1,-1-1 0,1 1 0,0-1-1,0 0 1,-1 1 0,1-1 0,0 0-1,0 0 1,0 0 0,0 0 0,0 0-1,0 0 1,0 0 0,0 0 0,1 0-1,-1 0 1,0-1 0,1 1 0,-1 0-1,1 0 1,-1-1 0,0-1 0,-3-10 0,0 0 0,0 0 0,1 0 0,1-1 0,1 1 0,-1-22 0,2-30-68,10-79 0,14-28-172,8 2 0,77-241 0,164-317 284,-105 361 120,-162 355-49,1 1 1,0-1 0,0 1 0,1 0 0,10-10 0,-18 20-107,1 1 1,0-1 0,-1 1 0,1-1-1,0 1 1,-1-1 0,1 1-1,0-1 1,0 1 0,-1 0-1,1-1 1,0 1 0,0 0-1,-1 0 1,1-1 0,0 1 0,0 0-1,0 0 1,0 0 0,-1 0-1,1 0 1,1 1 0,-1-1-5,0 1 0,0-1 0,0 1 0,-1 0 0,1 0 0,0-1 0,0 1 0,-1 0 0,1 0 0,-1 0 0,1 0 0,0 0 0,-1-1 0,0 1 0,1 0 0,-1 0 0,0 0 0,1 1 0,-1 0 0,2 15 3,0-1 0,-2 1 0,0 0-1,-4 29 1,-28 155-8,-137 409-893,-59-14-1,144-398 925,-129 224-1,195-389-30,-21 33 0,35-60 0,0-1 0,0 0 0,-1 0 0,1 0 0,-1 0 0,0-1 0,-10 8 0,14-12 0,1 0 0,0 0 0,0 1 0,-1-1 0,1 0 0,0 0 0,0 0 0,0 0 0,-1 0 0,1 1 0,0-1 0,-1 0 0,1 0 0,0 0 0,0 0 0,-1 0 0,1 0 0,0 0 0,0 0 0,-1 0 0,1 0 0,0 0 0,-1 0 0,1 0 0,0 0 0,0 0 0,-1 0 0,1-1 0,0 1 0,0 0 0,-1 0 0,1 0 0,0 0 0,0-1 0,-1 1 0,1-18 0,9-13 0,17-41 0,60-129 0,52-85-107,132-209-103,439-609 0,-588 948 677,-113 147-448,0 0 0,1 0 1,0 1-1,0 0 0,11-7 1,-18 15-20,-1-1 0,1 0 0,-1 0 0,1 1 0,-1-1 0,1 1 0,0-1 0,-1 1 0,1-1 0,0 1 0,-1 0 0,1 0-1,0 0 1,-1 0 0,1 0 0,0 1 0,1-1 0,-1 1 0,0 0 0,0 0 1,-1 0-1,1 1 0,-1-1 0,1 0 0,-1 0 0,1 1 0,-1-1 0,0 1 0,0-1 0,0 1 0,0 0 0,0 0 0,0-1 0,0 1 0,0 0 0,0 2 0,4 12 0,-1 1 0,-1-1 0,-1 1 0,1 29 0,-2 48-126,-5 1-1,-30 183 1,-69 185-617,-5-48 645,-21-13 1151,90-306-166,36-89-802,0 0 0,-1 0 0,0-1 1,-6 8-1,10-14-84,0 0 1,0 1 0,0-1-1,-1 0 1,1 0 0,0 1-1,0-1 1,0 0 0,-1 0-1,1 1 1,0-1-1,0 0 1,-1 0 0,1 0-1,0 0 1,-1 1 0,1-1-1,0 0 1,0 0 0,-1 0-1,1 0 1,0 0 0,-1 0-1,1 0 1,0 0 0,-1 0-1,1 0 1,0 0 0,-1 0-1,1 0 1,0 0 0,-1 0-1,1 0 1,0 0-1,-1 0 1,1-1 0,0 1-1,-1 0 1,0-2-1,1 0 0,-1 1 0,0-1 1,1 0-1,-1 0 0,1 0 0,0 0 0,-1 0 0,1 0 0,0 0 0,1-3 1,0-21-2,2 0 0,0 0 0,10-33 0,30-92 0,-41 145 0,262-695 729,-187 532-729,-71 158 0,-1 0 0,1 0 0,1 0 0,0 1 0,0 0 0,12-12 0,-18 22 0,-1-1 0,1 1 0,-1-1 0,1 1 0,0-1 0,-1 1 0,1 0 0,0-1 0,-1 1 0,1 0 0,0 0 0,-1-1 0,1 1 0,0 0 0,0 0 0,-1 0 0,1 0 0,0 0 0,0 0 0,-1 0 0,1 0 0,0 0 0,0 0 0,-1 0 0,1 1 0,0-1 0,-1 0 0,2 1 0,-1 0 0,1 1 0,-1 0 0,1-1 0,-1 1 0,0 0 0,1 0 0,-1 0 0,0-1 0,0 1 0,-1 1 0,1-1 0,0 0 0,0 2 0,6 30 0,-1 1 0,1 60 0,2 218 0,-7 143-164,-7 116-655,-231 2596-4096,179-2756 3932,9-116 0,12-114 51,33-170 790,0 1 0,-1 0-1,-7 15 1,11-27 140,0-1 0,-1 0 0,1 0 0,0 1 0,0-1 1,0 0-1,0 0 0,0 0 0,0 1 0,0-1 0,0 0 0,0 0 0,0 0 0,-1 0 0,1 1 1,0-1-1,0 0 0,0 0 0,0 0 0,-1 0 0,1 0 0,0 1 0,0-1 0,0 0 0,0 0 1,-1 0-1,1 0 0,0 0 0,0 0 0,0 0 0,-1 0 0,1 0 0,0 0 0,0 0 0,-1 0 1,1 0-1,0 0 0,0 0 0,0 0 0,-1 0 0,1 0 0,0 0 0,0 0 0,0 0 0,-1 0 1,1 0-1,0-1 0,0 1 0,0 0 0,0 0 0,-1 0 0,1 0 0,0 0 0,0-1 0,0 1 1,0 0-1,0 0 0,-1 0 0,1 0 0,0-1 0,0 1 0,0 0 0,-7-38-33,4-105 35,13-87 0,175-1083 1757,131 107-1757,-239 1000 163,-43 140 186,-32 62-297,0 0 0,1 1 1,0-1-1,-1 1 0,1-1 1,1 1-1,-1 0 0,4-3 1,-6 6-38,0-1 1,-1 1 0,1 0 0,0-1 0,0 1 0,0 0 0,-1-1-1,1 1 1,0 0 0,0 0 0,0 0 0,0 0 0,-1 0 0,1 0-1,0 0 1,0 0 0,0 0 0,0 0 0,-1 0 0,1 1 0,0-1-1,0 0 1,0 0 0,-1 1 0,1-1 0,0 1 0,-1-1-1,1 1 1,0-1 0,0 2 0,2 1 33,-1 0 0,1 0 1,-1 1-1,0-1 0,0 1 0,0-1 0,-1 1 0,0 0 0,2 4 1,6 30 195,-2 0 1,-2 1 0,1 42 0,-7 269 454,-44 132-1013,-40 100 193,-267 1040-1179,-133-31-67,398-1352 1681,83-226-298,-1 0 0,-1-1 0,0 1 0,-1-1 0,0 0 1,-15 19-1,22-31-17,-1 0 0,1 1 0,0-1 0,-1 0 0,1 0 0,0 1 0,-1-1 0,1 0 0,-1 0 0,1 0 0,0 0 0,-1 0 0,1 0 0,-1 1 0,1-1 0,-1 0 0,1 0 0,0 0 0,-1 0 0,1 0 0,-1-1 0,1 1 0,0 0 0,-1 0 0,1 0 0,-1 0 0,1 0 0,0-1 0,-1 1 0,1 0 0,-1 0 0,1 0 0,0-1 0,-1 1 0,1 0 0,0-1 0,0 1 0,-1 0 0,1-1 0,0 1 0,0 0 0,-1-1 0,1 1 0,0 0 0,0-1 0,0 1 0,0-1 0,-1 0 0,-1-5 0,1 0 0,-1 0 0,1-1 0,0 1 0,0-12 0,2-56 0,12-89 0,44-254-164,34-151-622,19-110-33,419-2629-1039,-478 3001 1858,-46 275 0,1 1 0,15-45 0,-16 70 0,-1 14 0,3 46 0,-1 214 0,-11 206-163,-11 157-535,15-581 668,-68 2986-151,69-3009 337,-1 11 409,3-62 23,3-41-177,15-187 82,14-160-259,19-127 375,277-2203-2243,-284 2428 1637,-10 99 816,-30 178-338,14-42-1,-20 77-461,0 1 0,0-1-1,0 0 1,0 1 0,1-1-1,-1 0 1,0 0-1,1 1 1,-1-1 0,0 1-1,1-1 1,-1 0-1,1 1 1,-1-1 0,1 1-1,-1-1 1,1 1-1,-1-1 1,1 1 0,0-1-1,-1 1 1,2-1 0,-1 2-3,0-1 0,0 1 0,-1 0 0,1-1 0,0 1 0,-1 0 0,1 0 0,0 0 0,-1 0 0,1 0 0,-1 0 0,0-1 0,1 1 0,-1 0 0,0 0 1,1 0-1,-1 1 0,0 0 0,9 41 55,3 57 0,10 189-71,6 146 89,3 132 269,53 1235-254,-37-743-282,-34-804-641,-8-194 341,-3-49 267,1-13 31,13-136-182,9-181 312,12-125-114,9-121-655,99-1392-1020,-58-13 2426,-83 1776 96,-8 795 607,3 42-573,-21 2244-1691,12-2373 980,2-139 18,-2 22-18,8-331 158,0-59 184,-1-20 123,-20-235 884,19 167-1220,-16-274 130,0-101 554,-13-741 226,9 266 22,17 802-238,5 121-726,-1 10-44,-6 38-20,-24 170-29,-25 149-174,-22 125-655,-264 1145-965,246-1252 1784,79-308 0,-33 75 0,51-142 2,-1 1 0,0 0 0,1-1 0,-2 1 0,1-1 0,0 1 0,-1-1 0,1 0 0,-5 4 0,6-7 1,1 0 1,-1 1-1,0-1 0,1 0 1,-1 0-1,1 0 0,-1 0 1,1 0-1,-1 0 1,0 0-1,1 0 0,-1 0 1,1 0-1,-1 0 0,0 0 1,1 0-1,-1 0 0,1 0 1,-1-1-1,1 1 0,-1 0 1,1 0-1,-1-1 0,1 1 1,-1 0-1,1-1 0,-1 1 1,1-1-1,-1 1 0,1 0 1,0-1-1,-1 1 0,1-1 1,0 1-1,-1-1 0,1 1 1,0-1-1,0 0 0,-1 1 1,1-1-1,0 1 0,0-2 1,-7-22 159,1-1 1,1 0 0,2-1 0,-1-39 0,-7-269 803,10-130-374,31-1948-3961,-21 2176 3532,-9 220 2,2 1 1,0-1 0,7-26-1,-9 42-158,0 0-1,0 1 1,0-1-1,0 0 1,0 0-1,0 0 1,0 1-1,0-1 1,0 0-1,0 0 1,0 1-1,0-1 1,1 0-1,-1 0 1,0 0-1,0 0 1,0 1-1,0-1 1,0 0-1,0 0 1,1 0-1,-1 0 1,0 1-1,0-1 1,0 0-1,1 0 1,-1 0-1,0 0 1,0 0-1,0 0 1,1 0 0,-1 0-1,0 0 1,0 0-1,0 0 1,1 1-1,-1-1 1,0 0-1,0 0 1,1-1-1,-1 1 1,0 0-1,0 0 1,0 0-1,1 0 1,-1 0-1,0 0 1,0 0-1,0 0 1,1 0-1,-1 0 1,0 0-1,0-1 1,0 1-1,0 0 1,1 0-1,-1 0 1,0 0-1,0-1 1,0 1-1,0 0 1,0 0-1,0 0 1,1-1-1,-1 1 1,0 0-1,12 52 569,8 142 15,-2 116-648,15 1522-2072,-33-1628 695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0T17:24:59.01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3812 552 24575,'1'1'0,"0"-1"0,-1 0 0,1 1 0,-1-1 0,1 0 0,0 1 0,-1-1 0,1 1 0,-1-1 0,0 1 0,1-1 0,-1 1 0,1-1 0,-1 1 0,0-1 0,1 1 0,-1 0 0,0-1 0,0 1 0,1 0 0,-1-1 0,0 1 0,0 0 0,0 0 0,4 22 0,-3-19 0,5 47 0,-2 0 0,-2 1 0,-5 63 0,0-104 0,0 1 0,-1 0 0,0-1 0,-1 0 0,-1 0 0,1 0 0,-2-1 0,1 0 0,-1 0 0,-10 10 0,14-16 0,-1 0 0,0 0 0,0 0 0,0 0 0,0-1 0,-1 0 0,1 0 0,-1 0 0,0 0 0,0-1 0,0 0 0,0 0 0,0 0 0,0-1 0,-1 1 0,1-1 0,-1-1 0,1 1 0,-1-1 0,1 0 0,0 0 0,-11-2 0,-10-1 0,1-2 0,0-1 0,-33-13 0,46 15 0,-138-48 0,-157-47 0,258 86 0,-1 3 0,0 2 0,-1 3 0,-71 0 0,-27 2 0,-190-28 0,326 30 0,-330-11 0,-5 0 0,74 0 0,140 10 0,2-2 0,0-6 0,-213-44 0,334 52 0,-22-6 0,-34-13 0,58 18 0,1-1 0,0 0 0,0 0 0,0-1 0,0 0 0,1 0 0,0-1 0,-13-12 0,18 14 0,-1 1 0,1-1 0,0 0 0,0 0 0,0 0 0,0 0 0,1 0 0,0 0 0,0-1 0,0 1 0,0 0 0,1-1 0,-1 1 0,2-9 0,0-7 0,1 0 0,6-21 0,-2 2 0,-1-12 0,-2 19 0,11-53 0,-12 76 0,0 1 0,1 0 0,0-1 0,0 2 0,1-1 0,0 0 0,1 1 0,-1-1 0,1 1 0,1 1 0,6-8 0,-10 13 0,-1-1 0,0 1 0,0 0 0,1 0 0,-1 0 0,1 0 0,-1 0 0,1 0 0,-1 0 0,1 0 0,0 1 0,-1-1 0,1 1 0,0-1 0,0 1 0,-1 0 0,1-1 0,3 1 0,-3 1 0,-1-1 0,1 1 0,-1-1 0,0 1 0,1-1 0,-1 1 0,0 0 0,0 0 0,1 0 0,-1 0 0,0 0 0,0 0 0,0 0 0,0 0 0,0 0 0,0 0 0,0 0 0,0 2 0,2 4 0,1 1 0,-2-1 0,1 0 0,-1 1 0,0 0 0,-1-1 0,1 15 0,-1-1 0,-2-1 0,-1 1 0,0-1 0,-2 1 0,0-1 0,-1 0 0,-2-1 0,-8 21 0,-12 21 0,-40 66 0,-145 209 0,121-196 0,89-137 0,-4 5 0,2-1 0,-1 1 0,1 0 0,-5 11 0,9-19 0,0 1 0,0-1 0,0 0 0,0 0 0,0 1 0,0-1 0,0 0 0,0 0 0,0 1 0,0-1 0,0 0 0,0 0 0,0 1 0,0-1 0,0 0 0,0 0 0,0 1 0,0-1 0,1 0 0,-1 0 0,0 0 0,0 1 0,0-1 0,0 0 0,0 0 0,1 0 0,-1 1 0,0-1 0,0 0 0,0 0 0,1 0 0,-1 0 0,0 0 0,0 1 0,0-1 0,1 0 0,-1 0 0,0 0 0,0 0 0,1 0 0,-1 0 0,0 0 0,0 0 0,1 0 0,-1 0 0,0 0 0,24-8 0,24-20 0,-1-2 0,47-40 0,-35 26 0,239-182-250,431-296-681,-723 518 931,124-73 0,-108 66 0,0 0 0,1 2 0,38-11 0,-57 19 1,-1 0-1,1 0 0,0 0 1,0 1-1,0-1 1,-1 1-1,1 0 1,0 0-1,0 1 1,0-1-1,0 1 1,-1 0-1,1 0 1,0 0-1,-1 0 1,1 1-1,-1-1 1,7 5-1,-6-3-2,-1 0 1,0 1-1,0-1 1,0 1-1,0 0 0,-1 0 1,1 0-1,-1 0 1,0 0-1,0 0 1,0 0-1,-1 1 0,2 7 1,0 10 30,0 0 1,-2 1-1,0-1 1,-2 1-1,-4 27 1,-2-4 58,-2 0 0,-2 0 0,-2-1 0,-1-1 1,-3 0-1,-32 58 0,-156 236 311,195-324-398,-39 59-1,32-45 0,47-57 0,-23 21 0,217-211-656,8 9-1,406-280 1,-626 482 656,48-33-1,129-67 1,-185 105 0,1 1 0,0 0 0,-1 0 0,1 1 0,0-1 0,0 1 0,0 0 0,0 0 0,0 1 0,0 0 0,0-1 0,0 2 0,0-1 0,10 2 0,-14-1 0,0-1 0,1 1 0,-1 0 0,0 0 0,0 0 0,0-1 0,1 1 0,-1 0 0,0 0 0,-1 1 0,1-1 0,0 0 0,0 0 0,0 0 0,-1 1 0,1-1 0,0 0 0,-1 0 0,1 1 0,-1 1 0,1 1 0,0 0 0,-1 0 0,0 1 0,0-1 0,0 0 0,-1 0 0,1 1 0,-1-1 0,-2 6 0,-10 28 0,-3 0 0,-1-1 0,-1-1 0,-35 51 0,-42 59 259,-6-5-1,-6-4 1,-6-5-1,-218 199 1,323-325-259,-23 21 0,-41 28 0,63-49 0,0 0 0,-1-1 0,0 0 0,1-1 0,-1 0 0,-1 0 0,1-1 0,0-1 0,-18 3 0,26-5 11,1 1 1,-1-1 0,0 0 0,0 0-1,0-1 1,0 1 0,1 0-1,-1-1 1,0 1 0,0-1-1,0 1 1,1-1 0,-1 0-1,0 1 1,1-1 0,-1 0-1,1 0 1,-1-1 0,1 1-1,-1 0 1,1 0 0,0-1-1,0 1 1,0 0 0,0-1-1,0 0 1,0 1 0,-1-3 0,-1-3 44,1-1 0,-1 0 1,2 0-1,-1 0 1,0-12-1,-2-38-56,2 0 0,3-1 0,3 1 0,2-1 0,19-78 0,9 1 0,58-147 0,-71 229 0,-19 44 0,-8 12 0,-17 20 0,16-15 0,-395 360 0,388-357 0,14-10 0,0 0 0,0 0 0,0 0 0,0 0 0,0 0 0,0 0 0,0 0 0,0 0 0,0 0 0,0 0 0,0 0 0,0 0 0,0 0 0,0 0 0,0 0 0,0 0 0,0 0 0,0 0 0,0 0 0,0-1 0,0 1 0,0 0 0,0 0 0,0 0 0,0 0 0,0 0 0,0 0 0,0 0 0,-1 0 0,1 0 0,0 0 0,0 0 0,19-21 0,-12 14 0,28-31 0,118-118 0,-109 121 0,-32 32 0,-13 13 0,-18 21 0,-15 14 0,-2-1 0,-2-2 0,-47 40 0,77-74 0,-1-2 0,0 1 0,0-1 0,-1 0 0,1-1 0,-1 0 0,-1 0 0,1-1 0,0-1 0,-17 4 0,19-6 0,0 0 0,0-1 0,1 0 0,-1-1 0,0 1 0,0-1 0,1-1 0,-1 1 0,1-1 0,-1-1 0,1 1 0,0-1 0,0-1 0,0 1 0,-10-8 0,-9-10 0,1-1 0,0-1 0,2-2 0,1 0 0,-27-40 0,48 64 0,0 0 0,0 0 0,0 0 0,0 0 0,0-1 0,0 1 0,1 0 0,-1 0 0,0-1 0,1 1 0,-1 0 0,1-1 0,0 1 0,-1 0 0,1-1 0,0 1 0,0-1 0,0 1 0,0 0 0,0-1 0,0 1 0,0-3 0,2 3 0,0-1 0,-1 0 0,1 1 0,0-1 0,0 1 0,0 0 0,0 0 0,0 0 0,0 0 0,0 0 0,1 0 0,-1 0 0,0 1 0,0-1 0,1 1 0,3 0 0,52-8 0,1 3 0,65 3 0,-75 1 0,1627 10-1404,-1617-8 1380,-28-2 24,0 1 0,57 10 0,-88-10 0,0 0 0,0 0 0,0 0 0,0 0 0,0 0 0,0 0 0,0 0 0,0 0 0,0 0 0,0 0 0,0 0 0,0 1 0,0-1 0,0 0 0,0 0 0,0 0 0,0 0 0,0 0 0,0 0 0,0 0 0,0 0 0,0 0 0,0 0 0,0 0 0,0 0 0,0 1 0,0-1 0,0 0 0,0 0 0,0 0 0,0 0 0,0 0 0,0 0 0,0 0 0,0 0 0,0 0 0,0 0 0,0 0 0,-20 3 0,-489 7 0,339-11 0,-901-18 1324,914 15-1246,150 3-65,-18 1 7,46-1-27,1392-21-1102,-1265 21 1087,392 1-139,-650 9 640,53-3-119,-200 18-241,-775 66-1182,872-80-5731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0T17:25:04.84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0 622 24575,'2'-2'0,"-1"0"0,0 0 0,0-1 0,0 1 0,0 0 0,-1 0 0,1-1 0,0 1 0,-1 0 0,0-1 0,1 1 0,-1-4 0,1-5 0,7-58 0,-6 40 0,1 1 0,2-1 0,0 1 0,2 1 0,15-39 0,-20 61 0,1 0 0,0 1 0,1-1 0,-1 1 0,1-1 0,0 1 0,0 0 0,0 0 0,1 1 0,-1 0 0,6-4 0,9-3 0,32-14 0,-16 9 0,287-159 0,-284 149-1365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0T17:25:09.85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977 606 24575,'1'1'0,"0"-1"0,0 1 0,-1-1 0,1 1 0,0 0 0,0-1 0,0 1 0,0 0 0,-1 0 0,1 0 0,0-1 0,-1 1 0,1 0 0,-1 0 0,1 0 0,-1 0 0,1 0 0,-1 0 0,1 0 0,-1 0 0,0 0 0,0 0 0,0 1 0,1-1 0,-1 0 0,0 0 0,-1 2 0,2 33 0,-3-22 0,0 0 0,-1 0 0,-1 0 0,0-1 0,-1 1 0,0-1 0,-1 0 0,-10 16 0,-6 5 0,-41 51 0,-45 30 0,71-77 0,-49 61 0,86-99 0,-1 0 0,1 1 0,-1-1 0,1 1 0,-1-1 0,1 1 0,0-1 0,-1 1 0,1-1 0,0 1 0,-1-1 0,1 1 0,0-1 0,-1 1 0,1 0 0,0-1 0,0 1 0,0 0 0,0-1 0,0 1 0,0 0 0,0-1 0,0 1 0,0 0 0,0-1 0,0 1 0,0-1 0,0 1 0,0 0 0,0-1 0,1 2 0,1-2 0,-1 1 0,1-1 0,0 0 0,0 1 0,-1-1 0,1 0 0,0 0 0,0 0 0,-1-1 0,1 1 0,0 0 0,0-1 0,1 0 0,35-8 0,-2-2 0,50-22 0,72-42 0,-112 52 0,3 2 0,-32 18 0,-10 9 0,-7-4 0,0 1 0,-1-1 0,1 0 0,0 0 0,-1 0 0,1 0 0,-1 0 0,0 0 0,1 0 0,-1 0 0,0 0 0,-2 2 0,-9 15 0,-1 0 0,-1 0 0,-1-1 0,0-1 0,-1 0 0,-32 25 0,22-22 0,-2 0 0,0-2 0,-1-1 0,-37 15 0,26-17 0,-1-3 0,0-1 0,-1-2 0,0-1 0,-1-3 0,1-1 0,-60-3 0,95-1 0,1 0 0,-1 0 0,0 0 0,0-1 0,0 0 0,0 0 0,1-1 0,-1 0 0,0 0 0,1-1 0,0 1 0,-1-2 0,1 1 0,0 0 0,1-1 0,-1 0 0,1-1 0,0 1 0,0-1 0,0 0 0,0 0 0,1-1 0,-6-9 0,-11-24 0,2-1 0,2 0 0,1-2 0,-16-72 0,-27-70 0,53 171 0,0 0 0,-1 1 0,-1 1 0,-12-17 0,7 11 0,12 16 0,1 0 0,0 1 0,0-1 0,0 0 0,0 1 0,0-1 0,0 1 0,0-1 0,0 0 0,0 1 0,0-1 0,0 1 0,0-1 0,1 0 0,-1 1 0,0-1 0,0 1 0,1-1 0,-1 0 0,0 1 0,0-1 0,1 1 0,-1-1 0,1 1 0,-1 0 0,1-1 0,-1 1 0,1-1 0,-1 1 0,1 0 0,-1-1 0,1 1 0,-1 0 0,1-1 0,-1 1 0,1 0 0,0 0 0,-1 0 0,1 0 0,1-1 0,34-11 0,-28 9 0,200-62 0,-199 62 0,0 1 0,0 0 0,0 1 0,15-1 0,-23 2 0,0 0 0,0 0 0,1 0 0,-1 0 0,0 0 0,0 0 0,0 0 0,1 1 0,-1-1 0,0 0 0,0 1 0,0-1 0,0 1 0,0-1 0,0 1 0,0-1 0,0 1 0,0 0 0,0-1 0,0 1 0,0 0 0,0 0 0,0 0 0,-1 0 0,1 0 0,0 0 0,0 0 0,-1 0 0,1 0 0,-1 0 0,1 0 0,-1 0 0,0 0 0,1 1 0,-1-1 0,0 0 0,0 0 0,0 0 0,0 1 0,0-1 0,0 0 0,0 0 0,0 0 0,0 0 0,-1 1 0,0 1 0,0 3 0,-1 1 0,-1-1 0,1 0 0,-1 1 0,0-1 0,-1-1 0,1 1 0,-1 0 0,0-1 0,0 0 0,-9 9 0,32-42 0,24-12 0,1 3 0,2 2 0,1 2 0,2 1 0,1 3 0,1 3 0,96-36 0,-136 58 0,0 0 0,0 1 0,0 1 0,0 0 0,13-1 0,-21 3 0,-1 0 0,0 0 0,0 0 0,0 0 0,0 0 0,0 1 0,0-1 0,1 1 0,-1-1 0,0 1 0,0 0 0,0 0 0,-1 0 0,1 0 0,0 0 0,0 0 0,0 0 0,-1 0 0,1 1 0,-1-1 0,1 1 0,-1 0 0,1-1 0,-1 1 0,0 0 0,0 0 0,0-1 0,0 1 0,0 0 0,0 0 0,0 0 0,0 4 0,0 2 0,0 1 0,0 0 0,-1 0 0,0-1 0,-1 1 0,0 0 0,0 0 0,-1-1 0,0 1 0,-1-1 0,0 1 0,0-1 0,-1 0 0,1 0 0,-7 8 0,6-10 0,1 0 0,-1-1 0,0 0 0,-1 0 0,1 0 0,-1 0 0,0 0 0,0-1 0,-1 0 0,1 0 0,-1-1 0,0 1 0,0-1 0,0 0 0,0-1 0,-1 0 0,1 0 0,0 0 0,-1-1 0,-11 2 0,-311 9 0,289-18 0,15 1 0,24 5 0,0 1 0,0-1 0,0 0 0,0 0 0,-1 1 0,1-1 0,0 1 0,0-1 0,0 1 0,0 0 0,0-1 0,0 1 0,0 0 0,0 0 0,0-1 0,1 1 0,-1 0 0,0 0 0,0 0 0,1 0 0,-1 0 0,0 0 0,1 0 0,-1 1 0,1-1 0,0 0 0,-1 2 0,-10 39 0,9-33 0,-35 175 0,33-170 0,4-33 0,4-7 0,1 0 0,1 0 0,1 1 0,1 0 0,1 0 0,17-31 0,4 0 0,59-82 0,-38 69 0,4 2 0,2 2 0,3 3 0,2 2 0,125-90 0,-177 144 0,52-33 0,-59 37 0,1 0 0,-1 1 0,1-1 0,0 1 0,0 0 0,-1 0 0,1 0 0,0 1 0,0-1 0,0 1 0,0 0 0,0 0 0,0 0 0,5 2 0,-7-1 0,0 0 0,0 0 0,1 0 0,-1 0 0,0 0 0,-1 0 0,1 1 0,0-1 0,0 1 0,-1 0 0,1-1 0,-1 1 0,1 0 0,-1 0 0,0 0 0,1 0 0,-1 0 0,0 0 0,0 0 0,-1 0 0,2 3 0,1 7 0,-1-1 0,0 0 0,0 14 0,-1-22 0,4 113 0,-13 146 0,1-133 0,7-116 0,-12 469 0,11-479 0,1 0 0,0 1 0,0-1 0,0 0 0,1 0 0,-1 0 0,1 0 0,0 0 0,0 0 0,0 0 0,2 4 0,-2-6 0,0 0 0,1 0 0,-1 1 0,1-1 0,-1 0 0,1 0 0,0-1 0,-1 1 0,1 0 0,0 0 0,0-1 0,-1 1 0,1-1 0,0 0 0,0 1 0,0-1 0,0 0 0,0 0 0,-1 0 0,4-1 0,197-16 0,-65 2 0,148 3 0,-268 12 0,-27 3 0,-35 1 0,-805 9 0,599-14 0,145 1 0,78-1 0,26 0 0,7 0 0,45-5 0,-41 5 0,1454-76-1270,-1449 77 1270,9-1 0,-44 5 0,-198 32 635,-337 99 0,423-94-2000,25-7-5461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0T17:24:47.85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96 5341 24575,'3'4'0,"0"-1"0,-1 1 0,0 0 0,1 0 0,-1 0 0,-1 0 0,1 0 0,-1 1 0,1-1 0,-1 0 0,0 1 0,0 6 0,5 15 0,43 193 0,32 334 0,-47 231 0,-34-717 0,-1-50 0,1-17 0,0 0 0,0 0 0,0 0 0,0 0 0,0 0 0,0 0 0,0 0 0,-1 0 0,1 0 0,0 0 0,0 0 0,0 0 0,0 0 0,0 0 0,0 0 0,0 0 0,0 0 0,-1-27 0,-4-1114 0,7 653 0,-2 11 0,-46 1155 0,-61-9 0,82-542 0,11-80 0,11-54 0,3-28 0,55-459 0,-38 381 0,83-573-521,108-770-1097,3-28 556,-205 1456 1255,-3 35 462,-2 50 465,-1-50-1122,-6 1720-150,6-3595 787,-31 2561-1084,-36 6-189,41-452 567,6-44 50,-26 230 160,37-370 333,5-54-354,0-18-89,1-30-58,-5-264 329,14 0 1,13 1 0,76-389-1,-90 656-300,-4 25 0,0 0 0,1 1 0,0-1 0,0 0 0,1 1 0,0 0 0,1-1 0,0 1 0,10-16 0,-14 25 0,1-1 0,-1 1 0,0 0 0,1-1 0,-1 1 0,0 0 0,1-1 0,-1 1 0,1 0 0,-1 0 0,0-1 0,1 1 0,-1 0 0,1 0 0,-1 0 0,1 0 0,-1 0 0,1 0 0,-1-1 0,1 1 0,-1 0 0,1 0 0,-1 0 0,0 0 0,1 1 0,-1-1 0,1 0 0,-1 0 0,1 0 0,-1 0 0,1 0 0,-1 1 0,1-1 0,-1 0 0,0 0 0,1 1 0,-1-1 0,0 0 0,1 1 0,-1-1 0,0 0 0,1 1 0,-1-1 0,0 0 0,1 1 0,-1-1 0,0 1 0,0-1 0,1 1 0,5 12 0,0 1 0,0-1 0,-1 1 0,-1 0 0,0 1 0,-1-1 0,2 25 0,0-6 0,68 619 0,-28-189 0,-17-270 0,-22-167 0,-6-26 0,0 0 0,0 0 0,0 0 0,0-1 0,0 1 0,0 0 0,1 0 0,-1 0 0,0 0 0,0 0 0,0 0 0,0 0 0,0 0 0,0 0 0,0 0 0,0 0 0,0 0 0,0 0 0,0-1 0,1 1 0,-1 0 0,0 0 0,0 0 0,0 0 0,0 0 0,0 0 0,0 0 0,0 0 0,0 0 0,0 0 0,1 0 0,-1 0 0,0 0 0,0 0 0,0 0 0,0 0 0,0 0 0,0 0 0,0 1 0,0-1 0,0 0 0,1 0 0,-1 0 0,0 0 0,0 0 0,0 0 0,0 0 0,0 0 0,0 0 0,0 0 0,0 0 0,0 0 0,0 0 0,0 1 0,0-1 0,0 0 0,0 0 0,0 0 0,0 0 0,1 0 0,2-42 0,9-247 0,12 1 0,73-336 0,-48 415 0,98-265 0,-132 433 0,2 0 0,1 1 0,2 1 0,29-42 0,-46 76 0,17-17 0,-20 21 0,1 1 0,0 0 0,-1 0 0,1-1 0,0 1 0,-1 0 0,1 0 0,0 0 0,-1 0 0,1 0 0,0 0 0,0 0 0,-1 0 0,1 0 0,0 0 0,-1 1 0,1-1 0,0 0 0,-1 0 0,1 1 0,0-1 0,-1 0 0,1 1 0,0-1 0,-1 1 0,1-1 0,-1 1 0,1-1 0,-1 1 0,1-1 0,-1 1 0,0-1 0,1 1 0,-1 0 0,0-1 0,1 1 0,-1 0 0,0-1 0,0 1 0,1 1 0,9 21 0,-2 0 0,0 1 0,-2 0 0,0 0 0,3 36 0,-3-22 0,92 750-703,-47 11-177,-39-457 294,-7-264 586,-1-63 0,-4-15 0,0 0 0,0 0 0,0 0 0,0 0 0,0 0 0,0 0 0,0 0 0,1 0 0,-1 0 0,0 1 0,0-1 0,0 0 0,0 0 0,0 0 0,0 0 0,0 0 0,0 0 0,1 0 0,-1 0 0,0 0 0,0 0 0,0 0 0,0 0 0,0 0 0,0 0 0,0 0 0,1 0 0,-1 0 0,0 0 0,0 0 0,0 0 0,0 0 0,0 0 0,0-1 0,0 1 0,0 0 0,0 0 0,1 0 0,-1 0 0,0 0 0,0 0 0,0 0 0,0 0 0,0 0 0,0 0 0,0 0 0,0-1 0,0 1 0,0 0 0,0 0 0,0 0 0,0 0 0,0 0 0,0 0 0,0 0 0,0-1 0,0 1 0,0 0 0,0 0 0,6-15-8,-1 0 1,-1-1-1,5-25 1,3-16 200,4-8 83,214-813 738,40 11-424,-240 793-464,-16 56-126,-14 18 0,1 0 0,-1 0 0,0 0 0,0 0 0,1 0 0,-1 0 0,0 0 0,1 0 0,-1 0 0,0 0 0,1 0 0,-1 0 0,0 0 0,1 0 0,-1 0 0,0 0 0,1 0 0,-1 0 0,0 1 0,0-1 0,1 0 0,-1 0 0,0 0 0,0 1 0,1-1 0,-1 0 0,0 0 0,0 0 0,0 1 0,1-1 0,-1 0 0,0 1 0,0-1 0,0 0 0,1 1 0,1 5 0,0 1 0,0 0 0,-1-1 0,2 13 0,14 272 0,-16-260 0,4 248-164,-1 1876-3902,-6-1547 3124,2-569 1149,0-84 526,0 33-676,34-977 234,24 555-319,18 4 0,239-760 0,-220 919 167,-81 234 47,1 1-1,29-48 0,-42 81-174,0 1 0,-1-1-1,1 0 1,0 1 0,0-1-1,1 1 1,-1 0 0,0 0-1,1 0 1,-1 0 0,1 0-1,5-2 1,-7 4-10,0-1 0,-1 1 1,1 0-1,0 0 0,0 0 0,0 0 0,0 0 0,0 0 1,-1 1-1,1-1 0,0 0 0,0 0 0,0 0 0,0 1 1,-1-1-1,1 1 0,0-1 0,0 0 0,-1 1 0,1-1 0,0 1 1,-1 0-1,1-1 0,0 1 0,-1-1 0,1 1 0,-1 0 1,1 0-1,0 0 0,3 8-6,-1 0 0,1 0 0,-1 0 0,-1 0 0,1 1 0,0 16 0,11 163 5,-15 128-25,-46 345 0,-90 315-26,64-576 52,71-390-1,0 0 0,-1 0 0,0 0 0,-10 19 0,13-29 0,0-1 0,0 0 0,0 0 0,0 0 0,0 0 0,0 1 0,0-1 0,0 0 0,-1 0 0,1 0 0,0 0 0,0 0 0,0 0 0,0 1 0,0-1 0,-1 0 0,1 0 0,0 0 0,0 0 0,0 0 0,0 0 0,-1 0 0,1 0 0,0 0 0,0 0 0,0 0 0,-1 0 0,1 0 0,0 0 0,0 0 0,0 0 0,0 0 0,-1 0 0,1 0 0,0 0 0,0 0 0,0 0 0,0 0 0,-1 0 0,1 0 0,0 0 0,0-1 0,0 1 0,0 0 0,-1 0 0,1 0 0,0 0 0,0 0 0,0 0 0,0-1 0,0 1 0,0 0 0,0 0 0,0 0 0,-1 0 0,1-1 0,0 1 0,0 0 0,0 0 0,-6-28 0,-7-232 17,22-18-73,-7 225 25,164-1425 1209,-151 1402-1069,-10 67-109,-2 22 0,2 62 0,-8 106 0,-20 56-164,-33 95-614,-44 131-15,-21-5 1,-227 562 0,269-836 1012,74-173-213,0 0 1,-1-1 0,0 1 0,0-1 0,-1 0 0,-11 11-1,18-20-7,-1-1 0,1 0 0,-1 1 0,1-1 0,-1 0 0,1 1 0,-1-1 0,1 0 0,-1 0 0,1 1 0,-1-1 0,1 0 0,-1 0 0,1 0 0,-1 0 0,1 0 0,-1 0 0,1 0 0,-1 0 0,0 0 0,1 0 0,-1 0 0,1 0 0,-1 0 0,1 0 0,-1 0 0,1-1 0,-1 1 0,1 0 0,-1 0 0,1-1 0,-1 1 0,0-1 0,0 0 0,-1-1 0,1 0 0,0 0 0,0-1 0,-1 1 0,1 0 0,1 0 0,-1 0 0,0-1 0,0-3 0,-5-27 0,2 0 0,0-40 0,1-176 0,5-95-118,20-830-583,34 5 682,-28 810 19,10 9 0,-38 344 0,-1 8 0,-8 24 0,-72 217 288,-10-3 0,-245 449 0,284-597 204,-125 163-1,167-242-294,-1-1-1,0 0 1,-1-1-1,-17 14 1,28-24-168,0 0 0,-1 0-1,1 0 1,0-1 0,-1 1-1,1 0 1,0 0 0,-1-1 0,1 1-1,-1-1 1,1 1 0,-1-1-1,1 1 1,-1-1 0,1 0 0,-1 0-1,0 0 1,1 0 0,-1 0-1,1 0 1,-1 0 0,1-1 0,-1 1-1,1-1 1,-1 1 0,1-1-1,-1 1 1,1-1 0,-1 0 0,1 1-1,0-1 1,-3-2 0,2-1 6,-1 0-1,1 1 1,-1-1 0,1 0 0,1-1-1,-1 1 1,0 0 0,1 0 0,-2-9-1,-2-19-21,1 0 1,1 0-1,1-34 0,11-104 290,-4 83 344,-2 24-377,6-89 118,-7 129-365,2 1 0,0-1 0,2 1-1,10-27 1,-7 31-23,-23 48 0,-439 687 0,405-658 0,47-58 0,-1 1 0,1-1 0,-1 0 0,1 1 0,-1-1 0,0 0 0,0 0 0,0 0 0,1 0 0,-1-1 0,-3 2 0,5-2 0,-1 0 0,0 0 0,1 0 0,-1 0 0,0 0 0,0 0 0,1 0 0,-1 0 0,0 0 0,0-1 0,1 1 0,-1 0 0,0 0 0,1-1 0,-1 1 0,0-1 0,1 1 0,-1 0 0,1-1 0,-1 1 0,0-2 0,-2-2 0,1 0 0,0 0 0,0 0 0,0-1 0,0 1 0,1-1 0,-1 1 0,1-1 0,0-4 0,-7-52 0,2-1 0,3-65 0,3 99 0,15-889 0,3 662 0,84-408 0,156-356 0,-242 963 0,-10 30 0,1 1 0,2 0 0,1 1 0,14-29 0,-15 46 0,-4 13 0,-1 20 0,0 345 0,-8-213 0,2 1139-571,1-1261 571,1-36 0,3-35 0,15-67 0,5 1 0,47-133 0,-65 218 0,82-235-3,217-437 1,-220 540 2,-81 143 0,0-1 0,1 1 0,0 0 0,0 0 0,0 0 0,1 0 0,0 1 0,-1 0 0,2 0 0,6-5 0,-11 9 0,0-1 0,0 1 0,0 0 0,0 0 0,0 0 0,0 0 0,0 0 0,0 0 0,0 0 0,0 0 0,0 0 0,0 0 0,0 0 0,0 0 0,0 1 0,-1-1 0,1 0 0,0 1 0,0-1 0,0 1 0,0-1 0,0 1 0,-1 0 0,1-1 0,0 1 0,0 0 0,2 3 0,0 0 0,-1 0 0,0-1 0,0 2 0,0-1 0,0 0 0,-1 0 0,1 0 0,0 5 0,4 26 0,0-1 0,0 70 0,-9 42-225,-7 0 0,-6 0 1,-62 254-1,55-310 160,-4 0 0,-70 158 0,80-215 80,0 0 1,-2-1-1,-2-1 0,0-1 1,-2-1-1,-2-1 1,0-1-1,-2-1 0,0-2 1,-36 25-1,56-44-20,0 0 0,-1 0 0,1-1 0,-1 0 0,0-1 0,0 0-1,-13 4 1,19-7 8,0 0-1,0 0 1,0 0-1,1 0 0,-1 0 1,0 0-1,0 0 1,0-1-1,1 1 0,-1-1 1,0 1-1,1-1 1,-1 0-1,0 0 0,1 0 1,-3-1-1,2 0 12,0 0 0,-1-1-1,1 1 1,0-1 0,0 1-1,1-1 1,-1 0-1,0 0 1,1 0 0,0 0-1,-2-5 1,-8-34 230,2-1-1,2 1 0,2-2 1,1-59-1,0 29-123,0-1-120,2 8 0,-17-94 0,10 132 0,9 29 0,0 0 0,0-1 0,-1 1 0,1 0 0,0 0 0,0 0 0,0 0 0,0 0 0,-1-1 0,1 1 0,0 0 0,0 0 0,0 0 0,-1 0 0,1 0 0,0 0 0,0 0 0,-1 0 0,1 0 0,0 0 0,0 0 0,0 0 0,-1 0 0,1 0 0,0 0 0,0 0 0,-1 0 0,1 0 0,0 0 0,0 0 0,-1 0 0,1 0 0,0 0 0,0 1 0,0-1 0,-1 0 0,1 0 0,0 0 0,0 0 0,0 0 0,0 1 0,0-1 0,-1 0 0,1 0 0,0 0 0,0 1 0,0-1 0,0 0 0,0 0 0,0 0 0,0 1 0,0-1 0,-1 0 0,1 0 0,0 1 0,0-1 0,-7 17 0,7-17 0,-46 172 0,7-20 0,-9-21 0,-109 208 0,130-293 0,-43 58 0,-6 10 0,62-87 0,1 1 0,-10 33 0,1-4 0,-6 12 0,-41 105 0,56-137 0,3 0 0,-11 71 0,16-76 0,5-32 0,0 0 0,0 1 0,0-1 0,0 0 0,0 0 0,0 1 0,0-1 0,0 0 0,0 0 0,0 1 0,0-1 0,0 0 0,0 0 0,0 1 0,0-1 0,0 0 0,0 0 0,0 0 0,0 1 0,-1-1 0,1 0 0,0 0 0,0 0 0,0 1 0,0-1 0,-1 0 0,1 0 0,0 0 0,0 0 0,0 1 0,-1-1 0,1 0 0,0 0 0,0 0 0,0 0 0,-1 0 0,1 0 0,0 0 0,0 0 0,-1 0 0,1 0 0,0 0 0,0 0 0,-1 0 0,1 0 0,0 0 0,0 0 0,-1 0 0,1 0 0,0 0 0,0 0 0,-1 0 0,1 0 0,0 0 0,0 0 0,0 0 0,-1-1 0,1 1 0,0 0 0,0 0 0,0 0 0,-1-1 0,-4-9 0,1 0 0,0 0 0,0 0 0,1-1 0,0 1 0,1-1 0,-2-16 0,3 21 0,-64-612 0,49-6 0,19 226 0,-4 389 0,-2 14 0,-6 27 0,-150 697 0,95-421 0,48-235 0,-52 265 0,29 2 0,34-240 0,-8 336 0,14-580 0,3-47 0,6-91-164,93-1422-1928,-90 1546 2092,-8 115 0,-3 35 0,0 9 0,2 68 0,-2 121 0,-2 112 0,-1 98-164,-3 2309-2711,6-2964 3689,75-1285-1949,-26 716 888,-42 651 1066,-5 136 70,-2 50-444,0 77 187,-2 160 190,-2 144-813,-4 104-825,-129 1493-1605,93-1700 2421,7-122 0,19-130 40,16-38-36,0-1 0,0 0 0,0 0 0,0 1 0,0-1 0,-1 0 0,1 0 0,0 0 0,0 1 0,0-1-1,0 0 1,-1 0 0,1 0 0,0 1 0,0-1 0,-1 0 0,1 0 0,0 0 0,0 0 0,0 0 0,-1 0 0,1 1 0,0-1 0,0 0 0,-1 0 0,1 0 0,0 0 0,-1 0 0,1 0 0,0 0 0,0 0 0,-1 0 0,1 0 0,0 0 0,0 0 0,-1 0 0,1 0 0,0-1 0,0 1 0,-1 0 0,1 0 0,0 0 0,0 0 0,-1 0 0,1-1 0,0 1-1,0 0 1,0 0 0,-1 0 0,1 0 0,0-1 0,0 1 0,0-1 0,-3-6 92,0 0-1,1-1 1,0 0-1,1 0 1,0 1-1,-1-10 0,-4-68 176,8-149-1,33-91-130,-16 199-297,5 0 0,53-158 1,-56 222 88,3 1 1,3 1 0,2 1 0,3 2-1,2 1 1,54-67 0,-81 114 71,10-12 46,25-24 0,-38 42 9,-1 0-1,0 0 1,1 0 0,-1 1-1,1-1 1,0 1-1,0 0 1,0 0-1,0 0 1,0 0 0,1 1-1,-1-1 1,0 1-1,9-1 1,-11 3-18,0-1 0,0 1 0,0-1 0,0 1 0,1 0 0,-1 0 0,0 0 0,0 0 0,-1 0 0,1 1-1,0-1 1,0 0 0,0 1 0,-1-1 0,1 1 0,-1 0 0,1-1 0,-1 1 0,0 0 0,0 0 0,0 0 0,0 0 0,1 3 0,7 13 165,-1 1 0,-2-1 0,1 1 0,5 37 0,9 97 225,-20-137-405,39 654-341,-37 9 108,-4-543 217,-2 201-383,2-307 373,1-40 0,-1-68 0,0-142 0,0-123-164,4-77-655,151-1472-2255,-112 1586 3017,-11 129 57,-20 142 8,-11 35-8,0 1 1,0-1 0,0 0-1,0 0 1,0 0 0,0 1 0,0-1-1,0 0 1,1 0 0,-1 0-1,0 1 1,0-1 0,0 0 0,0 0-1,0 0 1,0 0 0,0 1 0,0-1-1,0 0 1,1 0 0,-1 0-1,0 0 1,0 1 0,0-1 0,0 0-1,1 0 1,-1 0 0,0 0-1,0 0 1,0 0 0,0 0 0,1 0-1,-1 0 1,0 0 0,0 1 0,0-1-1,1 0 1,-1 0 0,0 0-1,0 0 1,0 0 0,1 0 0,-1-1-1,0 1 1,0 0 0,0 0-1,1 0 1,-1 0 0,0 0 0,0 0-1,0 0 1,0 0 0,1 0 0,-1 0-1,0-1 1,0 1 0,0 0-1,0 0 1,0 0 0,1 0 0,-1 0-1,0-1 1,0 1 0,0 0 0,0 0-1,0 0 1,0 0 0,0-1-1,0 1 1,5 23 76,-2 1 0,1 47 0,1 203-19,-3 149-222,-3 136-655,-7 1952-383,8-2304 1506,1-185 35,3-49 68,14-164 121,19-164-601,20-107-746,279-1373-1446,-273 1592 3084,-52 205-355,23-55 1,-34 91-439,1 1-1,0-1 1,-1 1-1,1-1 1,0 1 0,0 0-1,0-1 1,0 1-1,0 0 1,0 0 0,0 0-1,1 0 1,-1 0-1,2-2 1,-2 3-14,0 0 0,-1 1 0,1-1 0,-1 0 0,1 0 0,-1 0 0,1 0 0,0 1 0,-1-1 0,1 0 0,-1 0 0,1 1 0,-1-1 0,1 1 0,-1-1 0,1 0 0,-1 1 0,0-1 0,1 1 0,-1-1 0,0 1 0,1-1 0,-1 1 0,0-1 0,1 1 0,-1-1 0,0 1 0,0 0 0,0-1 0,0 1 0,1 1 0,4 22 220,0 0 0,-1 0 1,0 35-1,5 207 645,-5 126-647,-5 107-992,-29 722-489,-78-14 1138,102-1157-31,-16 57 0,16-94 102,1-12 21,3-4 20,1 1 0,0-1 0,0 0 0,0 0 0,0 0 1,1 1-1,-1-1 0,1 0 0,-1-4 0,-11-192 1,6-164 0,4-126-164,48-1061-2057,113 4 2767,-117 1299-124,-36 212-308,20-59 0,-26 93-99,0 0 0,0 0 0,0 1 0,1-1 1,-1 0-1,0 0 0,1 0 0,-1 1 0,1-1 0,-1 0 0,1 1 0,-1-1 1,1 0-1,-1 1 0,1-1 0,0 1 0,-1-1 0,1 1 0,0-1 1,-1 1-1,1-1 0,1 0 0,-1 2 9,-1 0-1,1-1 1,0 1-1,0 0 1,-1-1-1,1 1 1,-1 0-1,1 0 1,0 0-1,-1 0 1,0-1 0,1 1-1,-1 0 1,1 0-1,-1 0 1,0 0-1,0 0 1,0 0-1,1 2 1,4 37 468,3 62-1,-2 182 367,-4 130-702,-10 1840-1090,9-2160 1891,4-173-184,-2 28-537,14-291 672,8-174-556,5-122-1083,35-1119-1779,-44 997 3950,-20 710-1145,0 42-194,-1 12-29,-10 512 4,-34 58-240,-54 150-655,-47 48-164,-15-57 0,17-140 0,32-187 26,70-275 538,38-105 377,0-1-1,-1 0 1,1-1 0,-1 1-1,-1-1 1,-7 9 0,12-14 39,0-1 0,-1 1 0,1-1 0,-1 1 0,1-1 0,-1 0 0,1 1 1,-1-1-1,0 1 0,1-1 0,-1 0 0,1 0 0,-1 1 0,0-1 1,1 0-1,-1 0 0,0 0 0,1 0 0,-1 0 0,0 0 0,1 0 1,-1 0-1,0 0 0,1 0 0,-1 0 0,1 0 0,-1-1 0,0 1 0,1 0 1,-1 0-1,1-1 0,-1 1 0,0 0 0,1-1 0,-1 1 0,1 0 1,-1-1-1,1 1 0,-1-1 0,1 1 0,0-1 0,-1 1 0,1-1 1,-1 1-1,1-2 0,-4-4-11,1-1 1,0 0-1,1 0 1,0 0-1,0 0 1,-1-12-1,-19-259-339,15-182 265,9-134-76,27-892-1700,99 9 2354,-75 1154 98,-6 106 296,-42 197-638,0 0 0,2 0 0,13-30-1,-20 50-232,0 0-1,0-1 0,1 1 0,-1-1 1,0 1-1,0 0 0,0-1 1,1 1-1,-1-1 0,0 1 0,0 0 1,1-1-1,-1 1 0,0 0 1,1 0-1,-1-1 0,0 1 0,1 0 1,-1 0-1,0-1 0,1 1 1,-1 0-1,1 0 0,-1 0 1,0 0-1,1 0 0,-1-1 0,1 1 1,-1 0-1,1 0 0,-1 0 1,0 0-1,1 0 0,-1 0 0,1 1 1,-1-1-1,1 0 0,-1 0 1,1 0-1,0 2 29,1 0 0,-1 0 0,0 0 0,0 0 0,0 0 0,0 0 0,0 0-1,-1 0 1,1 0 0,0 0 0,-1 3 0,7 40 428,2 62 0,-2 166 168,-11 1472 3413,4-1724-3902,0 34 640,6-101-45,232-1352-1869,125 30-403,-288 1129 1529,-66 212 0,1 0 0,1 1 0,18-30 0,-28 54 0,0-1 0,0 1 0,1 0 0,0 0 1,-1 0-1,1 0 0,0 1 0,0-1 0,0 0 0,0 1 0,0-1 0,0 1 0,0 0 0,0 0 0,1 0 0,2-2 1,-3 3-2,-1 0 1,1 1 0,-1-1 0,0 0 0,1 0 0,-1 0 0,0 1 0,0-1 0,1 1 0,-1-1 0,0 1 0,0-1 0,1 1 0,-1 0 0,0 0-1,0-1 1,0 1 0,0 0 0,0 0 0,0 0 0,0 0 0,0 2 0,6 7 27,-1 0 1,-1 1-1,0 0 0,0 0 1,5 21-1,7 31 357,9 69 0,25 335 293,-28 17-1609,-17-20-598,-74 638-1,42-931 1531,25-162 0,-1 0 0,0 1 0,-1-1 0,0 0 0,-1-1 0,-6 13 0,10-21 0,0 1 0,0-1 0,0 0 0,-1 0 0,1 1 0,0-1 0,0 0 0,0 1 0,-1-1 0,1 0 0,0 0 0,-1 0 0,1 1 0,0-1 0,0 0 0,-1 0 0,1 0 0,0 0 0,-1 0 0,1 1 0,0-1 0,-1 0 0,1 0 0,0 0 0,-1 0 0,1 0 0,0 0 0,-1 0 0,1 0 0,0 0 0,-1 0 0,1-1 0,0 1 0,-1 0 0,1 0 0,-1 0 0,-9-18 0,3-17 0,0-1 0,2 1 0,1-72 0,2 61 0,-1-784 1966,20 603-444,-12 188-937,2 0 1,1 0-1,22-58 1,-20 76-662,1 0 0,0 1 0,1 1 0,1 0 0,1 1 0,17-17 1,-30 33-3,46-51-6170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0T17:24:49.05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29 1340 24575,'-1'0'0,"1"1"0,-1-1 0,0 0 0,1 0 0,-1 0 0,1 1 0,-1-1 0,0 0 0,1 0 0,-1 0 0,0 0 0,1 0 0,-1 0 0,1 0 0,-1-1 0,0 1 0,1 0 0,-1 0 0,1 0 0,-1-1 0,0 1 0,1 0 0,-1-1 0,1 1 0,-1 0 0,1-1 0,-1 1 0,1-1 0,0 1 0,-1 0 0,1-1 0,-1 1 0,1-1 0,0 0 0,-1 1 0,1-1 0,0 1 0,0-1 0,-1 1 0,1-2 0,-7-30 0,6 13 0,2 0 0,0 0 0,0 0 0,2 0 0,1 0 0,0 0 0,1 1 0,10-24 0,71-145 0,-85 185 0,110-197 0,9 4 0,171-212 0,-273 383 0,-12 14 0,1 1 0,0 0 0,0 0 0,1 0 0,0 1 0,1 0 0,0 1 0,18-12 0,-26 19 0,-1-1 0,1 1 0,0 0 0,0-1 0,0 1 0,0 0 0,0 0 0,0 0 0,0-1 0,0 1 0,0 0 0,0 0 0,0 1 0,0-1 0,0 0 0,0 0 0,0 0 0,-1 1 0,1-1 0,0 0 0,0 1 0,0-1 0,0 1 0,0-1 0,-1 1 0,1-1 0,0 1 0,0 0 0,-1-1 0,1 1 0,0 0 0,-1 0 0,1-1 0,-1 1 0,1 0 0,-1 0 0,1 0 0,-1 0 0,0 0 0,1-1 0,-1 3 0,2 5 0,0 0 0,0 0 0,-1 0 0,1 9 0,-2-15 0,3 66 10,-3-1 1,-3 0-1,-14 83 0,-53 207-215,-43 86-663,-38-12 795,134-388 38,-3 0 0,-2-2 1,-28 41-1,48-78 35,-1 0 0,0 0 0,0 0 0,0 0 0,-1-1 0,1 0 0,-1 1 0,0-1 0,0 0 0,0-1 0,0 1 0,0-1 0,-8 3 0,11-5 0,0 1 0,0-1 0,0 0 0,0 0 0,0 0 0,0 0 0,0-1 0,0 1 0,0 0 0,-1 0 0,1-1 0,0 1 0,0 0 0,0-1 0,0 1 0,0-1 0,0 1 0,1-1 0,-1 0 0,0 1 0,0-1 0,-1-1 0,0-1 0,0-1 0,0 1 0,0 0 0,0-1 0,1 1 0,-1 0 0,1-1 0,0 0 0,-1-7 0,-1-12 104,2-1 0,1 0 0,0 0 0,2 1 1,1-1-1,1 1 0,10-37 0,3 4-64,2 1 0,2 1 1,3 1-1,2 1 0,2 1 0,2 1 1,3 2-1,44-50 0,19-11-489,5 5 1,121-96 0,-157 145-6349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0T17:24:51.31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0 885 24575,'116'-127'0,"-41"42"0,402-420 0,-455 483 0,72-66 0,-85 80 0,0 1 0,0 1 0,1 0 0,0 0 0,0 1 0,1 0 0,-1 1 0,14-4 0,-21 7 0,1 1 0,-1-1 0,1 1 0,-1-1 0,0 1 0,1 0 0,-1 0 0,1 1 0,-1-1 0,0 1 0,1-1 0,-1 1 0,0 0 0,1 1 0,-1-1 0,0 0 0,0 1 0,0 0 0,0 0 0,5 4 0,-3-1 0,1 1 0,-1 1 0,-1-1 0,1 1 0,-1-1 0,0 1 0,0 1 0,3 9 0,6 20 0,-1 1 0,-1 1 0,9 73 0,0 128 0,-19-223 0,7 733 0,-10-677 0,-3 1 0,-4-1 0,-30 119 0,27-151 0,-1-1 0,-3 0 0,-1-1 0,-2-1 0,-1-1 0,-2-1 0,-46 57 0,22-39 0,18-23 0,2 1 0,1 1 0,-30 52 0,2 7 0,52-89 0,-12 16 0,5-18 0,0-13 0,3-10 0,1 0 0,1 0 0,0-1 0,2-38 0,0 16 0,-5-1102-799,8 733 629,0-233 170,-2 874 0,-2 27 0,-7 80-164,-108 906-2331,-170 345-2285,276-1530 4631,-34 126-8,45-179 168,-1 0 0,1 0 0,-1 0 0,0 0 0,1-1 0,-1 1 0,0 0 0,0-1 0,0 1 0,0 0 0,0-1 0,-1 1 0,1-1 0,-2 2-1,2-3 19,0-1-1,0 0 0,0 0 0,1 0 0,-1 1 0,0-1 1,1 0-1,-1 0 0,1 0 0,-1 0 0,1 0 0,-1 0 0,1 0 1,0 0-1,-1 0 0,1 0 0,0-1 0,0 1 0,0 0 0,0 0 1,0 0-1,0 0 0,0-2 0,-6-82 788,6-114 0,2 87-216,4-793 2570,-6 784-8889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0T17:24:52.38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2104 802 24575,'0'25'0,"0"0"0,-2-1 0,-1 1 0,0 0 0,-2-1 0,-1 0 0,-1 0 0,-1-1 0,-1 0 0,-1 0 0,-1-1 0,-1 0 0,-1-1 0,-1 0 0,-16 19 0,-23 15 0,-2-2 0,-71 52 0,115-96 0,-8 7 0,28-19 0,46-31 0,-51 32 0,694-389 0,-525 314 0,-152 69 0,0 1 0,0 0 0,34-5 0,-51 12 0,0 0 0,0-1 0,0 1 0,0 1 0,-1-1 0,1 0 0,6 2 0,-9-1 0,0-1 0,0 1 0,0-1 0,0 1 0,0-1 0,0 1 0,0 0 0,0-1 0,0 1 0,0 0 0,0 0 0,0 0 0,0-1 0,-1 1 0,1 0 0,0 0 0,0 2 0,0 0 0,-1 0 0,1 0 0,-1 0 0,0 0 0,0 0 0,0 0 0,0 0 0,-1 0 0,1 0 0,-1 0 0,0 0 0,1 0 0,-1 0 0,-1 0 0,1-1 0,0 1 0,-3 2 0,-8 16 0,-2-2 0,0 0 0,-1 0 0,-1-2 0,-1 0 0,0-1 0,-1 0 0,-28 18 0,-13 5-116,-2-2-1,-1-2 0,-1-3 1,-2-4-1,-116 36 0,25-22-322,-226 31 0,30-30 317,-536-3 0,865-40 62,-113-5-315,115 3 327,1 0 0,-1-2 1,-38-12-1,53 14 57,1 1 0,0-2 0,0 1 0,0 0 0,1-1 0,-1 0-1,1 0 1,-1-1 0,1 1 0,0-1 0,0 0 0,1 0 0,-1 0 0,1 0 0,0-1 0,0 0 0,0 1 0,1-1 0,-1 0 0,1 0 0,0 0 0,1-1 0,-1 1 0,1 0 0,0-1 0,1 1 0,-1 0 0,1-11 0,2-1 74,0-1 0,1 1 1,0 0-1,1 0 1,2 1-1,-1-1 0,16-29 1,8-7 139,2 3 1,2 0 0,2 2-1,2 1 1,2 2 0,56-49-1,12 1-633,177-120 0,-48 60 332,354-172 1,-561 311 77,70-31 0,-88 40 0,0 2 0,1-1 0,0 1 0,0 1 0,0 0 0,13 0 0,-23 2-2,0 0 1,0 0-1,0 0 0,1 1 1,-1-1-1,0 0 0,0 1 1,0 0-1,0-1 0,0 1 1,2 1-1,-3-1 4,-1-1 0,1 1 1,-1-1-1,1 1 0,0-1 0,-1 1 0,1 0 0,-1-1 0,0 1 1,1 0-1,-1-1 0,1 1 0,-1 0 0,0-1 0,0 1 1,1 0-1,-1 0 0,0 0 0,0-1 0,0 2 0,0 2-125,-1 0-1,1 0 1,-1-1-1,0 1 1,-1 0-1,1-1 0,-1 1 1,1-1-1,-5 6 1,-33 49-5927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0T17:25:17.13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4107 561 24575,'0'3'0,"-1"1"0,1 0 0,-1-1 0,0 1 0,0 0 0,-1-1 0,-2 7 0,-6 15 0,-148 559 0,150-550 0,1 1 0,1-1 0,2 1 0,1 0 0,5 64 0,-2-110 0,1 0 0,1 0 0,0 0 0,0 0 0,8-19 0,-10 29 0,0 1 0,1 0 0,-1 0 0,0 0 0,0 0 0,0 0 0,0 0 0,1 0 0,-1 0 0,0 0 0,0 0 0,0 0 0,0 0 0,1 0 0,-1 0 0,0 0 0,0 0 0,0 0 0,1 0 0,-1 0 0,0 0 0,0 0 0,0 0 0,1 0 0,-1 0 0,0 0 0,0 0 0,0 0 0,0 1 0,0-1 0,1 0 0,-1 0 0,0 0 0,0 0 0,0 0 0,0 0 0,0 1 0,0-1 0,1 0 0,-1 0 0,0 0 0,0 0 0,0 1 0,0-1 0,0 0 0,0 0 0,0 0 0,0 1 0,0-1 0,0 0 0,0 0 0,0 0 0,0 0 0,0 1 0,4 12 0,0 26 0,0 0 0,-4 62 0,-1-62 0,0-23 0,-3-13 0,-8-28 0,-103-385 0,8 21 0,8 91 0,75 213 0,-20-136 0,43 167 0,1 44 0,0-1 0,0 0 0,-1 1 0,-3-18 0,3 27 0,1-1 0,-1 0 0,0 1 0,0-1 0,0 0 0,0 1 0,0 0 0,0-1 0,-1 1 0,1 0 0,0-1 0,-1 1 0,1 0 0,-1 0 0,1 0 0,-1 0 0,0 0 0,1 1 0,-4-2 0,-39-8 0,31 8 0,-79-10 0,-144 0 0,104 8 0,-769-24 0,783 29 0,118-1 0,0 0 0,1 1 0,-1-1 0,0 0 0,0 0 0,1 0 0,-1 0 0,0 1 0,1-1 0,-1 0 0,0 0 0,0 1 0,1-1 0,-1 0 0,0 1 0,0-1 0,0 0 0,0 1 0,1-1 0,-1 0 0,0 1 0,0-1 0,0 0 0,0 1 0,0-1 0,0 0 0,0 1 0,0-1 0,0 0 0,0 1 0,0-1 0,0 0 0,0 1 0,0-1 0,0 1 0,0-1 0,-5 19 0,0-6 0,-2 0 0,1 0 0,-2-1 0,1 0 0,-2-1 0,-11 14 0,-67 61 0,20-30 0,-2-3 0,-3-4 0,-112 60 0,-246 92 0,429-201 0,-389 154 0,336-138 0,-96 14 0,-24 6 0,147-29 0,0 1 0,1 1 0,0 2 0,0 0 0,-24 17 0,46-26 0,1 0 0,0 1 0,1 0 0,-1-1 0,0 1 0,1 0 0,-1 0 0,1 0 0,0 1 0,0-1 0,0 0 0,1 1 0,-1 0 0,1-1 0,0 1 0,0 0 0,0-1 0,0 1 0,1 0 0,-1 0 0,1 0 0,0 4 0,2 8 0,0-1 0,1 1 0,0-1 0,7 19 0,-6-22 0,115 292 0,-44-126 0,-35-70 0,28 115 0,-55-168 0,-3 0 0,-2 2 0,-2-1 0,-3 65 0,-2-51 0,0-39 0,-5 58 0,-1-70 0,0-1 0,0 1 0,-2-1 0,-1 0 0,-17 32 0,12-26 0,2 0 0,-13 36 0,10-7 0,2 1 0,3 1 0,-3 68 0,9 167 0,3-206 0,0-81 0,0 3 0,0 0 0,1 0 0,-1 0 0,4 12 0,-4-18 0,0 1 0,0 0 0,1-1 0,-1 1 0,0-1 0,1 1 0,-1 0 0,0-1 0,1 1 0,-1-1 0,1 1 0,-1-1 0,1 1 0,-1-1 0,1 0 0,-1 1 0,1-1 0,-1 1 0,1-1 0,0 0 0,0 1 0,0-1 0,0 0 0,1 0 0,-1 0 0,0-1 0,0 1 0,0 0 0,0 0 0,0-1 0,0 1 0,0-1 0,0 1 0,0-1 0,0 1 0,0-1 0,0 0 0,0 1 0,-1-1 0,2-1 0,10-11 0,0-1 0,-1 0 0,0 0 0,-2-1 0,14-26 0,-13 23 0,91-160 0,197-362 0,-283 511 0,22-60 0,-33 77 0,-1-1 0,0 1 0,-1-1 0,-1 0 0,0 1 0,0-1 0,-4-25 0,-2 2-1365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0T17:25:19.79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0 192 24575,'32'0'0,"225"-5"0,-195 0 0,-1-2 0,68-17 0,-54 3 0,-1-3 0,117-54 0,-185 75 0,4-2 0,-1 1 0,1 0 0,0 0 0,11-2 0,-20 6 0,0-1 0,1 1 0,-1 0 0,0 0 0,0-1 0,0 1 0,0 0 0,0 0 0,1 0 0,-1 0 0,0 0 0,0 1 0,0-1 0,0 0 0,0 0 0,0 1 0,1-1 0,-1 1 0,0-1 0,0 1 0,0-1 0,0 1 0,0 0 0,-1-1 0,1 1 0,0 0 0,0 0 0,0 0 0,-1 0 0,1-1 0,0 1 0,-1 0 0,1 0 0,-1 0 0,1 1 0,-1-1 0,1 0 0,-1 0 0,0 0 0,1 0 0,-1 0 0,0 0 0,0 1 0,0-1 0,0 0 0,0 2 0,-1 5 0,0 0 0,-1 0 0,1 0 0,-2 0 0,1 0 0,-1-1 0,0 1 0,-1-1 0,1 0 0,-1 0 0,-6 7 0,-10 12 0,-31 34 0,35-43 0,-268 257 0,176-176 0,77-66 0,1 2 0,2 1 0,-32 52 0,34-45 0,3 1 0,1 1 0,2 0 0,2 2 0,3 0 0,-17 76 0,-24 296 0,32-200 0,17-162 0,-5 27 0,3 1 0,5 169 0,7-236 0,0 0 0,2 0 0,0-1 0,1 1 0,13 26 0,-1-4 0,-17-34 0,1 0 0,1 0 0,-1 0 0,1-1 0,0 1 0,0-1 0,0 0 0,1 0 0,-1 0 0,1 0 0,0-1 0,0 1 0,0-1 0,1 0 0,-1 0 0,1-1 0,0 1 0,-1-1 0,1 0 0,0 0 0,0-1 0,1 1 0,-1-1 0,0 0 0,0-1 0,1 1 0,-1-1 0,0 0 0,0 0 0,1-1 0,-1 0 0,6-1 0,-2 0 0,0-1 0,-1 1 0,1-2 0,-1 1 0,0-1 0,1-1 0,-2 1 0,1-1 0,-1-1 0,1 1 0,-1-1 0,-1-1 0,1 1 0,-1-1 0,-1 0 0,1-1 0,-1 1 0,5-11 0,7-23-103,23-82 0,-29 85-1056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0T17:25:21.88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0 258 24575,'54'-4'0,"-1"-2"0,0-2 0,95-29 0,-78 19 0,36-9 0,-9 1 0,157-22 0,-238 46 0,-1-1 0,1-1 0,-1-1 0,0 0 0,26-13 0,-19 9 0,-2 1 0,1 1 0,0 1 0,0 1 0,1 1 0,37-3 0,115 7 0,-85 2 0,629-2-1365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0T17:25:23.49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35 693 24575,'8'54'0,"0"-5"0,-8 95 0,-48-945-1365,45 662-5461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0T17:25:27.88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267 515 24575,'3'1'0,"-1"0"0,0 1 0,0-1 0,0 1 0,0-1 0,0 1 0,0 0 0,0-1 0,0 1 0,-1 0 0,1 0 0,-1 1 0,1-1 0,-1 0 0,0 0 0,0 1 0,0-1 0,0 0 0,1 4 0,-2-2 0,1 1 0,-1-1 0,0 1 0,0-1 0,0 1 0,-1 0 0,1-1 0,-1 1 0,0-1 0,-2 6 0,-2 1 0,0 1 0,-1 0 0,0-1 0,0 0 0,-1 0 0,-1-1 0,-9 10 0,-4 1 0,-1-2 0,-1 0 0,0-1 0,-2-2 0,0 0 0,-37 16 0,34-21 0,27-11 0,1 0 0,0 0 0,0 0 0,0 0 0,0 0 0,0 0 0,-1 0 0,1 0 0,0 0 0,0 0 0,0 0 0,-1 0 0,1 0 0,0 0 0,0 0 0,0 0 0,0 0 0,-1 0 0,1 0 0,0 0 0,0 0 0,0 0 0,0 0 0,-1 0 0,1 0 0,0 0 0,0 0 0,0 0 0,0-1 0,0 1 0,0 0 0,-1 0 0,1 0 0,0 0 0,0 0 0,0-1 0,0 1 0,0 0 0,0 0 0,0 0 0,0 0 0,0-1 0,0 1 0,0 0 0,0 0 0,0 0 0,0 0 0,0-1 0,0 1 0,0 0 0,0 0 0,0 0 0,0 0 0,0-1 0,0 1 0,0 0 0,0 0 0,0 0 0,0 0 0,0-1 0,0 1 0,0 0 0,0 0 0,1 0 0,-1 0 0,4-6 0,-1 1 0,1 0 0,1 0 0,-1 0 0,1 1 0,0-1 0,10-5 0,-3 0 0,63-47 0,106-60 0,95-31 0,-128 77 0,3 6 0,293-81 0,-437 144 0,13-4 0,-1 1 0,1 0 0,-1 2 0,1 0 0,0 2 0,40 1 0,-59-1 0,1 2 0,0-1 0,0 0 0,-1 0 0,1 0 0,-1 1 0,1-1 0,0 1 0,-1-1 0,1 1 0,-1 0 0,1 0 0,-1 0 0,1-1 0,-1 1 0,0 0 0,1 1 0,-1-1 0,0 0 0,0 0 0,0 1 0,0-1 0,0 0 0,0 1 0,0-1 0,0 1 0,-1-1 0,1 1 0,-1-1 0,1 1 0,-1 0 0,1-1 0,-1 1 0,0 0 0,0-1 0,0 1 0,0 0 0,0-1 0,0 1 0,0 0 0,-1-1 0,0 4 0,-2 5 0,-1 0 0,0 0 0,-1 0 0,0-1 0,-11 16 0,-13 15 0,-3 0 0,-1-2 0,-2-1 0,-2-2 0,-50 37 0,0-8 0,-133 74 0,143-96 0,-138 53 0,164-77 0,-1-2 0,0-2 0,-1-3 0,-54 5 0,97-15 0,1-1 0,-1 1 0,1-1 0,0-1 0,-1 0 0,1 0 0,-16-5 0,22 5 0,0 0 0,0-1 0,0 1 0,1-1 0,-1 0 0,0 1 0,1-1 0,-1-1 0,1 1 0,0 0 0,-1 0 0,1-1 0,0 0 0,1 1 0,-1-1 0,0 0 0,1 0 0,0 0 0,-1 0 0,1 0 0,0 0 0,1 0 0,-1 0 0,0 0 0,1-5 0,-4-52 0,7-108 0,0 66 0,-2 73 0,-2 45 0,-1 52 0,-33 224 0,28-259 0,7-33 0,0 0 0,0 0 0,0 0 0,0 0 0,0 0 0,0 0 0,0-1 0,0 1 0,-1 0 0,1 0 0,0 0 0,0 0 0,0 0 0,0 0 0,0 0 0,0 0 0,-1 0 0,1 0 0,0 0 0,0 0 0,0 0 0,0 0 0,0 0 0,0 0 0,0 0 0,-1 0 0,1 0 0,0 0 0,0 0 0,0 0 0,0 1 0,0-1 0,0 0 0,0 0 0,0 0 0,-1 0 0,3-26 0,18-57 0,3 2 0,4 0 0,3 2 0,67-124 0,-93 195 0,0 1 0,1-1 0,0 1 0,10-11 0,-15 17 0,0 1 0,1-1 0,-1 1 0,1 0 0,-1-1 0,1 1 0,-1 0 0,0-1 0,1 1 0,-1 0 0,1-1 0,-1 1 0,1 0 0,0 0 0,-1 0 0,1-1 0,-1 1 0,1 0 0,-1 0 0,1 0 0,-1 0 0,1 0 0,0 0 0,-1 0 0,1 0 0,-1 0 0,1 0 0,-1 1 0,1-1 0,0 0 0,-1 0 0,1 0 0,-1 1 0,1-1 0,-1 0 0,1 1 0,-1-1 0,0 0 0,1 1 0,-1-1 0,1 0 0,-1 1 0,0-1 0,1 1 0,-1-1 0,0 1 0,1 0 0,2 5 0,-1 0 0,1 0 0,-1 0 0,-1 1 0,1-1 0,-1 1 0,0-1 0,0 1 0,-1 10 0,-4 69 0,4-84 0,-14 95 0,-5-2 0,-57 177 0,68-250 0,1 5 0,-1-1 0,-2 0 0,-1 0 0,-1-1 0,-19 31 0,30-55 0,-1 1 0,1 0 0,-1-1 0,1 1 0,-1-1 0,0 1 0,1-1 0,-1 1 0,-3 1 0,4-3 0,0 0 0,1 0 0,-1 0 0,0 1 0,1-1 0,-1 0 0,0 0 0,1 0 0,-1 0 0,0 0 0,1 0 0,-1 0 0,0 0 0,1 0 0,-1-1 0,1 1 0,-1 0 0,0 0 0,1-1 0,-1 1 0,-1-1 0,0-1 0,0 0 0,0-1 0,0 1 0,1-1 0,-1 0 0,0 1 0,1-1 0,0 0 0,0 0 0,0 0 0,0 0 0,-1-3 0,-6-33 0,2 0 0,2-1 0,0-45 0,4 78 0,-2-60 0,3 0 0,3 0 0,21-118 0,-17 151 0,1 1 0,1 0 0,2 0 0,2 1 0,0 1 0,2 0 0,2 1 0,0 1 0,28-33 0,-27 40 0,1 1 0,1 1 0,0 0 0,1 2 0,2 0 0,0 2 0,0 0 0,1 2 0,1 1 0,38-14 0,-59 25 0,0 0 0,0 0 0,0 1 0,0 0 0,1 0 0,-1 0 0,0 1 0,1-1 0,-1 1 0,0 0 0,1 1 0,-1 0 0,0-1 0,1 2 0,-1-1 0,0 1 0,0-1 0,0 1 0,0 1 0,0-1 0,0 1 0,-1 0 0,1 0 0,-1 0 0,0 0 0,0 1 0,0 0 0,0 0 0,-1 0 0,0 0 0,0 0 0,0 1 0,0 0 0,0-1 0,-1 1 0,4 10 0,6 23 0,-1 1 0,-2 1 0,-2-1 0,4 60 0,-11-98 0,30 675 0,-26-463 0,2-1111 0,-6 898 0,3-71 0,25-134 0,-18 178 0,-9 27 0,-1 0 0,0 0 0,0 0 0,1 0 0,-1 0 0,0 0 0,0 0 0,1 0 0,-1 0 0,0 0 0,1 0 0,-1 0 0,0 0 0,0 0 0,1 0 0,-1 0 0,0 0 0,0 0 0,0 1 0,1-1 0,-1 0 0,0 0 0,0 0 0,1 0 0,-1 0 0,0 1 0,0-1 0,0 0 0,0 0 0,1 0 0,-1 1 0,0-1 0,0 0 0,0 0 0,0 1 0,0-1 0,0 0 0,1 0 0,-1 1 0,0-1 0,0 0 0,0 0 0,0 1 0,0-1 0,0 0 0,0 1 0,10 54 0,-5 28 0,-2 0 0,-18 163 0,-55 174 0,-116 332-1154,136-594 1120,47-149 34,0 1 0,-1-1 0,0 0 0,0 0 0,-1 0 0,-12 14 0,17-22 0,-1 0 0,1-1 0,-1 1 0,0-1 0,1 1 0,-1-1 0,0 1 0,1-1 0,-1 0 0,0 1 0,0-1 0,0 0 0,1 0 0,-1 1 0,0-1 0,0 0 0,0 0 0,1 0 0,-1 0 0,0 0 0,0 0 0,-1 0 0,0-1 0,0 0 0,1 0 0,-1 0 0,1 0 0,-1 0 0,1 0 0,-1 0 0,1 0 0,0 0 0,0-1 0,-1 1 0,0-3 0,-8-12 0,1-1 0,0 0 0,-11-35 0,-157-530-711,158 512 598,-150-631 1030,164 678-844,-13-100-202,17 107 281,0-1 1,1 0-1,1 0 0,1 1 0,3-19 1,-4 32-140,0 0 0,1 0 1,-1 0-1,1 0 0,-1 0 0,1 1 1,0-1-1,0 0 0,0 1 1,1-1-1,-1 1 0,0 0 1,1 0-1,0 0 0,-1 0 0,1 0 1,0 1-1,5-3 0,-6 3-13,0 0-1,0 0 1,1 1-1,-1-1 1,0 1-1,0-1 1,0 1-1,0 0 1,1 0-1,-1 0 1,0 0-1,0 0 1,1 0-1,-1 0 1,0 1-1,0-1 1,0 1-1,0 0 0,1 0 1,-1 0-1,0 0 1,-1 0-1,1 0 1,0 0-1,0 0 1,0 1-1,-1-1 1,4 4-1,2 5 1,-1 0 0,0 0 0,-1 0 0,0 1 0,0 0 0,-1 0 0,-1 0 0,3 14 0,13 101 0,-17-105 0,23 453 0,-32 7 0,7-468 0,-1 23 0,1-35 0,0 1 0,0-1 0,0 1 0,-1-1 0,1 0 0,0 1 0,-1-1 0,1 0 0,-1 1 0,0-1 0,1 0 0,-1 1 0,0-1 0,0 0 0,0 0 0,1 0 0,-3 2 0,21-21 0,5 8 57,1 0 0,0 2 0,0 1 0,0 0 0,26-2 0,125-9-1764,-111 14-5119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0T17:25:30.09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769 1106 24575,'-13'19'0,"0"-1"0,-1 0 0,-26 25 0,32-35 0,-1-1 0,0-1 0,0 0 0,0 0 0,-1-1 0,1 0 0,-1 0 0,-1-1 0,-19 5 0,-13-1 0,-1-2 0,1-1 0,-1-2 0,1-3 0,-74-7 0,100 5 0,0 0 0,0-2 0,1 1 0,-1-2 0,1 0 0,0-1 0,-18-10 0,28 12 0,-1 0 0,1 0 0,0-1 0,1 0 0,-1 0 0,1-1 0,0 1 0,0-1 0,1 0 0,-1 0 0,2-1 0,-1 1 0,1-1 0,-1 0 0,2 0 0,-1 0 0,1 0 0,-2-13 0,1 0 0,2-1 0,0 1 0,1-1 0,0 1 0,2 0 0,1-1 0,0 1 0,2 0 0,11-34 0,1 11 0,1 1 0,2 1 0,35-52 0,-9 26 0,3 2 0,2 2 0,4 3 0,2 2 0,2 3 0,3 2 0,2 3 0,2 3 0,99-53 0,-154 93 0,1 1 0,1 1 0,-1 0 0,1 0 0,24-4 0,-34 8 0,-1 1 0,0-1 0,1 1 0,-1 0 0,1 0 0,-1 0 0,0 1 0,1-1 0,-1 1 0,0-1 0,1 1 0,-1 0 0,0-1 0,1 1 0,-1 0 0,0 1 0,0-1 0,0 0 0,0 1 0,0-1 0,-1 1 0,1-1 0,0 1 0,-1 0 0,1 0 0,-1 0 0,1 0 0,-1 0 0,0 0 0,0 0 0,0 0 0,0 0 0,0 1 0,0-1 0,-1 0 0,1 1 0,-1-1 0,0 0 0,0 4 0,1 6 0,0-1 0,-1 1 0,-1 0 0,0 0 0,0-1 0,-1 1 0,-5 14 0,-5 12 0,-17 36 0,-20 35 0,-79 125 0,-83 88 0,195-299 0,2-2 0,0 1 0,-2-2 0,-1 0 0,0-1 0,-26 22 0,23-31 0,20-10 0,-1 0 0,1 0 0,-1 1 0,1-1 0,0 0 0,-1 0 0,1 0 0,-1 0 0,1 0 0,-1 0 0,1-1 0,-1 1 0,1 0 0,0 0 0,-1 0 0,1 0 0,-1 0 0,1-1 0,0 1 0,-1 0 0,1 0 0,-1-1 0,1 1 0,-1-1 0,1 0 0,-1-1 0,1 0 0,-1 1 0,1-1 0,0 0 0,-1 0 0,1 1 0,0-1 0,0 0 0,0 0 0,1 1 0,-1-1 0,0 0 0,1 0 0,-1 1 0,1-1 0,1-2 0,4-14 57,2 1-1,0 0 0,1 0 0,1 1 1,16-19-1,65-72-1312,-80 95 809,65-69-6379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0T17:25:33.31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1548 138 24575,'6'48'0,"-4"-39"0,0 0 0,-1 0 0,1 18 0,-2-24 0,-1 0 0,1 0 0,-1 1 0,0-1 0,0 0 0,0 0 0,0 0 0,0 0 0,-1 0 0,1 0 0,-1 0 0,0 0 0,0 0 0,-4 4 0,-2 0 0,0 0 0,0 0 0,0-1 0,-1 0 0,0-1 0,-18 8 0,-64 20 0,55-22 0,-30 12 0,17-4 0,0-3 0,-93 17 0,142-33 0,-1 1 0,0-1 0,0 0 0,0 0 0,0 0 0,0 1 0,1-1 0,-1 0 0,0 0 0,0 0 0,0 0 0,0-1 0,0 1 0,1 0 0,-1 0 0,0 0 0,0-1 0,0 1 0,1 0 0,-1-1 0,0 1 0,0-1 0,1 1 0,-1-1 0,0 1 0,1-1 0,-2-1 0,2 1 0,0 0 0,0 0 0,0 0 0,0-1 0,0 1 0,1 0 0,-1 0 0,0 0 0,1 0 0,-1-1 0,1 1 0,-1 0 0,1 0 0,-1 0 0,1 0 0,0 0 0,0-1 0,42-44 0,-40 44 0,26-23 0,-21 19 0,0 0 0,0-1 0,0 0 0,-1 0 0,0-1 0,-1 0 0,0 0 0,0-1 0,9-15 0,-15 23 0,0-1 0,0 1 0,1 0 0,-1-1 0,0 1 0,0 0 0,0 0 0,0-1 0,0 1 0,-1 0 0,1-1 0,0 1 0,0 0 0,-1 0 0,1 0 0,-1-1 0,1 1 0,-1 0 0,0 0 0,1 0 0,-1 0 0,0 0 0,0 0 0,0 0 0,0 0 0,0 0 0,0 0 0,0 1 0,0-1 0,0 0 0,0 1 0,0-1 0,0 1 0,-1-1 0,0 0 0,-6-2 0,0 1 0,1 0 0,-1 0 0,-9-1 0,16 3 0,0 0 0,-13-2 0,0-1 0,0 0 0,-21-8 0,32 10 0,1 0 0,0 0 0,-1 0 0,1 0 0,0 0 0,0 0 0,-1-1 0,1 1 0,0-1 0,0 1 0,1-1 0,-1 0 0,0 0 0,0 0 0,1 0 0,-1 0 0,1 0 0,0 0 0,0-1 0,0 1 0,0 0 0,0-1 0,0 1 0,1-1 0,-1 1 0,1-1 0,-1 1 0,1-5 0,1 4 0,0-1 0,0 1 0,1 0 0,-1 1 0,1-1 0,-1 0 0,1 0 0,0 1 0,0-1 0,1 1 0,-1-1 0,0 1 0,1 0 0,-1 0 0,1 0 0,0 0 0,-1 0 0,1 1 0,0-1 0,0 1 0,5-1 0,-4 0 0,0 0 0,-1 1 0,1 0 0,0 0 0,0 0 0,0 0 0,0 1 0,0-1 0,1 1 0,-1 0 0,0 0 0,0 1 0,0-1 0,0 1 0,0 0 0,7 2 0,-10-2 0,0-1 0,0 1 0,0-1 0,0 1 0,0 0 0,0-1 0,0 1 0,0 0 0,-1 0 0,1-1 0,0 1 0,0 0 0,-1 0 0,1 0 0,0 0 0,-1 0 0,1 0 0,-1 0 0,0 0 0,1 0 0,-1 0 0,0 1 0,1-1 0,-1 0 0,0 0 0,0 0 0,0 0 0,0 0 0,0 1 0,0-1 0,-1 0 0,1 0 0,0 0 0,0 0 0,-1 0 0,1 0 0,-1 0 0,1 0 0,-1 0 0,1 0 0,-1 0 0,0 0 0,1 0 0,-1 0 0,0 0 0,0 0 0,0-1 0,-1 2 0,-3 2 0,1 0 0,-1 0 0,0-1 0,-1 1 0,1-1 0,0 0 0,-1-1 0,-9 4 0,-27 3 0,0-3 0,0-1 0,0-2 0,-80-4 0,96 0 0,-71-1 0,-1-5 0,1-4 0,-144-34 0,144 10 0,96 34 0,0 1 0,1 0 0,-1 0 0,0-1 0,0 1 0,0 0 0,0 0 0,0 0 0,0 0 0,0 0 0,1 0 0,-1 0 0,0 0 0,0 1 0,0-1 0,0 0 0,0 0 0,1 1 0,-1-1 0,0 1 0,0-1 0,0 0 0,1 1 0,-1-1 0,0 1 0,1 0 0,-1-1 0,0 1 0,1 0 0,-1-1 0,1 1 0,-1 0 0,1 0 0,-1-1 0,1 1 0,0 0 0,-1 0 0,1 0 0,0 1 0,-6 43 0,5-31 0,-3 36 0,-43 360 0,36-355 0,6-39 0,5-17 0,0 1 0,0 0 0,0 0 0,0 0 0,0 0 0,0 0 0,0 0 0,0 0 0,0 0 0,0 0 0,0 0 0,0 0 0,0 0 0,0 0 0,0 0 0,0 0 0,0 0 0,0 0 0,0 0 0,-1 0 0,1-1 0,0 1 0,0 0 0,0 0 0,0 0 0,0 0 0,0 0 0,0 0 0,0 0 0,0 0 0,0 0 0,0 0 0,0 0 0,0 0 0,0 0 0,0 0 0,0 0 0,0 0 0,-1 0 0,1 0 0,0 0 0,0 0 0,0 0 0,0 0 0,0 0 0,0 0 0,0 0 0,0 0 0,0 1 0,4-32 0,8-11 69,2 0-1,2 0 0,2 2 0,37-62 1,106-144-1776,-43 84-5119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0T17:25:35.13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1083 288 24575,'-415'0'0,"446"-1"0,1-2 0,0-1 0,-1-1 0,54-17 0,121-55 0,-51 17 0,-49 24 0,203-42 0,-276 76 0,-33 2 0,0 0 0,0 1 0,1-1 0,-1 0 0,0 0 0,0 0 0,0 0 0,0 0 0,0 0 0,0 0 0,0 1 0,0-1 0,0 0 0,0 0 0,0 0 0,0 0 0,0 0 0,0 0 0,0 1 0,0-1 0,0 0 0,0 0 0,0 0 0,0 0 0,0 0 0,0 0 0,0 1 0,0-1 0,0 0 0,0 0 0,0 0 0,0 0 0,0 0 0,0 0 0,0 0 0,-1 1 0,1-1 0,0 0 0,0 0 0,0 0 0,0 0 0,0 0 0,0 0 0,0 0 0,0 0 0,-1 0 0,1 0 0,0 0 0,0 0 0,0 0 0,0 0 0,0 1 0,0-1 0,-1 0 0,1 0 0,-21 10 0,-52 17 0,-1-3 0,-139 25 0,175-41 0,-163 29-451,-3-9-1,0-9 0,-259-9 0,269-19-5932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0T17:25:40.13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24575,'0'0'-8191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9T14:18:36.4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24575,'547'25'0,"-104"-1"0,65-23 75,-258-2-1515,-174 1-5386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9T14:18:38.2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39 1 24575,'1'2'0,"-1"0"0,0-1 0,1 1 0,-1 0 0,1 0 0,0 0 0,-1 0 0,1-1 0,0 1 0,0 0 0,0-1 0,0 1 0,0 0 0,1-1 0,-1 0 0,0 1 0,1-1 0,-1 0 0,1 0 0,3 2 0,40 20 0,-26-15 0,35 18 0,198 88 0,-244-111 0,-3-2 0,-1 0 0,0 1 0,0 0 0,1-1 0,-1 1 0,0 1 0,-1-1 0,1 0 0,0 1 0,-1 0 0,1 0 0,-1 0 0,0 0 0,4 5 0,-7-7 0,0 0 0,0-1 0,0 1 0,0 0 0,0 0 0,0-1 0,0 1 0,-1 0 0,1-1 0,0 1 0,0 0 0,0-1 0,-1 1 0,1-1 0,-1 1 0,1 0 0,0-1 0,-1 1 0,1-1 0,-1 1 0,1-1 0,-1 1 0,1-1 0,-1 0 0,1 1 0,-1-1 0,0 1 0,1-1 0,-1 0 0,0 0 0,1 1 0,-1-1 0,0 0 0,1 0 0,-2 0 0,-30 8 0,27-7 0,-230 39 0,71-14 0,135-19-1365,7 1-5461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9T14:35:40.1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24575,'0'3'0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9T14:35:42.7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24575,'0'0'-8191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9T14:35:43.9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24575,'0'0'-8191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9T14:45:22.7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1 738 24575,'224'-79'0,"-55"20"0,10-16 0,-114 46 0,7-1 0,-18 8 0,0-3 0,78-48 0,-64 35 0,-46 27 0,37-26 0,126-98 0,-44 24-1365,-121 98-5461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9T14:45:25.3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22 24575,'76'0'0,"139"-19"0,-212 18 0,-1 0 0,1 1 0,0-1 0,0 1 0,-1 0 0,1 0 0,0 0 0,0 0 0,-1 1 0,1-1 0,0 1 0,0 0 0,-1-1 0,1 1 0,-1 1 0,4 0 0,-4 0 0,-1 0 0,1 0 0,0 0 0,-1 0 0,1 0 0,-1 0 0,0 1 0,0-1 0,0 0 0,0 1 0,0-1 0,0 1 0,-1-1 0,1 1 0,-1-1 0,0 1 0,0 4 0,1 36 0,-4 44 0,0 1 0,0-47-1365,0-25-5461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9T14:45:27.0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1398 24575,'1'-3'0,"-1"1"0,1-1 0,0 1 0,0 0 0,0-1 0,0 1 0,0 0 0,0 0 0,1 0 0,-1-1 0,1 2 0,-1-1 0,1 0 0,3-2 0,3-5 0,94-106 0,-17 22 0,91-132 0,-95 91 0,111-254 0,-113 170 130,-27 66-1625,-41 124-5331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9T14:45:29.2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1 230 24575,'39'-29'0,"-2"-1"0,0-1 0,-2-3 0,32-40 0,-63 70 0,19-20 0,-22 23 0,-1 1 0,1 0 0,0-1 0,-1 1 0,1 0 0,0-1 0,-1 1 0,1 0 0,0 0 0,-1 0 0,1 0 0,0 0 0,-1 0 0,1 0 0,0 0 0,0 0 0,-1 0 0,1 0 0,0 0 0,-1 0 0,1 0 0,0 1 0,-1-1 0,1 0 0,0 0 0,-1 1 0,1-1 0,0 1 0,-1-1 0,1 0 0,-1 1 0,1-1 0,-1 1 0,1 0 0,-1-1 0,1 1 0,-1-1 0,0 1 0,1 0 0,-1 0 0,6 10 0,-1-1 0,0 1 0,-1 0 0,0 1 0,-1-1 0,3 14 0,7 76 0,-8-55 0,-2 7 69,4 20-1503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9T14:45:30.9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1974 24575,'2'-36'0,"2"0"0,2 0 0,13-49 0,-9 41 0,89-346 0,23-109 0,-101 401 0,47-265 0,-29 157 0,-11 73 0,-24 106-1365,-2 7-5461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9T14:45:32.7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1 275 24575,'85'-97'0,"-43"45"0,28-18 0,-30 32 0,-38 36 0,-1 1 0,0-1 0,1 1 0,-1-1 0,1 1 0,0 0 0,-1 0 0,1 0 0,0 0 0,0 0 0,0 0 0,-1 0 0,5 0 0,-5 1 0,0 0 0,1 1 0,-1-1 0,0 1 0,1-1 0,-1 1 0,0 0 0,1-1 0,-1 1 0,0 0 0,0 0 0,0 0 0,0 0 0,0 0 0,0 0 0,0 0 0,0 0 0,-1 1 0,1-1 0,0 0 0,-1 0 0,2 2 0,68 145 74,-36-72-1513,-13-31-5387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9T21:34:07.1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24575,'898'0'-1365,"-858"0"-5461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9T21:34:10.7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24575,'20'16'0,"1"-1"0,0-1 0,1 0 0,1-2 0,-1-1 0,41 14 0,-16-5 0,-15-7 0,-20-9 0,0 0 0,0 1 0,-1 1 0,0 0 0,0 0 0,0 1 0,18 17 0,-28-24 0,-1 1 0,1 0 0,0-1 0,-1 1 0,1 0 0,-1 0 0,1 0 0,-1 0 0,1 0 0,-1 0 0,1 0 0,-1 0 0,0-1 0,0 1 0,0 0 0,1 0 0,-1 0 0,0 0 0,0 0 0,0 0 0,0 0 0,-1 0 0,1 0 0,0 0 0,0 0 0,-1 0 0,1 0 0,0 0 0,-1 0 0,1 0 0,-1 0 0,1 0 0,-1 0 0,1-1 0,-1 1 0,0 0 0,0 0 0,1-1 0,-1 1 0,0-1 0,0 1 0,0 0 0,1-1 0,-2 1 0,-6 4 0,0-1 0,0 0 0,0-1 0,-9 3 0,8-2 0,-8 4 0,0 1 0,1 1 0,0 1 0,1 0 0,0 1 0,1 1 0,0 0 0,-22 29 0,-19 16 0,29-36-1365,0-3-5461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9T21:50:57.8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24575,'2052'0'-1365,"-2016"0"-5461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9T21:50:59.1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254 0 24575,'28'2'0,"0"0"0,-1 1 0,38 10 0,81 30 0,-84-24 0,-18-7 0,-33-11 0,0 2 0,0-1 0,0 2 0,-1-1 0,1 2 0,-1-1 0,0 1 0,0 1 0,0 0 0,10 8 0,-18-12 0,-1-1 0,0 0 0,0 0 0,0 0 0,0 1 0,-1-1 0,1 1 0,0-1 0,0 1 0,-1-1 0,1 1 0,-1-1 0,1 1 0,-1-1 0,0 1 0,0-1 0,0 1 0,0 0 0,0-1 0,0 1 0,0-1 0,0 1 0,0 0 0,-1-1 0,1 1 0,-1-1 0,1 1 0,-1-1 0,0 1 0,1-1 0,-1 1 0,0-1 0,0 0 0,0 0 0,-2 2 0,-3 4 0,0-1 0,-1 0 0,1 0 0,-16 9 0,-32 18 0,-1-2 0,-66 27 0,-125 33 0,45-33-1365,146-44-5461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9T21:55:18.8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1109 1 24575,'-1088'0'-1365,"1067"0"-5461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9T21:55:30.0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290 1 24575,'-3'1'0,"0"0"0,0 0 0,0 1 0,0-1 0,1 1 0,-1 0 0,1-1 0,-1 1 0,1 1 0,0-1 0,-1 0 0,1 0 0,0 1 0,-2 3 0,-12 12 0,-102 86 0,19-27 0,98-77 0,0 1 0,-1 0 0,1 0 0,0-1 0,0 1 0,1 0 0,-1 0 0,0 0 0,0 0 0,0 0 0,0 0 0,1 0 0,-1 0 0,1 0 0,-1 0 0,1 0 0,-1 0 0,1 1 0,-1-1 0,1 0 0,0 0 0,0 1 0,0-1 0,0 2 0,0-1 0,1 0 0,-1 0 0,1 0 0,0 0 0,0 0 0,0 0 0,0 0 0,0-1 0,1 1 0,-1 0 0,0-1 0,1 1 0,2 1 0,6 6 0,2-1 0,-1-1 0,21 11 0,-26-15 0,53 24 0,-40-19 0,0 1 0,-1 0 0,28 20 0,-34-21-11,1-1 1,0-1-1,1 0 0,-1 0 0,1-2 0,0 1 0,1-2 0,27 4 0,8 2-1256,-22-2-5559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9T22:25:38.70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100 161 24575,'0'-8'0,"0"-7"0,0-5 0,-4-2 0,-9-2 0,-7-1 0,-7 0 0,-8 4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9T22:25:45.95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200 1 24575,'3'0'0,"1"1"0,-1 0 0,0-1 0,0 1 0,0 0 0,0 1 0,0-1 0,0 0 0,-1 1 0,1 0 0,0 0 0,-1 0 0,1 0 0,-1 0 0,0 0 0,0 0 0,0 1 0,0-1 0,0 1 0,0 0 0,2 4 0,5 10 0,-1 0 0,9 27 0,-8-22 0,3 5 0,-1 1 0,-2 1 0,0-1 0,-2 1 0,-1 0 0,-1 1 0,0 41 0,-4-42 0,-2 1 0,-1-1 0,-1 0 0,-14 53 0,13-69 0,-1 0 0,0 0 0,-1 0 0,-1-1 0,0 0 0,0 0 0,-1 0 0,-1-1 0,0-1 0,0 1 0,-1-1 0,-17 13 0,16-15 0,-1 0 0,0-1 0,0-1 0,0 0 0,-1 0 0,-23 6 0,32-11 0,0 0 0,-1 0 0,1-1 0,0 0 0,0 1 0,0-1 0,-1-1 0,1 1 0,0-1 0,0 1 0,-7-3 0,9 2 0,-1-1 0,1 1 0,0 0 0,0-1 0,0 1 0,0-1 0,0 1 0,0-1 0,0 0 0,1 0 0,-1 0 0,1 0 0,-1 0 0,1 0 0,0-1 0,0 1 0,0 0 0,0-1 0,0 1 0,1-1 0,-1-2 0,-10-52 0,-5-20 0,15 76 0,1-1 0,-1 0 0,0 0 0,1 1 0,-1-1 0,1 0 0,0 0 0,0 0 0,0 0 0,0 1 0,0-1 0,0 0 0,0 0 0,0 0 0,1 0 0,-1 1 0,1-1 0,-1 0 0,1 0 0,0 1 0,-1-1 0,3-2 0,0 2 0,0 0 0,0 0 0,0 0 0,0 1 0,0-1 0,0 1 0,0 0 0,1 0 0,-1 0 0,0 1 0,1-1 0,5 0 0,75-5 0,153 6 0,-108 4 0,768-3 0,-855-5 0,-40 4 0,-1 0 0,0 0 0,1 0 0,-1 0 0,1-1 0,-1 1 0,0-1 0,1 1 0,-1-1 0,0 1 0,1-1 0,-1 0 0,0 1 0,0-1 0,0 0 0,0 0 0,0 0 0,0 0 0,0 0 0,0 0 0,0 0 0,0-1 0,0 1 0,-1 0 0,2-2 0,-2 2 0,-1 0 0,1 1 0,0-1 0,0 1 0,0-1 0,-1 0 0,1 1 0,0-1 0,-1 1 0,1-1 0,-1 1 0,1-1 0,-1 1 0,1-1 0,-1 1 0,1-1 0,-1 1 0,1-1 0,-1 1 0,1 0 0,-1-1 0,0 1 0,1 0 0,-1 0 0,-1-1 0,-21-5 0,19 4 0,-59-9 0,0 3 0,0 2 0,-97 3 0,95 3 0,-440 1 0,477-2 0,-1-2 0,1-1 0,0-2 0,-31-9 0,8 2 0,33 8 0,1-1 0,-27-13 0,43 19 0,0 0 0,1 0 0,-1-1 0,0 1 0,0 0 0,1-1 0,-1 1 0,0 0 0,1-1 0,-1 1 0,0-1 0,1 1 0,-1-1 0,1 0 0,-1 1 0,1-1 0,-1 0 0,1 1 0,-1-1 0,1 0 0,0 1 0,-1-1 0,1 0 0,0 0 0,-1 0 0,1 0 0,0 0 0,1 0 0,-1 0 0,1 0 0,-1 0 0,1 0 0,-1 0 0,1 0 0,0 1 0,-1-1 0,1 0 0,0 0 0,0 1 0,-1-1 0,1 0 0,0 1 0,0-1 0,2 0 0,6-4 0,1 1 0,0 0 0,20-5 0,25-3 0,1 3 0,66-2 0,-106 10 0,686-29-583,8 26-173,-549 5 715,1071 2 1421,-1195-1-1380,-21 2 0,-16-3 0,0-1 0,0 0 0,0 0 0,0 0 0,0 0 0,1 1 0,-1-1 0,0 0 0,0 0 0,0 0 0,0 1 0,0-1 0,0 0 0,0 0 0,0 0 0,0 1 0,0-1 0,0 0 0,0 0 0,0 0 0,0 1 0,0-1 0,0 0 0,0 0 0,0 0 0,0 1 0,0-1 0,-1 0 0,1 0 0,0 0 0,0 1 0,0-1 0,0 0 0,0 0 0,0 0 0,-1 0 0,1 1 0,0-1 0,0 0 0,0 0 0,0 0 0,-1 0 0,1 0 0,0 0 0,0 0 0,0 0 0,-1 0 0,1 0 0,0 1 0,0-1 0,0 0 0,-1 0 0,1 0 0,0 0 0,-17 7 0,-1 0 0,1 0 0,-37 7 0,26-7 0,-747 130-750,678-123 581,-874 114-428,415-56 530,501-62 67,52-7 0,13-2 0,95-3 0,493-49 13,-161 13-6,-211 20-65,615-55-802,-9-40-61,-324-1 431,-372 75 59,208-93 0,-316 119 429,44-27 1,-69 38 4,0 0 1,0-1-1,0 1 1,0-1-1,0 1 1,-1-1-1,4-4 1,-6 6 2,1 1 1,-1 0 0,0-1-1,0 1 1,1-1 0,-1 1-1,0-1 1,0 1 0,0-1-1,0 1 1,1-1-1,-1 1 1,0-1 0,0 0-1,0 1 1,0-1 0,0 1-1,0-1 1,-1 1 0,1-1-1,0 1 1,0-1 0,0 1-1,0-1 1,-1 1 0,1-1-1,0 1 1,0-1-1,-1 1 1,0-1 0,-2-1 46,-1 0 0,0 0 0,0 0 0,0 1 0,0 0 1,0 0-1,0 0 0,0 0 0,0 0 0,-1 1 0,-6 0 0,-41-1 73,1 2-1,-75 11 0,-110 30-74,-277 77 1274,35-8 221,454-106-1306,-46 3 1,64-7-234,1-1 1,-1 0 0,0 0-1,1-1 1,-1 1 0,0-1-1,1-1 1,-1 1 0,1-1-1,-1 0 1,1 0 0,0 0 0,-8-6-1,11 7-7,1 0 0,0 0 0,0 0 0,0 0 0,0 0 0,1 0 0,-1 0 0,0 0 0,0 0 0,1-1 0,-1 1 0,0 0 0,1-1 0,0 1 0,-1 0 0,1-1 0,0 1 0,-1 0 0,1-1 0,0 1 0,0-1 0,0 1 0,0 0 0,1-1 0,-1 1 0,0-1 0,0 1 0,1 0 0,-1-1 0,1 1 0,-1 0 0,1-1 0,0 1 0,0 0 0,-1 0 0,1 0 0,2-2 0,3-5 0,1 0 0,0 1 0,1 0 0,9-7 0,-11 9 0,43-31 53,94-54 0,-63 43-1524,-25 13-5355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9T22:11:12.1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24575,'16'1'0,"0"0"0,0 1 0,-1 1 0,1 0 0,-1 2 0,29 11 0,85 49 0,-80-38 0,62 37 0,124 96 0,-206-141 0,32 16 0,17 11 0,154 138 0,-206-159 0,39 46 0,0 0 0,-33-35 0,-2 1 0,-1 2 0,32 54 0,26 38 0,127 171 0,-175-237 0,-2 1 0,52 134 0,-54-110 0,19 57 0,-45-124 0,0 0 0,16 28 0,-15-31 0,0 1 0,-1 0 0,6 23 0,32 168 0,-31-128 0,30 178 0,19 458 0,-60 272 0,-8-636 0,3-97 0,-8 319 0,-1-447 0,-6-2 0,-45 184 0,-137 363 0,165-572 0,-294 766 0,252-687 0,24-73 0,-104 165 0,53-102 0,-187 289 0,114-211 119,0 0-1603,121-180-5342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9T22:11:13.6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24575,'0'444'0,"-1"-433"0,1 0 0,1-1 0,0 1 0,0-1 0,1 1 0,4 10 0,-5-18 0,1 1 0,-1-1 0,1 1 0,0-1 0,0 0 0,1 0 0,-1 0 0,1 0 0,-1 0 0,1-1 0,0 1 0,0-1 0,0 1 0,0-1 0,1 0 0,-1 0 0,1-1 0,-1 1 0,1-1 0,4 2 0,5 0 11,0 0 0,0-1 0,0 0 0,0-1 0,1 0 0,-1-1-1,1-1 1,-1 0 0,0-1 0,15-3 0,-1-2-382,-1-2-1,1-1 1,44-23 0,-29 11-6455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9T22:11:17.4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24575,'41'1'0,"0"3"0,0 1 0,0 2 0,45 13 0,154 61 0,-93-28 0,426 153 0,-538-189 0,50 31 0,-17-8 0,87 48 0,160 122 0,-243-152 0,108 112 0,-115-106 0,-31-32 0,-2 2 0,-1 1 0,43 64 0,32 54 0,-6-12 0,-83-114 0,20 34 0,3-3 0,77 89 0,-85-115 0,-2 2 0,-2 0 0,-1 2 0,-1 1 0,-2 2 0,-2 0 0,30 75 0,87 330 0,63 250 0,15-45 0,-39-133 0,-126-330 0,-8 2 0,31 306 0,-38 388 0,-38-631 0,-6 525 0,-1-625 0,-47 255 0,-83 135 0,-51-12 0,-24-10 0,147-360 0,-323 720 0,-3 7 0,362-814 0,-137 303 0,125-301 0,-94 124 0,77-117 0,-109 137 0,125-169 0,-2-2 0,-59 47 0,-395 340 0,212-180 0,213-184 61,-69 85-1,78-81-803,-81 71 0,110-115-6083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9T22:11:19.4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1 24575,'-2'121'0,"6"133"0,-4-251 0,1 1 0,-1 0 0,1-1 0,0 1 0,0 0 0,1-1 0,-1 1 0,1-1 0,0 0 0,0 1 0,0-1 0,0 0 0,0 0 0,1 0 0,-1-1 0,1 1 0,0 0 0,0-1 0,0 0 0,0 0 0,0 0 0,1 0 0,-1 0 0,0-1 0,1 1 0,0-1 0,-1 0 0,1 0 0,6 1 0,10 0 0,1 0 0,0-1 0,-1-1 0,28-3 0,-17 1 0,333-6-1365,-334 8-5461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0T09:52:23.8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4526 24575,'152'7'0,"14"3"0,90-5-546,560 1-5643,428-6 4786,-1130-2 1852,-48-2 3221,125-23 0,-1-14-3453,1764-402-776,-1371 299 510,210-56 602,-405 87-366,116-52-187,212-75 0,-374 126 0,245-94 0,-477 163 0,93-42 0,-154 60 0,-2-3 0,0-1 0,-2-3 0,48-46 0,7-5 0,-95 81 0,21-15 0,-2-2 0,0 0 0,-1-2 0,30-38 0,244-312 0,143-196 0,47-220 65,-259 406-1495,-124 212-5396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0T09:52:25.6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0 299 24575,'14'0'0,"0"0"0,-1-1 0,1-1 0,0 0 0,-1-1 0,0 0 0,0-1 0,0-1 0,0 0 0,0-1 0,-1 0 0,12-8 0,164-114 0,-67 43 0,-114 80 0,0 0 0,1 0 0,0 1 0,15-8 0,-22 12 0,0-1 0,0 1 0,-1-1 0,1 1 0,0 0 0,0 0 0,-1-1 0,1 1 0,0 0 0,0 0 0,0 0 0,-1 0 0,1 0 0,0 0 0,0 0 0,0 0 0,0 0 0,-1 1 0,1-1 0,0 0 0,0 0 0,-1 1 0,1-1 0,0 0 0,0 1 0,-1-1 0,1 1 0,0-1 0,-1 1 0,1-1 0,-1 1 0,1 0 0,-1-1 0,1 1 0,-1 0 0,1-1 0,-1 1 0,1 0 0,-1-1 0,0 1 0,0 0 0,1 0 0,-1 0 0,0-1 0,0 1 0,0 0 0,0 0 0,0 0 0,0-1 0,0 1 0,0 0 0,0 1 0,-1 14 0,0 0 0,-2-1 0,1 1 0,-2-1 0,-7 20 0,-35 80 0,25-63 0,7-17-273,2 1 0,1 1 0,2 0 0,-7 63 0,12-48-6553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0T09:26:41.6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24575,'1'2'0,"0"-1"0,0 1 0,0-1 0,1 1 0,-1-1 0,0 0 0,1 1 0,-1-1 0,1 0 0,-1 0 0,1 0 0,0 0 0,-1 0 0,1-1 0,0 1 0,0 0 0,0-1 0,-1 1 0,3-1 0,2 2 0,134 46 0,263 52 0,-258-71 0,53 10 0,280 20 0,233-46 0,-334-11 0,1073 22 0,-231-21 0,-643-5 0,-392-1 0,0-9 0,183-35 0,-299 36 0,86-18 0,-126 22 0,-1-1 0,0-1 0,38-19 0,-49 19-1365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0T09:26:44.4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125 326 24575,'-1'0'0,"-1"0"0,1-1 0,0 1 0,-1 0 0,1-1 0,0 0 0,0 1 0,-1-1 0,1 0 0,0 1 0,0-1 0,0 0 0,0 0 0,0 0 0,0 0 0,0 0 0,1 0 0,-1 0 0,-1-2 0,-15-28 0,10 16 0,2 6 0,1 0 0,0 0 0,1-1 0,0 1 0,-3-20 0,5 19 0,-1 1 0,-1 0 0,1-1 0,-2 1 0,1 1 0,-9-16 0,5 14 0,5 6 0,-1 0 0,1 1 0,-1-1 0,1 0 0,0 0 0,1 0 0,-3-7 0,4 10 0,0-1 0,0 1 0,0 0 0,0-1 0,1 1 0,-1-1 0,0 1 0,0 0 0,1-1 0,-1 1 0,1 0 0,0-1 0,-1 1 0,1 0 0,0 0 0,-1 0 0,1-1 0,0 1 0,0 0 0,0 0 0,0 0 0,0 0 0,1 1 0,-1-1 0,0 0 0,0 0 0,0 1 0,3-2 0,9-3-151,0 0-1,1 1 0,-1 0 0,1 1 1,0 1-1,0 0 0,0 0 1,19 2-1,-3-1-6674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0T09:26:47.9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24575,'554'25'0,"59"22"0,-136-6 0,-13-2 0,-365-34 0,499 39 0,-171-15 0,-196-19 0,203 2 0,-189-9 0,-59 2 0,454 7 0,-366-11 0,330-3 0,128-43 0,-422-1 0,-284 40-204,-1-1 0,0-2 1,0 0-1,-1-2 0,44-26 0,-64 35 62,19-11-6684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0T09:26:53.7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225 325 24575,'-11'-2'0,"0"0"0,0-1 0,0 0 0,1-1 0,-1 0 0,1 0 0,0-1 0,-18-12 0,-2 0 0,23 14 0,0-1 0,0 0 0,0-1 0,1 1 0,0-1 0,0-1 0,0 1 0,0-1 0,-4-7 0,8 11 0,0-1 0,1 0 0,-1 0 0,1 1 0,0-1 0,0 0 0,0 0 0,0 0 0,0 0 0,1-1 0,-1 1 0,1 0 0,0 0 0,0 0 0,0 0 0,1 0 0,-1 0 0,1 0 0,-1 0 0,1 0 0,0 0 0,0 0 0,0 0 0,1 0 0,-1 0 0,3-2 0,1-3 14,1 0-1,0 1 0,0 0 0,1 0 1,0 1-1,0 0 0,0 0 1,14-8-1,0 2-508,0 1 0,27-9 0,-9 5-6331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0T09:27:02.1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11879 696 24575,'-11'-1'0,"0"0"0,-1 0 0,1-1 0,1-1 0,-1 0 0,-16-6 0,-61-33 0,29 13 0,-46-23 0,48 23 0,-93-34 0,43 21 0,70 26 0,-72-21 0,71 27 0,-201-39 0,-41 0 0,58 8 0,-142-9 0,114 6 0,-1 1 0,-112 12 0,232 22 0,-371 2 0,328 8 0,-1185-13 0,239 6 0,-264-5 0,654 6 0,446 6 0,-9 20 0,0 24 0,130-19 0,-251 49 0,-50 7 0,214-55 0,-6 3 0,-135 24 0,319-38 0,-279 51 0,300-59 0,1 2 0,0 2 0,1 3 0,-49 21 0,0 4-1365,58-25-5461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0T09:27:05.4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190 1 24575,'-2'5'0,"0"0"0,0 0 0,0 0 0,-1 0 0,1-1 0,-1 1 0,0-1 0,-1 0 0,1 1 0,-1-2 0,0 1 0,-6 5 0,-9 11 0,8-5 0,1 1 0,0 0 0,-8 18 0,11-18 0,-1 0 0,-1-1 0,-20 26 0,24-36 0,-13 19 0,18-23 0,0 0 0,-1-1 0,1 1 0,0-1 0,0 1 0,0 0 0,0-1 0,0 1 0,0-1 0,0 1 0,0 0 0,0-1 0,0 1 0,0 0 0,0-1 0,1 1 0,-1-1 0,0 1 0,0-1 0,1 1 0,-1 0 0,0-1 0,1 1 0,-1-1 0,0 1 0,1-1 0,-1 0 0,1 1 0,-1-1 0,1 1 0,-1-1 0,1 0 0,-1 1 0,1-1 0,-1 0 0,1 0 0,-1 1 0,1-1 0,0 0 0,-1 0 0,1 0 0,-1 0 0,1 0 0,1 0 0,22 4-14,1-1 0,0-1 0,0-1 0,37-4 0,-8 0-1281,-32 3-5531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0T09:27:08.5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24575,'3'0'0,"9"0"0,12 0 0,4 0 0,1 0 0,-3 0 0,-1 0 0,-4 0 0,-1 0 0,1 0 0,0 0 0,8 0 0,13 0 0,3 0 0,-4 0 0,-8 0-8191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0T09:27:22.1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11971 75 24575,'-2628'0'0,"1912"14"0,-1201-14 0,645-53 0,439 17 0,-5 37 0,319 2 0,-158-5 0,-716 5 0,1313 0 0,0 4 0,-112 24 0,-150 61 0,3-12 0,211-47-1365,111-28-5461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0T09:27:27.9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164 0 24575,'-1'4'0,"0"1"0,0-1 0,-1 0 0,1 0 0,-1 0 0,0-1 0,-4 7 0,-4 7 0,6-7 0,-5 12 0,0 0 0,-2 0 0,-1-1 0,0 0 0,-2-1 0,-29 34 0,41-52 0,-1 0 0,1 0 0,0 0 0,0 1 0,0-1 0,0 1 0,0 0 0,1-1 0,-1 1 0,-1 5 0,3-7 0,0-1 0,0 1 0,0-1 0,0 0 0,0 1 0,0-1 0,0 1 0,0-1 0,0 1 0,1-1 0,-1 1 0,0-1 0,0 1 0,0-1 0,1 0 0,-1 1 0,0-1 0,0 0 0,1 1 0,-1-1 0,0 0 0,1 1 0,-1-1 0,1 0 0,-1 1 0,1-1 0,22 6 0,137-4 119,3-1-1603,-134 2-5342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0T08:22:13.29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11 0 24575,'0'680'0,"-1"-648"0,-8 48 0,10-70 0,6-14 0,16-24 0,-14 16 0,187-249 0,-150 175 0,-3 8 0,-32 63 0,-11 15 0,1 0 0,-1 0 0,0 0 0,0 0 0,1 0 0,-1 1 0,0-1 0,0 0 0,1 0 0,-1 0 0,0 0 0,0 0 0,1 0 0,-1 0 0,0 0 0,0 1 0,1-1 0,-1 0 0,0 0 0,0 0 0,0 1 0,1-1 0,-1 0 0,0 0 0,0 0 0,0 1 0,0-1 0,0 0 0,0 0 0,1 1 0,-1-1 0,0 0 0,0 0 0,0 1 0,5 37 0,-1 530 0,-7-328 0,2-43 0,3-189 0,2-13 0,8-27 0,-7 16 0,249-573 0,-220 523 0,-34 65 0,1-1 0,0 1 0,-1 0 0,1 0 0,0 0 0,0 0 0,0 0 0,-1 0 0,1 0 0,0 0 0,0 0 0,1 0 0,-1 0 0,0 0 0,0 1 0,0-1 0,0 1 0,1-1 0,1 0 0,-3 1 0,1 0 0,0 1 0,-1-1 0,1 0 0,-1 1 0,1-1 0,-1 0 0,1 1 0,-1-1 0,1 1 0,-1-1 0,1 1 0,-1-1 0,1 1 0,-1-1 0,0 1 0,1-1 0,-1 1 0,0 0 0,0-1 0,1 1 0,-1-1 0,0 1 0,0 0 0,0 0 0,3 21 0,-4-13 0,-12-46 0,1-1 0,-8-48 0,-9-90 0,21 126 0,-27-232 0,34 279 0,1 14 0,3 30 0,81 443 0,-80-463 0,1 0 0,0 0 0,2 0 0,1-1 0,15 31 0,-22-49 0,0 0 0,1 1 0,-1-1 0,1 0 0,0 0 0,0 0 0,0 0 0,0 0 0,0-1 0,0 1 0,0 0 0,0-1 0,1 0 0,-1 1 0,0-1 0,1 0 0,-1 0 0,1-1 0,-1 1 0,1 0 0,0-1 0,-1 0 0,1 1 0,0-1 0,-1 0 0,1 0 0,0-1 0,-1 1 0,1 0 0,0-1 0,-1 0 0,1 1 0,-1-1 0,1 0 0,-1-1 0,4 0 0,7-7 0,0 1 0,0-1 0,-1-1 0,0-1 0,11-11 0,-13 12 0,126-127 0,45-44 0,-179 179 0,0 0 0,1 0 0,-1 0 0,0 0 0,0 1 0,1-1 0,-1 1 0,1-1 0,-1 1 0,1 0 0,0 0 0,0 0 0,3 0 0,-5 1 0,0 1 0,0-1 0,0 0 0,1 1 0,-1-1 0,0 1 0,0-1 0,0 1 0,0-1 0,0 1 0,0 0 0,0 0 0,0-1 0,0 1 0,0 0 0,0 0 0,0 0 0,-1 0 0,1 0 0,0 0 0,-1 0 0,1 0 0,-1 1 0,1-1 0,-1 0 0,1 0 0,-1 0 0,1 3 0,4 20 0,-1 1 0,-1 0 0,-1 0 0,-1 0 0,-5 42 0,2-11 0,-4 525 0,45-658 0,40-68 0,6 3 0,5 4 0,7 4 0,216-230 0,-304 355 0,4-6 0,1 1 0,1 0 0,0 1 0,0 1 0,28-16 0,-42 27 0,0 0 0,0 0 0,1 0 0,-1 1 0,0-1 0,1 1 0,-1-1 0,0 1 0,1-1 0,-1 1 0,0 0 0,1-1 0,-1 1 0,1 0 0,-1 0 0,1 0 0,-1 1 0,1-1 0,-1 0 0,0 0 0,1 1 0,-1-1 0,0 1 0,1-1 0,-1 1 0,0-1 0,1 1 0,-1 0 0,0 0 0,0 0 0,0 0 0,0-1 0,0 1 0,0 1 0,0-1 0,0 0 0,0 0 0,0 0 0,-1 0 0,1 1 0,0-1 0,0 2 0,2 7 0,-1 0 0,0 0 0,0 0 0,-1-1 0,0 14 0,1 77 0,-4 0 0,-4 0 0,-5 0 0,-4-1 0,-31 106 0,-23-15 0,27-81 0,16-38 0,15-51 0,10-20 0,1 0 0,0 0 0,0 0 0,0 0 0,0 0 0,0 0 0,-1 1 0,1-1 0,0 0 0,0 0 0,0 0 0,-1 0 0,1 0 0,0 0 0,0 0 0,0 0 0,0 0 0,-1 0 0,1 0 0,0 0 0,0 0 0,0 0 0,-1 0 0,1 0 0,0 0 0,0 0 0,0 0 0,-1 0 0,1 0 0,0 0 0,0 0 0,0 0 0,0-1 0,-1 1 0,1 0 0,0 0 0,0 0 0,0 0 0,0 0 0,-1 0 0,1-1 0,0 1 0,0 0 0,0 0 0,0 0 0,-2-5 0,1 1 0,-1-1 0,1 1 0,0-1 0,1 1 0,-1-7 0,-5-448 0,10 306 0,-2 78 0,-1-81 0,-1 153 0,0-1 0,0 1 0,-1 0 0,1 0 0,0 1 0,-1-1 0,0 0 0,0 0 0,0 0 0,0 0 0,0 0 0,-1 1 0,1-1 0,-1 1 0,1-1 0,-1 1 0,0-1 0,-4-2 0,4 4 0,0 0 0,0 0 0,0 0 0,0 1 0,0-1 0,0 1 0,0-1 0,-1 1 0,1 0 0,0 0 0,0 0 0,-1 0 0,1 0 0,0 1 0,0-1 0,0 0 0,0 1 0,0 0 0,-1 0 0,1-1 0,0 1 0,1 0 0,-1 1 0,0-1 0,-2 2 0,-43 30 0,28-18 0,-41 23 0,55-35 0,-1-1 0,1 1 0,0-1 0,0 0 0,-1-1 0,1 1 0,-1-1 0,0 0 0,1-1 0,-1 1 0,0-1 0,0 0 0,-8-2 0,12 2 0,-1-1 0,1 0 0,0 0 0,-1 0 0,1 0 0,0 0 0,-1-1 0,1 1 0,0-1 0,0 1 0,0-1 0,0 0 0,0 0 0,1 0 0,-1 0 0,1 0 0,-1 0 0,0-3 0,-3-4 0,1-1 0,0 0 0,-3-12 0,-4-9 0,-34-70 0,45 100 0,-1 0 0,1 0 0,0 0 0,0 0 0,-1 0 0,1 0 0,0 1 0,-1-1 0,1 0 0,-1 0 0,1 0 0,-1 1 0,1-1 0,-1 0 0,0 1 0,1-1 0,-1 0 0,0 1 0,0-1 0,1 1 0,-1-1 0,-1 0 0,2 2 0,-1 0 0,1 1 0,0-1 0,0 0 0,0 0 0,1 0 0,-1 0 0,0 0 0,0 0 0,0 0 0,1 0 0,-1 0 0,1 0 0,-1 0 0,1 0 0,-1 0 0,1-1 0,-1 1 0,1 0 0,1 1 0,5 7 0,0 0 0,1-1 0,0 0 0,0 0 0,1-1 0,0 0 0,0 0 0,1-1 0,-1-1 0,2 1 0,-1-2 0,0 1 0,13 2 0,9 3 0,0-1 0,0-2 0,44 4 0,-64-10 0,-1-1 0,1 0 0,0-1 0,-1 0 0,1-1 0,0 0 0,-1 0 0,0-2 0,0 1 0,21-11 0,-3-2 0,0-1 0,36-30 0,-34 24 0,41-23 0,-66 42 0,1 1 0,-1 0 0,1 0 0,0 0 0,0 1 0,8-2 0,-13 4 0,0 0 0,-1 0 0,1 0 0,0 0 0,-1 0 0,1 0 0,-1 0 0,1 0 0,0 1 0,-1-1 0,1 1 0,-1-1 0,1 1 0,-1 0 0,1-1 0,-1 1 0,0 0 0,1 0 0,-1 0 0,0 0 0,1 0 0,-1 0 0,0 1 0,0-1 0,0 0 0,0 0 0,0 1 0,-1-1 0,1 1 0,0-1 0,-1 1 0,2 2 0,2 15 0,0-1 0,-1 1 0,-1 0 0,-1 1 0,0-1 0,-4 29 0,1-9 0,1 25 0,-4-1 0,-2 0 0,-3 0 0,-3 0 0,-33 96 0,35-133 0,2 0 0,1 0 0,2 1 0,0-1 0,-2 29 0,9-69 0,0 0 0,1 1 0,1-1 0,8-25 0,25-58 0,-30 83 0,48-105-455,5 3 0,80-116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0T08:22:24.1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24575,'1'1'0,"1"0"0,-1 0 0,1 0 0,-1 0 0,1 0 0,-1 0 0,1 0 0,-1 0 0,0 1 0,0-1 0,1 0 0,-1 1 0,0-1 0,0 1 0,-1 0 0,1-1 0,1 4 0,7 10 0,47 51 0,123 111 0,171 77 0,19-24 0,-52-35 0,-134-85-455,4-8 0,250 98 0,-363-171-6371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0T08:22:28.2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165 625 24575,'0'-35'0,"1"13"0,-1-1 0,-1 1 0,0 0 0,-2 0 0,-1 0 0,-10-37 0,-12-23 0,19 56 0,-1 1 0,-21-47 0,3 29 0,19 33 0,1 0 0,0 0 0,0-1 0,1 1 0,0-1 0,1 0 0,-3-13 0,7 23 0,-1 0 0,1 0 0,0 0 0,0-1 0,0 1 0,0 0 0,1 0 0,-1 0 0,0-1 0,0 1 0,1 0 0,-1 0 0,1 0 0,-1 0 0,1 0 0,-1 0 0,1 0 0,0 0 0,0 0 0,-1 0 0,1 0 0,1 0 0,1-1 0,-1 0 0,1 0 0,0 0 0,0 1 0,0-1 0,0 1 0,0 0 0,4-1 0,8-1 0,1 0 0,26-1 0,-32 3 0,313-1 53,-173 5-1471,-112-3-5408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9T22:28:01.0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3813 24575,'30'1'0,"46"9"0,-25-2 0,97 14 0,-70-9 0,112 5 0,-49-7 0,12 0 0,-122-11 0,309 15 0,222 67 0,-435-62 0,-18-3 0,160 29 0,23 13 0,-81-18 0,29 5 0,155 36 0,-47-7 0,113 30 0,-266-51 0,211 66 0,181 45 0,-203-64 0,985 341 0,64 22 0,763 61 0,-860-321 0,9-71 0,-1124-113 0,914 36 0,4-55 0,-671-3 0,3432 0 0,-2862-24 0,-32-95 0,-636 53 0,-276 47 0,123-43 0,46-13 0,-65 38 0,-82 18 0,-2-5 0,135-48 0,-26-17 0,107-40 0,746-279 0,-305 111 0,-724 283 0,4 0 0,0-2 0,94-49 0,331-256 0,-389 260 0,280-229 0,-285 217 0,-5-3 0,85-109 0,-112 115 0,-4-1 0,51-113 0,-77 146 0,15-36 0,-4-1 0,-2-1 0,-5-2 0,20-109 0,24-335 0,-40 264 0,16-184 0,-29-11 0,-16 392 0,-6-110 0,4 151 0,-1 0 0,-1 0 0,-1 1 0,0-1 0,-18-37 0,-8 2 0,-40-55 0,9 16 0,31 45 0,-2 1 0,-51-55 0,42 63 0,-2 1 0,-96-64 0,84 65 0,-282-185 0,110 96 0,194 110 0,0 3 0,-67-21 0,-3-2 0,51 14-1365,6-1-5461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9T22:28:17.4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178 826 24575,'-2'-33'0,"-2"0"0,-2 1 0,-1-1 0,-1 2 0,-2-1 0,-15-34 0,7 19 0,-17-73 0,27 89 0,-14-36 0,11 38 0,-8-40 0,18 65 0,1 0 0,-1 0 0,1-1 0,0 1 0,0 0 0,0 0 0,0 0 0,1-1 0,0 1 0,0 0 0,0 0 0,0 0 0,1 0 0,0 0 0,-1 1 0,6-8 0,-3 5 0,1 0 0,1 0 0,-1 1 0,1 0 0,-1 0 0,2 0 0,-1 1 0,12-6 0,7-2 0,1 1 0,0 2 0,0 1 0,31-6 0,2 5-341,1 2 0,0 3-1,79 4 1,-109 1-6485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9T22:28:59.33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61 529 24575,'65'-49'0,"-30"16"0,-2-2 0,-1-2 0,-2 0 0,-2-2 0,-1-2 0,-2 0 0,29-66 0,-53 105 0,2-4 0,-1-1 0,1 1 0,-1-1 0,2-13 0,-4 18 0,0 1 0,0-1 0,0 0 0,0 1 0,0-1 0,0 0 0,-1 1 0,1-1 0,0 0 0,-1 1 0,0-1 0,1 1 0,-1-1 0,0 1 0,0-1 0,0 1 0,1-1 0,-2 1 0,1 0 0,0-1 0,0 1 0,0 0 0,0 0 0,-1 0 0,1 0 0,-2-1 0,-5-1 0,0-1 0,-1 1 0,1 0 0,0 1 0,-1 0 0,0 0 0,1 1 0,-11 0 0,-79 2 0,56 0 0,-101 7 0,127-3 0,28 1 0,28 0 0,370 2 0,-278-9 0,-127 0 0,1 1 0,-1 0 0,1 1 0,0 0 0,-1-1 0,0 2 0,1-1 0,8 4 0,-12-4 0,0 0 0,0 1 0,0-1 0,0 1 0,0 0 0,0 0 0,-1-1 0,1 1 0,-1 0 0,1 0 0,-1 1 0,0-1 0,0 0 0,0 0 0,0 1 0,0-1 0,0 0 0,0 1 0,-1-1 0,1 5 0,1 22 0,-1 1 0,-1-1 0,-6 50 0,4-67 0,1-2 0,-1-1 0,-1 0 0,0 0 0,0 0 0,0 0 0,-1 0 0,-1-1 0,1 1 0,-1-1 0,-1 0 0,0-1 0,0 1 0,0-1 0,-1-1 0,0 1 0,0-1 0,-1 0 0,1-1 0,-14 8 0,-14 6 0,-1-1 0,-1-3 0,-48 16 0,70-27 0,-4 5 0,19-9 0,0 0 0,0 0 0,0 0 0,0 0 0,0 0 0,0 0 0,0 0 0,0 0 0,0 0 0,0 0 0,0 0 0,0 0 0,0 0 0,1 0 0,-1 0 0,0 1 0,0-1 0,0 0 0,0 0 0,0 0 0,0 0 0,0 0 0,0 0 0,0 0 0,0 0 0,0 0 0,0 0 0,0 0 0,0 0 0,0 1 0,0-1 0,0 0 0,0 0 0,0 0 0,0 0 0,0 0 0,0 0 0,0 0 0,0 0 0,0 0 0,0 0 0,0 0 0,0 0 0,0 1 0,0-1 0,0 0 0,0 0 0,0 0 0,0 0 0,-1 0 0,1 0 0,0 0 0,0 0 0,0 0 0,0 0 0,0 0 0,0 0 0,0 0 0,3 0 0,1 0 0,-1-1 0,1 0 0,-1 1 0,1-2 0,-1 1 0,6-3 0,4-2 0,-1-1 0,0 0 0,0-2 0,-1 1 0,0-1 0,0-1 0,-1 0 0,13-15 0,-9 6 0,-1 0 0,-1 0 0,-1-1 0,13-33 0,-5 10 0,1 1 0,2 0 0,50-69 0,-68 106 0,0 1 0,0-1 0,0 1 0,1 0 0,-1 0 0,1 0 0,0 1 0,8-5 0,-12 8 0,0-1 0,1 0 0,-1 1 0,0-1 0,1 1 0,-1 0 0,1-1 0,-1 1 0,1 0 0,-1 0 0,1 0 0,-1 0 0,1 0 0,-1 0 0,1 1 0,-1-1 0,1 0 0,-1 1 0,1-1 0,-1 1 0,0-1 0,1 1 0,-1 0 0,0-1 0,1 1 0,-1 0 0,0 0 0,0 0 0,0 0 0,0 0 0,0 0 0,0 1 0,0-1 0,0 0 0,0 0 0,0 3 0,3 1 0,0 0 0,-1 0 0,1 0 0,1 0 0,-1-1 0,8 6 0,-9-8 0,0 0 0,-1-1 0,1 2 0,-1-1 0,1 0 0,-1 0 0,0 1 0,0-1 0,0 1 0,0 0 0,-1 0 0,1 0 0,-1-1 0,1 1 0,-1 1 0,0-1 0,0 0 0,0 0 0,-1 0 0,1 0 0,-1 1 0,0-1 0,0 0 0,0 7 0,-4 5-31,-1 0 0,0-1 0,-1 1 0,-1-1 0,0 0 0,-1-1 0,0 1 0,-11 11 0,1 1-1055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9T22:29:03.24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472 0 24575,'0'1'0,"0"-1"0,0 0 0,0 1 0,0-1 0,-1 1 0,1-1 0,0 1 0,0-1 0,0 0 0,-1 1 0,1-1 0,0 0 0,-1 1 0,1-1 0,0 0 0,-1 1 0,1-1 0,0 0 0,-1 0 0,1 0 0,-1 1 0,1-1 0,0 0 0,-1 0 0,1 0 0,-1 1 0,-6 2 0,-93 54 0,41-24 0,1 2 0,1 2 0,-63 55 0,114-87 0,0 1 0,1 0 0,-1 0 0,1 0 0,0 1 0,0 0 0,1 0 0,0 0 0,0 0 0,1 1 0,-5 15 0,7-18 0,1-1 0,-1 1 0,1 0 0,0 0 0,1 0 0,-1 0 0,1 0 0,0 0 0,0-1 0,0 1 0,1 0 0,-1-1 0,1 1 0,0-1 0,1 0 0,-1 1 0,1-1 0,0 0 0,0 0 0,6 6 0,-2-3 0,1 0 0,0 0 0,0-1 0,0 1 0,1-2 0,0 1 0,0-1 0,1-1 0,-1 0 0,1 0 0,16 3 0,5 0 0,0-3 0,46 2 0,-10-1 0,-1 1 0,91-3 0,-127-5 0,-1-1 0,1-1 0,-1-2 0,0-1 0,43-15 0,-5-8 0,91-56 0,-18 8 0,-44 41 0,-97 37 0,1 0 0,0 0 0,0 0 0,0 0 0,0-1 0,-1 1 0,1 0 0,0 0 0,0 0 0,0 0 0,0 0 0,-1-1 0,1 1 0,0 0 0,0 0 0,0 0 0,0-1 0,0 1 0,0 0 0,0 0 0,0 0 0,0-1 0,0 1 0,0 0 0,0 0 0,0 0 0,0-1 0,0 1 0,0 0 0,0 0 0,0-1 0,0 1 0,0 0 0,0 0 0,0 0 0,0-1 0,0 1 0,0 0 0,0 0 0,0 0 0,0 0 0,1-1 0,-1 1 0,0 0 0,0 0 0,0 0 0,0 0 0,1-1 0,-1 1 0,0 0 0,-27-3 0,-364 5 0,97 3 0,343-7 0,53-9 0,-29 2 0,171-24 0,129-8 0,-85 43 0,-283-2 0,0 0 0,0 1 0,0 0 0,0 0 0,0 0 0,0 1 0,0 0 0,-1-1 0,1 2 0,-1-1 0,1 0 0,-1 1 0,0 0 0,0 0 0,6 6 0,-1 1 0,-1 1 0,-1 0 0,0 0 0,9 18 0,-2-3 0,-13-24-50,0 0-1,1 1 1,0-1-1,-1 0 0,1 0 1,0 0-1,0 0 1,0 0-1,1-1 1,-1 1-1,0 0 0,1-1 1,-1 0-1,1 1 1,-1-1-1,1 0 1,-1-1-1,1 1 0,0 0 1,-1-1-1,1 1 1,0-1-1,0 0 1,0 0-1,-1 0 1,6-1-1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9T22:29:05.02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24575,'0'0'-8191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9T22:29:06.66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24575,'0'0'-8191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9T22:29:46.4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15 24575,'3'39'0,"1"0"0,1 0 0,2-1 0,24 73 0,-25-93 0,-1 1 0,2-1 0,1 0 0,14 25 0,-19-38 0,0-1 0,0 1 0,0-1 0,1 0 0,-1-1 0,1 1 0,0-1 0,0 1 0,0-1 0,1 0 0,-1-1 0,1 1 0,-1-1 0,1 0 0,0 0 0,0 0 0,0-1 0,0 1 0,0-1 0,0-1 0,0 1 0,6-1 0,29 1 0,-18 0 0,0-1 0,0 0 0,0-2 0,39-8 0,-56 8 0,0 0 0,0 0 0,0-1 0,0 0 0,-1 0 0,1 0 0,-1 0 0,0-1 0,0 0 0,0 0 0,0 0 0,-1 0 0,0-1 0,0 1 0,0-1 0,0 0 0,-1 1 0,1-1 0,-1-1 0,0 1 0,-1 0 0,0 0 0,2-8 0,1-14 0,-1 1 0,-1-1 0,-3-40 0,1 44 0,-2-151 0,2 950 0,1-770 0,-1 0 0,0 0 0,-1 0 0,0 0 0,0 0 0,0 0 0,-1 0 0,1 0 0,-1-1 0,-3 6 0,3-8 0,0-1 0,0 1 0,0-1 0,-1 1 0,1-1 0,0 0 0,-1 0 0,0 0 0,1 0 0,-1-1 0,0 1 0,0-1 0,0 1 0,0-1 0,0 0 0,0 0 0,-1-1 0,1 1 0,-6 0 0,-5 0 0,0 0 0,0 0 0,0-2 0,-17-2 0,27 3 0,-1-1 0,1 1 0,0-1 0,0 0 0,0-1 0,0 1 0,0-1 0,0 1 0,0-1 0,0-1 0,0 1 0,1 0 0,0-1 0,-1 0 0,1 0 0,0 0 0,-5-6 0,5 2 0,1 0 0,0 0 0,1 0 0,0 0 0,0 0 0,0-1 0,1 1 0,0 0 0,0 0 0,1-1 0,0 1 0,0 0 0,1 0 0,-1 0 0,2 0 0,-1 0 0,1 0 0,4-7 0,3 2 9,0-1 0,1 2 0,1 0 0,0 0 0,0 1-1,1 0 1,0 1 0,1 1 0,19-10 0,18-5-382,69-21 1,-83 32-337,-1-1-6117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0T08:43:39.3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0 161 24575,'676'-31'0,"-473"17"0,39-4 0,222-72-1283,-459 89 1201,26-6-6744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0T08:43:41.7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24575,'403'0'0,"-400"-1"0,0 1 0,1 0 0,-1 0 0,0 1 0,0-1 0,1 1 0,-1-1 0,0 1 0,0 0 0,0 0 0,5 3 0,-7-3 0,-1-1 0,1 0 0,-1 1 0,1-1 0,-1 1 0,0-1 0,1 1 0,-1-1 0,0 1 0,0-1 0,1 1 0,-1 0 0,0-1 0,0 1 0,0-1 0,0 1 0,0 0 0,0-1 0,1 1 0,-2-1 0,1 1 0,0-1 0,0 1 0,0 0 0,-13 23 0,-36 26 0,38-40 0,0 0 0,1 0 0,1 1 0,-1 1 0,-14 24 0,-24 56-1365,36-70-5461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0T08:43:50.2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1 528 24575,'93'0'0,"657"-27"0,497-157 0,-1106 160 0,225-44 0,54-9 0,6 33 0,211 7 0,-531 26-682,125-27-1,-158 21-6143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0T08:43:52.0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24575,'70'4'0,"-1"3"0,135 31 0,-141-24 0,-42-11 0,-16-3 0,1 0 0,-1 1 0,0 0 0,1 0 0,-1 1 0,6 2 0,-10-4 0,0 1 0,-1-1 0,1 1 0,0-1 0,0 1 0,0 0 0,-1 0 0,1-1 0,0 1 0,-1 0 0,1 0 0,0 0 0,-1 0 0,0 0 0,1 0 0,-1-1 0,1 1 0,-1 0 0,0 0 0,0 1 0,1-1 0,-1 0 0,0 0 0,0 0 0,0 0 0,0 0 0,0 0 0,0 0 0,-1 0 0,1 0 0,0 0 0,-1 0 0,1 0 0,0 0 0,-1 0 0,0 1 0,-2 5 0,-1-1 0,0 1 0,0-1 0,0 0 0,0-1 0,-1 1 0,0-1 0,-8 7 0,-52 36 0,38-29 0,-151 90-333,141-89-699,9-4-5794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0T08:44:27.7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0 448 24575,'99'-5'0,"166"-29"0,-76 6 0,192-1 0,280-38 0,-547 42 0,-16 2 0,95-8 0,1 9 0,278 3 0,506-21 0,-93-17 0,-670 59 0,156-1 0,-303-6 0,101-21 0,-35 4 0,25 10-634,164 7 1,-318 5 535,29 0-6728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0T08:44:39.0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24575,'37'-1'0,"0"3"0,0 1 0,-1 2 0,1 1 0,-1 2 0,0 1 0,51 21 0,-48-16 0,47 11 0,-19-6 0,-63-18 0,41 15 0,-43-16 0,1 1 0,-1 0 0,-1 0 0,1 0 0,0 0 0,0 0 0,0 0 0,0 1 0,-1-1 0,1 0 0,-1 1 0,1-1 0,-1 1 0,1 0 0,-1-1 0,0 1 0,1 2 0,-2-3 0,0 0 0,0 0 0,0 0 0,-1 0 0,1-1 0,0 1 0,0 0 0,-1 0 0,1-1 0,-1 1 0,1 0 0,-1 0 0,1-1 0,-1 1 0,1 0 0,-1-1 0,0 1 0,1-1 0,-1 1 0,0-1 0,1 1 0,-2 0 0,-23 13 0,12-7 0,-253 181 0,222-154-1365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9T13:36:38.3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2789 24575,'15'0'0,"0"-2"0,-1 0 0,1-1 0,-1 0 0,25-10 0,-22 8 0,649-214-106,218-69-1844,-713 234 1790,1217-392 25,-443 148 162,5 26-128,-271 79-1602,263-90 1336,-13-38-695,-798 271 1637,-2-6-1,127-76 1,-238 122-342,-1-1 0,-1 0 1,1-1-1,-2-1 1,0-1-1,0 0 1,21-29-1,-23 22-6458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9T13:36:39.8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0 127 24575,'48'0'0,"301"-4"0,-2-31 0,-77-23 0,-186 39 0,-36 10 0,-48 9 0,0-1 0,1 1 0,-1 0 0,0 0 0,1 0 0,-1 0 0,0 0 0,1 0 0,-1 0 0,0 0 0,1 0 0,-1 0 0,0 0 0,1 0 0,-1 0 0,0 0 0,1 0 0,-1 0 0,0 0 0,0 0 0,1 0 0,-1 0 0,0 1 0,1-1 0,-1 0 0,0 0 0,0 0 0,1 1 0,-1-1 0,0 0 0,0 0 0,1 1 0,-1-1 0,0 0 0,0 0 0,0 1 0,0-1 0,1 0 0,-1 0 0,0 1 0,0-1 0,0 0 0,0 1 0,0-1 0,0 0 0,0 1 0,0-1 0,0 0 0,0 1 0,0-1 0,0 0 0,0 1 0,0-1 0,0 0 0,0 1 0,0-1 0,-1 1 0,-5 10 0,0-1 0,-1 0 0,0 0 0,-1 0 0,0-1 0,-12 11 0,9-8 0,-166 163 0,90-91 0,-8 0-1365,62-61-5461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8T16:03:20.4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1724 24575,'14'-1'0,"0"0"0,-1-1 0,1-1 0,13-4 0,26-4 0,380-21 0,-228 22 0,-13 1 0,183-16 0,-286 14 0,0-4 0,104-31 0,-165 38 0,481-123 0,50 55 0,-235 36 0,729-111-1180,-128 18 209,157-24 971,604-79 0,382-40-388,-1791 237 367,237-37 152,-485 71-83,756-116 2333,-734 115-2381,92-24 0,77-18-136,-155 36-1093,-37 6-5597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8T16:03:22.2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24575,'717'0'0,"-713"0"0,1 0 0,-1 0 0,1 0 0,-1 1 0,1-1 0,-1 1 0,1 1 0,-1-1 0,7 3 0,-9-3 0,0 1 0,-1-1 0,1 1 0,0-1 0,-1 1 0,1 0 0,-1 0 0,1-1 0,-1 1 0,0 0 0,0 0 0,0 0 0,0 1 0,0-1 0,0 0 0,0 0 0,-1 0 0,1 1 0,-1-1 0,1 4 0,0 8 7,-1 0-1,0 1 0,-1-1 1,-1 0-1,0 0 0,-1 0 1,0 0-1,-1 0 0,-1-1 1,0 1-1,-9 14 1,-10 17-291,-55 74 1,46-72-592,19-25-5951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8T16:03:28.6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3489 24575,'7'-5'0,"0"1"0,0 0 0,0 0 0,0 0 0,1 1 0,0 0 0,-1 1 0,1 0 0,0 0 0,0 1 0,9-1 0,-9 1 0,76-9 0,0 4 0,108 6 0,-85 2 0,2352 0 0,-1815-41 0,-10 0 0,-552 38 0,0-5 0,0-3 0,-1-3 0,0-4 0,-1-4 0,153-59 0,195-65 0,-420 141 0,170-45 0,102-35 0,-250 72 0,1 1 0,0 1 0,0 2 0,34-4 0,-23 3 0,0-1 0,-1-3 0,-1-1 0,57-27 0,-11 6 0,515-230 0,-189 77 0,157-108 0,-47 43 0,-222 116 0,118-54 0,-173 80 0,109-61 0,-18-32 0,-180 104 0,-22 14 0,43-28 0,89-63 0,-40 16 0,-81 60 0,-74 52 0,-38 28 0,57-48 0,13-19-1365,-86 75-5461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8T16:03:31.2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0 151 24575,'42'0'0,"0"-1"0,0-2 0,0-2 0,50-12 0,-48 6 0,282-81 0,-322 91 0,61-16 0,-60 15 0,1 2 0,-1-1 0,0 1 0,1-1 0,-1 1 0,1 1 0,-1-1 0,0 1 0,11 2 0,-14-1 0,0-1 0,0 0 0,0 1 0,0-1 0,0 1 0,0 0 0,0 0 0,0 0 0,-1 0 0,1 0 0,-1 0 0,0 0 0,1 0 0,-1 0 0,0 1 0,0-1 0,-1 0 0,1 1 0,0-1 0,-1 1 0,1-1 0,-1 5 0,1 9 0,0 0 0,-3 24 0,1-19 0,1 85 0,0-36 0,-9 80 0,6-129-455,-2-1 0,-11 33 0,8-29-6371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8T16:11:34.6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24575,'756'0'0,"-717"2"0,52 9 0,-52-5 0,50 1 0,181-8-1365,-249 1-5461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8T16:11:36.9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24575,'17'1'0,"0"1"0,0 0 0,0 1 0,0 1 0,28 11 0,77 37 0,-121-51 0,172 72 0,-156-66 0,-14-6 0,-1 0 0,1 0 0,0 0 0,0 1 0,-1-1 0,1 1 0,-1 0 0,1-1 0,-1 1 0,0 0 0,0 1 0,0-1 0,4 5 0,-6-5 0,1-1 0,-1 1 0,0-1 0,1 1 0,-1 0 0,0-1 0,0 1 0,0 0 0,0-1 0,0 1 0,0-1 0,-1 1 0,1 0 0,0-1 0,-1 1 0,0-1 0,1 1 0,-1-1 0,0 1 0,1-1 0,-1 1 0,0-1 0,0 0 0,0 1 0,0-1 0,-3 2 0,-9 9 0,-1 0 0,0-1 0,-1 0 0,0-1 0,-26 12 0,16-8 0,9-6 0,0 0 0,-1-2 0,-18 5 0,22-7 0,-1 0 0,1 1 0,-1 1 0,1 0 0,-21 14 0,10-1-1365,3-1-5461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8T16:11:46.4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7112 27 24575,'-1'-1'0,"1"0"0,0 0 0,-1 0 0,1 0 0,-1-1 0,0 2 0,1-1 0,-1 0 0,0 0 0,0 0 0,1 0 0,-1 0 0,0 1 0,0-1 0,0 0 0,0 1 0,0-1 0,0 0 0,0 1 0,0-1 0,0 1 0,0 0 0,-1-1 0,1 1 0,0 0 0,0 0 0,-2 0 0,-37-5 0,35 5 0,-363-3 0,188 5 0,-1863-2 0,1986 3 0,0 2 0,0 3 0,0 1 0,1 4 0,-103 37 0,43 3 0,20-8 0,24-16 0,1 4 0,1 3 0,2 3 0,-116 87 0,-25 23 0,44-33 0,-148 108 0,-6 6 0,15 22 0,-233 298 0,461-461 0,-106 137 0,60-43 0,-100 203 0,180-296 0,23-44 0,-41 65 0,4-14 0,5 2 0,-39 107 0,48-109 0,4-13 0,-41 107 0,27-42 0,23-73 0,-34 147 0,43-139 0,-4-1 0,-54 124 0,30-82 0,35-84 58,-13 70-1,18-70-797,-25 76 0,24-95-6086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8T16:11:48.3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1 24575,'0'29'0,"-2"1"0,2-1 0,2 1 0,0-1 0,2 1 0,1-1 0,12 39 0,-9-44 0,7 43 0,-11-45 0,0 1 0,14 34 0,-14-45 0,0 0 0,-1 0 0,2 24 0,3 7 0,-5-41 0,2-8 0,4-14 0,-7 17 0,10-22 0,2 1 0,1 0 0,0 1 0,2 1 0,1 1 0,0 0 0,29-24 0,-14 15 0,53-44 0,-30 27 0,-39 31 0,0 1 0,1 2 0,22-14 0,36-7 115,-54 26-855,33-19 0,-35 15-6086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8T16:15:52.2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1 100 24575,'0'-2'0,"0"0"0,0-1 0,0 1 0,1-1 0,-1 1 0,1 0 0,0 0 0,0-1 0,-1 1 0,1 0 0,1 0 0,-1 0 0,0 0 0,0 0 0,1 0 0,-1 0 0,1 1 0,2-3 0,0 1 0,0 0 0,1 0 0,-1 0 0,1 1 0,0 0 0,-1 0 0,1 0 0,5-1 0,9-1 0,-1 1 0,0 0 0,30 1 0,369 3 0,-159 1 0,-3-15 0,16 1 0,3486 14 0,-1937-4 0,-323 2 0,-1337 5 0,165 26 0,158 48 0,-107-15 0,394 46 0,235 37 0,-468-73 0,-283-37 0,239 42 0,30 38 0,-19 20 0,-73-16 0,-47-21 0,-132-33 0,-158-44 0,-30-9 0,0 4 0,90 36 0,-129-44 0,1-2 0,1 0 0,32 5 0,36 9 0,38 22 0,102 29 0,56 5 0,-183-46 0,-69-20 0,0-1 0,44 6 0,-65-13 0,1 0 0,-1 1 0,0 1 0,0 1 0,18 9 0,82 49 0,-117-64 0,35 18 0,63 24 0,-66-30 0,-1 1 0,59 35 0,-46-22 0,1-2 0,59 22 0,-33-15 0,43 16 0,30 16 0,89 52 0,-184-86 0,-1 2 0,-2 2 0,52 49 0,0-1 0,480 422 0,-331-249 0,-229-233 0,-1 0 0,-1 2 0,27 50 0,28 83 0,-29-58 0,-6-5 0,-4 0 0,36 170 0,-8-24 0,-45-173 0,-3 0 0,-3 1 0,-2 0 0,-4 0 0,-5 76 0,1-86 0,0-8 0,-8 68 0,6-103 0,-1 0 0,0 0 0,-1 0 0,-1 0 0,0-1 0,-1 1 0,-1-1 0,-15 23 0,-9 4 0,-3-1 0,0-1 0,-3-2 0,-1-2 0,-1-2 0,-2-1 0,-2-2 0,0-2 0,-59 28 0,29-17 0,-2-3 0,-2-4 0,-102 30 0,-171 14 0,74-32 0,-362 46 0,-85-77 0,441-16 0,-1063 3 0,1172 8 0,-275 49 0,-6 2 0,376-53 0,0 3 0,-116 29 0,63-1 0,-343 89 0,19-57 0,174-33 0,171-22 0,-113-1 0,-113-14 0,118-2 0,-2973 4 0,3094 4 0,1 5 0,-143 33 0,129-21 0,-42 4 0,40-8 0,0 5 0,-136 47 0,211-59 0,-63 12 0,-16 4 0,-144 57 0,83-17 0,110-42 0,-22 6 0,-34-6 0,37-9 0,-51 7 0,-25 5 0,140-23-455,0-1 0,-31 2 0,32-5-6371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8T16:15:54.0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324 1 24575,'-2'3'0,"-1"1"0,1 0 0,-1 0 0,0-1 0,-1 0 0,-5 5 0,-267 288 0,273-294 0,1 0 0,0 1 0,1-1 0,-1 1 0,0 0 0,1-1 0,-1 1 0,1 0 0,0 0 0,0 0 0,0 0 0,1 0 0,-1 0 0,0 0 0,1 0 0,0 0 0,0 0 0,0 4 0,1-5 0,0 1 0,0-1 0,0 1 0,0-1 0,1 1 0,-1-1 0,1 0 0,-1 0 0,1 0 0,0 0 0,0 0 0,0 0 0,0 0 0,0 0 0,0-1 0,1 1 0,-1-1 0,0 0 0,1 0 0,-1 1 0,4 0 0,38 12 0,-1-2 0,2-1 0,73 7 0,18 5 0,-85-15-100,1-3 0,0-2 0,59-3-1,-62-1-863,-28 1-5862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8T16:28:50.9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1 421 24575,'0'-2'0,"0"0"0,1 0 0,-1 0 0,1 1 0,-1-1 0,1 0 0,0 0 0,-1 0 0,1 1 0,0-1 0,0 1 0,0-1 0,1 1 0,-1-1 0,0 1 0,0-1 0,1 1 0,-1 0 0,4-2 0,32-17 0,-36 20 0,35-15 0,2 2 0,71-15 0,85-4 0,-86 16 0,661-144 0,-580 123 0,-55 13 0,-84 15 0,86-3 0,-5 1 0,-40 3-1365,-67 7-5461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8T16:28:52.4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24575,'98'4'0,"187"31"0,-221-26 0,-33-5 0,0 1 0,-1 1 0,49 16 0,-78-22 0,0 1 0,0-1 0,0 0 0,0 1 0,0-1 0,0 0 0,0 1 0,0 0 0,0-1 0,0 1 0,-1-1 0,1 1 0,0 0 0,0 0 0,-1-1 0,1 1 0,0 0 0,-1 0 0,1 0 0,0 0 0,-1 0 0,0 0 0,1 0 0,-1 0 0,0 0 0,1 0 0,-1 0 0,0 0 0,0 0 0,0 0 0,0 0 0,0 0 0,0 0 0,0 0 0,0 0 0,0 1 0,0-1 0,-1 0 0,1 0 0,0 0 0,-1 0 0,1 0 0,-1 0 0,1-1 0,-1 1 0,0 0 0,1 0 0,-1 0 0,0 0 0,0 0 0,-6 7 0,0-1 0,-1 0 0,0 0 0,-10 7 0,12-10 0,-200 166 0,185-154-286,-31 20 0,41-29-507,-15 10-6033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6T10:25:46.5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0 989 24575,'165'-7'0,"175"-31"0,-192 18 0,581-81-663,-341 44 409,1251-230 254,-208 11 0,-930 208 0,-459 62 131,0-1 0,0-2 0,-1-2 0,-1-2 0,0-1 0,67-35 0,-58 29-1496,-29 15-5461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6T10:25:49.2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27 24575,'0'-1'0,"0"0"0,1 0 0,-1 0 0,1 0 0,-1 0 0,1 0 0,-1 0 0,1 0 0,0 0 0,0 1 0,-1-1 0,1 0 0,0 1 0,0-1 0,0 0 0,0 1 0,-1-1 0,1 1 0,0-1 0,0 1 0,0 0 0,0-1 0,0 1 0,0 0 0,0 0 0,0 0 0,2 0 0,34-5 0,-32 4 0,57-3 0,119 7 0,-170-3 0,0 2 0,-1-1 0,1 2 0,-1-1 0,20 9 0,-29-11 0,-1 1 0,1-1 0,-1 1 0,1 0 0,-1-1 0,0 1 0,1 0 0,-1-1 0,0 1 0,0 0 0,0-1 0,1 1 0,-1 0 0,0-1 0,0 1 0,0 0 0,0 0 0,0-1 0,0 1 0,0 0 0,-1-1 0,1 1 0,0 0 0,0-1 0,0 1 0,-1 0 0,1-1 0,0 1 0,-1 0 0,1-1 0,0 1 0,-1-1 0,1 1 0,-1-1 0,1 1 0,-2 0 0,-18 23 0,-154 144-1365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6T10:25:51.0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1 591 24575,'1'-3'0,"1"1"0,0-1 0,0 1 0,0 0 0,0 0 0,0 0 0,0 0 0,1 0 0,-1 0 0,1 1 0,-1-1 0,1 1 0,0-1 0,3 0 0,4-3 0,207-120 0,-59 56 0,-114 53 0,-2-2 0,-1-2 0,65-41 0,42-37 54,66-51-1473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6T10:25:52.5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69 24575,'63'-3'0,"-1"-3"0,89-20 0,-98 15 0,-15 2 0,-28 6 0,-1 0 0,0 1 0,1 0 0,-1 0 0,1 1 0,16 1 0,-24 0 0,-1 0 0,1 1 0,0-1 0,0 1 0,0-1 0,0 1 0,0 0 0,0 0 0,-1 0 0,1 0 0,0 0 0,-1 0 0,1 1 0,-1-1 0,2 2 0,-1 0 0,0-1 0,0 1 0,-1 0 0,0 0 0,1 0 0,-1 0 0,0 0 0,-1 0 0,1 0 0,0 0 0,-1 0 0,1 5 0,-1 3 15,-1 0 0,0 1 0,0-1 0,-1 0 0,0 0 0,-1 0 0,-6 15 0,-1 0-758,-25 44 1,23-50-6084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6T10:27:51.9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2847 24575,'322'-21'0,"13"-1"0,-116 12 0,3-1 0,159-18 0,-329 23 0,154-26 0,58-6 0,267-42 0,-454 65 0,14-4 0,-40 7 0,2 2 0,54-2 0,8 5 0,135-25 0,-187 19 0,-2-2 0,0-3 0,105-46 0,-125 44 0,-14 6 0,40-14 0,-40 19 0,-1-2 0,0 0 0,0-2 0,-2-1 0,1-1 0,34-28 0,30-33 0,57-44 0,111-78 0,-240 184 0,-1 0 0,-1-1 0,0-1 0,22-32 0,-9 12 0,-17 24 0,-1-1 0,0-1 0,-1 0 0,-1-1 0,0 1 0,-1-1 0,0-1 0,-2 1 0,8-28 0,26-175 0,-31 175 0,-6 34 0,0 0 0,0 0 0,-1-1 0,0 1 0,-1-1 0,0 1 0,0-1 0,-4-17 0,-6-11 0,-3 0 0,-1 1 0,-1 1 0,-3 0 0,0 1 0,-3 1 0,0 0 0,-40-45 0,44 60 0,-1 1 0,0 1 0,-2 0 0,0 1 0,0 1 0,-32-17 0,-142-57 0,186 86 0,-236-91 0,-66 10 0,52 39 0,153 29 0,-42 3 0,100 11 0,0-2 0,-49-11 0,-129-18 0,81 15 0,66 10 0,-124 2 0,-27-2 0,39-4 0,112 9 0,-1-3 0,-102-22 0,-20-6 0,25 6 0,4 7 0,140 16 0,21 3 0,0 1 0,1-2 0,-1 1 0,1-1 0,-13-6 0,10 3 18,0 2-1,-27-7 0,10 3-1434,11 2-5409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6T10:27:53.9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297 383 24575,'-37'-37'0,"-5"-6"0,-62-50 0,92 84 0,-16-12 0,-34-33 0,61 54 0,0-1 0,1 1 0,-1-1 0,0 0 0,1 1 0,-1-1 0,0 1 0,1-1 0,-1 0 0,1 0 0,-1 1 0,1-1 0,-1 0 0,1 0 0,-1 0 0,1 1 0,0-1 0,0 0 0,-1 0 0,1 0 0,0 0 0,0 0 0,0 0 0,0 0 0,0 0 0,0 1 0,0-1 0,0 0 0,0 0 0,1 0 0,-1 0 0,0 0 0,0 0 0,1 1 0,-1-1 0,1 0 0,-1 0 0,1 0 0,-1 1 0,1-1 0,-1 0 0,1 1 0,0-1 0,-1 0 0,1 1 0,0-1 0,0 1 0,-1-1 0,1 1 0,0-1 0,1 1 0,6-4 0,1 1 0,0 0 0,0 1 0,13-2 0,-1 0 0,81-18 0,24-7 0,-109 24-227,1 1-1,-1 1 1,1 1-1,0 0 1,19 2-1,-19 0-6598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9T12:04:44.6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1 839 24575,'4'-4'0,"0"-1"0,0 0 0,1 1 0,0 0 0,0 0 0,0 0 0,0 1 0,1 0 0,-1 0 0,1 0 0,11-4 0,1-1 0,47-21 0,1 3 0,80-19 0,149-25 0,-230 56 0,1432-259-877,-199 82 877,-725 146 443,-325 32-155,252-8-128,65-4-174,375-4-1351,-900 29-5461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9T12:04:47.0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24575,'33'3'0,"0"1"0,1 1 0,-2 2 0,37 13 0,-58-17 0,53 21 0,-60-23 0,-1 1 0,1 0 0,0 0 0,-1 0 0,0 0 0,1 1 0,-1-1 0,0 1 0,0 0 0,-1 0 0,1 0 0,-1 0 0,1 1 0,1 3 0,-3-5 0,-1 0 0,0 0 0,0 0 0,1 0 0,-1 0 0,0 0 0,-1 0 0,1 0 0,0 0 0,-1 0 0,1 0 0,-1 0 0,1-1 0,-1 1 0,0 0 0,0 0 0,0 0 0,0-1 0,0 1 0,0 0 0,-3 2 0,-35 34 0,24-26 0,-6 8 0,-6 4 0,1 1 0,1 1 0,-38 52 0,48-57-165,-28 30 0,30-37-870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9T12:05:16.1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27 24575,'1726'0'0,"-1437"-13"0,16-1 0,-192 15-1365,-71-1-5461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9T12:05:17.9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24575,'5'1'0,"-1"0"0,0 1 0,1 0 0,-1 0 0,0 0 0,0 0 0,0 1 0,-1 0 0,7 5 0,-7-6 0,13 12 0,13 9 0,0-1 0,1-1 0,38 19 0,-28-21 0,0-1 0,84 23 0,-121-41 0,0 1 0,0 0 0,0 0 0,0 0 0,0 0 0,0 1 0,0-1 0,0 1 0,-1-1 0,1 1 0,0 0 0,-1 0 0,0 0 0,1 0 0,-1 1 0,0-1 0,0 1 0,-1-1 0,1 1 0,0 0 0,-1 0 0,1-1 0,-1 1 0,0 0 0,0 0 0,0 0 0,-1 1 0,1-1 0,-1 0 0,1 0 0,-1 0 0,0 0 0,0 0 0,-1 1 0,1-1 0,-1 0 0,1 0 0,-1 0 0,0 0 0,0 0 0,0 0 0,-3 4 0,-5 11 0,0-1 0,-1 0 0,-2 0 0,1-1 0,-23 24 0,0-5 0,-47 36 0,77-68 0,-1 0 0,1 0 0,-1-1 0,1 0 0,-1 0 0,0 0 0,0-1 0,-9 3 0,8-3 0,0 0 0,0 1 0,0 0 0,1 0 0,-11 6 0,-54 41-1365,46-28-5461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9T12:17:12.5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1 705 24575,'204'57'0,"23"6"0,904 144 0,12-67 0,-954-118 0,980 64 0,-954-75 0,946 24 0,2-36 0,-553-1 0,526 3 0,859-5 0,-1661-8 0,377-62 0,318-117 0,-307 10 0,-552 126 0,-2-7 0,181-95 0,-191 73 0,-14 7 0,271-106 0,-285 137-455,-3-5 0,136-78 0,-231 111-6371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9T12:17:13.8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41 24575,'995'0'0,"-985"0"0,0 0 0,0 0 0,0-1 0,0 0 0,-1-1 0,1 0 0,0 0 0,-1-1 0,1-1 0,13-6 0,-13 0 0,-16 5 0,4 5 0,-1-1 0,1 1 0,-1 0 0,1 0 0,-1 0 0,1 0 0,-1 1 0,1-1 0,-3 2 0,-5 2 0,0 1 0,1 0 0,0 1 0,0 0 0,0 0 0,-13 13 0,-12 9 0,-677 450-1365,673-455-5461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9T12:17:29.1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0 297 24575,'75'-1'0,"0"-3"0,111-20 0,764-128 0,209 71 0,-1130 80 0,10-2 0,804-28 0,5078 34 0,-3095-5 0,-2703 2 0,264 3 0,-4 34 0,-47 26-1365,-268-50-5461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9T12:17:35.6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 1 24575,'5'4'0,"1"0"0,-1 0 0,1 0 0,0-1 0,1 0 0,12 5 0,0 0 0,263 120 0,-276-125 0,0 1 0,0-1 0,-1 2 0,0-1 0,1 0 0,-2 1 0,1 0 0,0 0 0,-1 1 0,0-1 0,0 1 0,4 10 0,-5-10 0,1 0 0,-1 0 0,1 0 0,0-1 0,0 1 0,1-1 0,0 0 0,0-1 0,0 1 0,0-1 0,1 0 0,0 0 0,6 3 0,-3-4 0,23 9 0,-32-12 0,1 1 0,-1-1 0,0 0 0,1 0 0,-1 0 0,0 0 0,1 0 0,-1 1 0,0-1 0,1 0 0,-1 0 0,0 1 0,1-1 0,-1 0 0,0 0 0,0 1 0,1-1 0,-1 0 0,0 1 0,0-1 0,1 0 0,-1 1 0,0-1 0,0 1 0,0-1 0,0 0 0,0 1 0,0-1 0,0 1 0,0-1 0,0 0 0,0 1 0,0-1 0,0 1 0,0-1 0,0 0 0,0 1 0,0-1 0,0 0 0,0 1 0,0-1 0,-1 1 0,1-1 0,0 0 0,0 1 0,0-1 0,-1 0 0,1 1 0,0-1 0,-1 0 0,1 0 0,0 1 0,0-1 0,-1 0 0,1 0 0,0 1 0,-1-1 0,1 0 0,-1 0 0,-25 14 0,0-2 0,-44 16 0,15-8 0,-62 26 0,-118 52 0,191-71-1365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9T12:33:50.0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0 274 24575,'157'0'0,"509"13"0,165 71 0,-255-29 0,35 4 0,1264 74 0,27-129 0,-960-7 0,3631 3 0,-4420-4 0,284-43 0,-160 20 0,-217 21 0,0-4 0,72-20 0,-19 4 0,-16 6 0,864-183 0,-761 167 0,-53 11 0,-115 17 0,-1-1 0,37-16 0,29-9 0,-83 30-124,0 0 0,-1-1 0,1 0 0,-1-1 0,0 0 0,-1-2-1,0 1 1,0-1 0,0-1 0,20-19 0,-16 10-6702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9T12:33:52.5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0 120 24575,'317'0'0,"-304"0"0,1-1 0,-1-1 0,0-1 0,0 1 0,0-2 0,0 0 0,22-10 0,2-5 0,39-27 0,-44 27 0,-17 14 0,-16 14 0,-18 20 0,-243 305 0,232-298-1365,5-12-5461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9T12:33:58.1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24575,'28'2'0,"0"1"0,0 1 0,27 9 0,1-1 0,104 24 0,-117-30 0,66-1 0,2 0 0,394 86 0,-106-13 0,413-6 0,-570-57 0,402 15 0,-277-7 0,-49-1 0,-267-21 0,511 30 0,266-10 0,-555-23 0,-146 4 0,192-9 0,-270 0 0,0-2 0,-1-2 0,0-3 0,0-1 0,87-42 0,-55 15 0,-2-4 0,102-77 0,-148 93-1365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9T12:34:00.2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 24575,'66'-1'0,"-30"-1"0,1 2 0,59 8 0,-93-8 0,0 1 0,0-1 0,0 1 0,0 0 0,0 0 0,0 0 0,0 0 0,-1 0 0,1 1 0,0-1 0,0 1 0,-1 0 0,1 0 0,-1 0 0,0 0 0,0 0 0,1 0 0,-1 1 0,-1-1 0,1 1 0,0-1 0,0 1 0,-1 0 0,0-1 0,0 1 0,1 0 0,-1 0 0,0 4 0,0 2 0,-1-1 0,0 1 0,0-1 0,-1 1 0,0 0 0,0-1 0,-1 0 0,-5 16 0,-26 93-1365,28-96-5461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9T12:34:28.3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0 893 24575,'45'1'0,"0"-2"0,-1-2 0,1-2 0,-1-2 0,81-23 0,-23-8 0,71-21 0,-1-4 0,-103 36 0,61-13 0,-15 5 0,-72 21 0,1 1 0,1 3 0,62-7 0,-60 9 0,82-25 0,27-5 0,40 17 0,-82 11 0,65-22 0,-21 2 0,693-43 0,-728 66 0,649-20 0,1 29 0,-240 1 0,-339-9 0,-1-9 0,-1-8 0,288-73 0,-122-6-1365,-316 87-5461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9T12:34:30.2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 24575,'131'-2'0,"141"4"0,-269-2 0,-1 1 0,1-1 0,0 0 0,0 1 0,-1-1 0,1 1 0,0 0 0,-1 0 0,1 0 0,0 0 0,-1 0 0,5 4 0,-7-5 0,1 1 0,-1-1 0,1 1 0,-1-1 0,0 1 0,0-1 0,1 1 0,-1-1 0,0 1 0,0-1 0,1 1 0,-1-1 0,0 1 0,0-1 0,0 1 0,0-1 0,0 1 0,0-1 0,0 1 0,0 0 0,0-1 0,0 1 0,0-1 0,-1 1 0,1 1 0,-1 0 0,0-1 0,0 1 0,0-1 0,0 1 0,0-1 0,-1 1 0,1-1 0,0 0 0,-1 1 0,-1 0 0,-28 22 0,17-14 0,1-1 0,0 2 0,1 0 0,0 0 0,1 1 0,0 1 0,0 0 0,2 0 0,-15 26 0,2 0-1365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9T12:35:06.1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2501 108 24575,'-262'1'0,"-472"-4"0,7-28 0,560 19 0,-350-33 0,459 36-1365,22 0-5461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9T12:35:08.0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424 1 24575,'0'1'0,"-1"1"0,0 0 0,0-1 0,0 1 0,0-1 0,0 1 0,0-1 0,0 0 0,0 1 0,0-1 0,-1 0 0,1 0 0,-1 0 0,1 0 0,0 0 0,-1 0 0,-2 1 0,-29 13 0,-27 8 0,32-11 0,-48 12 0,64-21 0,-6 0 0,-1 1 0,1 1 0,0 0 0,0 2 0,0 0 0,1 1 0,-29 18 0,44-24 0,1-1 0,-1 0 0,1 0 0,0 0 0,-1 1 0,1-1 0,0 1 0,0-1 0,0 1 0,0-1 0,0 1 0,0 0 0,0-1 0,1 1 0,-1 0 0,0 0 0,1-1 0,0 1 0,-1 0 0,1 0 0,0 3 0,1-3 0,-1 1 0,1-1 0,0 1 0,0-1 0,0 1 0,0-1 0,0 1 0,0-1 0,1 0 0,-1 1 0,1-1 0,0 0 0,2 2 0,7 5 0,0 1 0,0-2 0,1 0 0,17 9 0,-28-17 0,95 65 0,-75-50 0,-7-3 0,0 0 0,19 23 0,-19-21 0,-1 0 0,17 13 0,-21-20 0,1 0 0,0 0 0,0-1 0,1 0 0,-1-1 0,1 0 0,1-1 0,16 5 0,62 20-1365,-63-20-5461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9T12:35:21.2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274 1111 24575,'-5'1'0,"1"-2"0,-1 1 0,0 0 0,1-1 0,-1 0 0,1 0 0,-1 0 0,1-1 0,0 0 0,-1 1 0,1-1 0,-7-5 0,4 1 0,0 0 0,1-1 0,0 1 0,0-1 0,-8-13 0,-21-27 0,18 26 0,1-2 0,1 0 0,-14-30 0,20 37 0,2-1 0,0 0 0,1 0 0,0 0 0,1-1 0,2 0 0,-1 0 0,1-20 0,4-137 0,-1 169 0,1 1 0,0-1 0,0 1 0,1-1 0,-1 1 0,1 0 0,0-1 0,1 1 0,-1 0 0,1 1 0,0-1 0,0 0 0,1 1 0,0-1 0,-1 1 0,1 0 0,5-4 0,10-6 0,0-1 0,36-19 0,-34 22 0,4-2 0,0 1 0,0 2 0,1 1 0,1 1 0,-1 1 0,1 1 0,1 1 0,-1 2 0,1 1 0,39 0 0,503 5 0,-202 3 0,366-24 0,-562 5 0,663-48 0,2 31 0,-124 6 0,15 1 0,119-15 0,-398 12 0,52 10 0,-275 11 0,1296-4 0,-940 12 0,1773-2 0,-2266 2 0,135 18 0,-173-11 0,-1 1 0,0 3 0,-1 2 0,55 25 0,-95-36 0,0 1 0,0 0 0,0 1 0,0 0 0,-1 0 0,0 1 0,0 0 0,-1 0 0,0 1 0,0-1 0,10 16 0,-11-11 0,1 0 0,-2 1 0,1 0 0,-2-1 0,0 2 0,0-1 0,-1 0 0,1 20 0,0 27 0,-5 73 0,0-55 0,1-72 0,0 0 0,0-1 0,-1 1 0,0 0 0,0-1 0,0 1 0,0-1 0,-1 0 0,0 1 0,0-1 0,0 0 0,-1 0 0,0 0 0,0 0 0,0-1 0,-1 1 0,1-1 0,-1 0 0,0 0 0,0 0 0,-1 0 0,1-1 0,-1 0 0,0 0 0,1 0 0,-9 3 0,-240 107 0,215-98 0,-189 81 0,181-80 0,0-1 0,-58 9 0,33-7 0,-67 12 0,-145 11 0,-149-6 0,386-31 0,-530 29 0,-221 16 0,99-10 0,405-36 0,-159 9 0,-474 59 0,838-63 0,-635 32 0,-1094-26 0,595 17 0,715-5 0,-338 6 0,733-30 0,-147-5 0,191-3 0,-109-25 0,-7-2 0,57 16 0,17 2 0,-114-1 0,201 17 0,0-1 0,0-1 0,1-1 0,-1-1 0,1-1 0,-1-1 0,-25-11 0,7 1 0,-157-68 0,112 48-1365,69 27-5461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9T12:41:19.7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4867 4018 24575,'-5'-3'0,"0"-1"0,0 1 0,0 1 0,0-1 0,0 1 0,-8-3 0,-19-8 0,-32-21 0,-102-74 0,166 108 0,-188-135 0,-683-519 0,-80-59 0,-111-97 0,727 531 0,-311-339 0,292 183 0,253 300 0,71 98-1365,6 12-5461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9T12:41:21.3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419 741 24575,'-2'0'0,"0"0"0,0 0 0,0-1 0,0 1 0,0-1 0,0 1 0,0-1 0,0 0 0,0 0 0,0 0 0,0 0 0,0 0 0,1 0 0,-1 0 0,0 0 0,-1-3 0,-22-28 0,13 14 0,-55-84 0,4-3 0,-53-122 0,38 71 0,75 150 0,-15-36 0,17 41 0,1 0 0,-1 0 0,1 0 0,0 0 0,0 0 0,0 0 0,-1 0 0,1 0 0,0-1 0,0 1 0,0 0 0,1 0 0,-1 0 0,0 0 0,0 0 0,1 0 0,-1 0 0,0 0 0,1 0 0,-1 0 0,1 0 0,-1 0 0,1 0 0,0 0 0,-1 0 0,1 1 0,0-1 0,-1 0 0,1 0 0,0 1 0,0-1 0,0 0 0,0 1 0,0-1 0,1 0 0,8 0 0,-1-1 0,0 2 0,1-1 0,-1 2 0,1-1 0,-1 1 0,0 0 0,1 1 0,-1 0 0,0 1 0,9 3 0,3 0 0,93 25 0,149 62 0,-230-79-1365,-7-5-5461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9T12:48:14.0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43 412 24575,'2'-3'0,"1"0"0,0 0 0,-1 0 0,1 0 0,0 0 0,1 0 0,-1 1 0,5-3 0,2-3 0,13-11 0,0 0 0,1 2 0,1 1 0,47-23 0,-42 26 0,0 1 0,1 2 0,0 1 0,1 2 0,0 1 0,39-3 0,487-57 0,-146 5 0,-72 36 0,-201 19 0,553-26 0,-11 23 0,-412 11 0,2260-2 0,-2465 0 0,0 2 0,0 4 0,0 2 0,-1 3 0,96 30 0,-28 9 0,-116-42 0,1 0 0,-2 1 0,1 0 0,-1 1 0,-1 1 0,14 14 0,-20-19 0,-1 0 0,-1 0 0,1 1 0,-1-1 0,0 1 0,0 0 0,-1 1 0,0-1 0,-1 1 0,1 0 0,-1 0 0,-1 0 0,0 0 0,0 0 0,0 1 0,-1-1 0,0 1 0,-1-1 0,-1 11 0,1-12 0,-1 1 0,0-1 0,0 0 0,-1 0 0,0 0 0,-1 0 0,1-1 0,-1 1 0,0-1 0,-1 1 0,0-1 0,0 0 0,0-1 0,0 1 0,-1-1 0,0 1 0,0-1 0,-1-1 0,-6 5 0,-13 8 0,0-1 0,-2-1 0,-37 15 0,15-7 0,35-17 0,-1-1 0,0 0 0,0-2 0,-30 5 0,-10 2 0,-35 14 0,44-11 0,-1-2 0,-88 9 0,-142 6 0,-45 1 0,-447-23 0,422-6 0,-3563 2 0,3704-16 0,100 5 0,104 10 0,-84-10 0,78 10 0,1-1 0,-1 0 0,1 0 0,0-1 0,0 0 0,0 0 0,0-1 0,0 0 0,-6-5 0,8 3 0,1 1 0,-1-1 0,1-1 0,0 1 0,0-1 0,1 1 0,0-1 0,0 0 0,1 0 0,-4-14 0,-10-25 0,13 39-195,0 0 0,1-1 0,-1 1 0,2-1 0,-1 1 0,0-14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9T13:05:45.7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24575,'9'0'0,"14"0"0,13 0 0,12 0 0,15 0 0,5 0 0,8 0 0,4 0 0,-4 0 0,-2 0 0,-1 0 0,-5 0 0,-5 0 0,-1 0 0,-2 0 0,-8 0 0,-4 0 0,-10 0-8191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9T13:05:47.6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24575,'5'1'0,"0"0"0,0 0 0,0 0 0,0 1 0,-1 0 0,1 0 0,-1 0 0,1 0 0,7 6 0,11 4 0,6 0 0,1-2 0,-1-2 0,56 10 0,96 0 0,-174-18 0,-1 1 0,1 0 0,0 1 0,0-1 0,-1 1 0,1 1 0,-1-1 0,11 6 0,-16-7 0,0 0 0,1 0 0,-1-1 0,0 1 0,0 0 0,0 0 0,-1 0 0,1 0 0,0 0 0,0 0 0,0 1 0,-1-1 0,1 0 0,-1 0 0,1 0 0,-1 1 0,1-1 0,-1 0 0,1 3 0,-1-2 0,-1 0 0,1 0 0,-1 0 0,1 0 0,-1 0 0,0 0 0,0 0 0,1 0 0,-1 0 0,-1 0 0,1 0 0,0-1 0,0 1 0,-1 0 0,1-1 0,-1 1 0,-1 0 0,-16 14 0,-1-1 0,-1-1 0,0-1 0,-1-1 0,-44 17 0,-36 21 0,-76 50 0,155-86-1365,6-2-5461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9T13:29:31.6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386 1 24575,'-24'494'0,"-27"-6"0,18-199 0,-71 575 0,-57-70-1365,149-744-5461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9T13:29:34.0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24575,'1'18'0,"0"0"0,2 0 0,0 0 0,0-1 0,2 1 0,8 20 0,49 96 0,-13-34 0,-48-97 0,0 0 0,0 0 0,1 0 0,-1-1 0,1 1 0,0 0 0,-1-1 0,1 1 0,1-1 0,-1 0 0,0 0 0,0 0 0,1 0 0,-1 0 0,1 0 0,0-1 0,3 2 0,-3-2 0,0 0 0,0-1 0,0 0 0,0 0 0,1 0 0,-1 0 0,0 0 0,0 0 0,0-1 0,0 0 0,0 1 0,0-1 0,0 0 0,0-1 0,0 1 0,-1 0 0,1-1 0,3-2 0,477-306-1365,-452 288-5461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9T13:32:01.0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2581 24575,'470'0'0,"-448"-2"0,-1-1 0,0 0 0,0-2 0,40-13 0,-11 3 0,40-25 0,-27 23 0,44-10 0,-2-6 0,109-48 0,-143 43 0,-2-3 0,99-77 0,-37 23 0,-24 15 0,113-110 0,-8 6 0,-106 96 0,107-114 0,-155 147 0,92-68 0,47-45 0,-22-4 0,-113 110 0,3 3 0,3 3 0,115-75 0,5 17 0,-162 99 0,1 1 0,0 1 0,1 1 0,54-14 0,128-17 0,-142 31 0,1197-195 0,-1214 202 0,-1 2 0,73 5 0,-97-2-365,46-6 0,-61 5-270,31-4-6191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9T13:32:03.1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24575,'764'0'0,"-757"0"0,0 0 0,0 0 0,0 1 0,0 0 0,0 0 0,0 1 0,11 3 0,-15-3 0,-1-1 0,1 1 0,-1-1 0,0 1 0,1 0 0,-1 0 0,0 0 0,0 0 0,0 1 0,-1-1 0,1 0 0,0 1 0,-1-1 0,0 1 0,1 0 0,-1-1 0,0 1 0,0 0 0,-1 0 0,1-1 0,0 5 0,2 22 0,-2 1 0,-1-1 0,-7 56 0,6-69 0,-1-3 17,0 0 0,-1-1 1,0 1-1,-1-1 0,-1 0 0,-11 23 0,0-7-760,-31 40 1,33-50-6084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9T13:33:00.4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24575,'1'36'0,"2"-1"0,1 1 0,1-1 0,2-1 0,16 49 0,107 396 0,-79-184 0,-23-111 0,-15-107 0,52 259 0,-52-262 0,-8-43 0,15 55 0,39 80 0,19 61 0,-59-165 0,51 112 0,8 27 0,-19-45 0,4 12 0,44 183 0,-71-224 0,317 978 0,-78-490 0,-253-573 0,1-2 0,3 0 0,1-2 0,57 62 0,-14-26 0,4-3 0,3-3 0,3-4 0,134 84 0,-157-118 0,105 39 0,-46-22 0,-87-35 0,32 7 0,-37-12 0,0 0 0,36 19 0,-27-11 0,0-2 0,56 16 0,20 6 0,0 3 0,178 36 0,-240-63 0,12-1 0,0-3 0,1-2 0,69-4 0,-1 1 0,-102 1 0,1 1 0,-2 1 0,1 1 0,45 17 0,-1 0 0,-50-18-1365,-3-2-5461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9T13:33:02.4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137 0 24575,'12'11'0,"1"-1"0,0 0 0,15 8 0,9 7 0,195 120 0,-182-116 0,-45-27 0,-1 1 0,1 0 0,0 0 0,-1 0 0,0 1 0,0 0 0,6 6 0,-10-9 0,0-1 0,1 1 0,-1 0 0,1-1 0,-1 1 0,0 0 0,0-1 0,1 1 0,-1 0 0,0 0 0,0-1 0,0 1 0,0 0 0,0 0 0,0 0 0,0-1 0,0 1 0,0 0 0,0 0 0,0-1 0,-1 1 0,1 1 0,-1-1 0,0 1 0,0-1 0,0 0 0,0 1 0,-1-1 0,1 0 0,0 0 0,-1 0 0,1 0 0,-1 0 0,1 0 0,-1 0 0,1 0 0,-3 0 0,-20 8 0,-1 0 0,0-2 0,0-1 0,-30 4 0,-107 4 0,-33 2-1365,163-12-5461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8T16:28:50.9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1 421 24575,'0'-2'0,"0"0"0,1 0 0,-1 0 0,1 1 0,-1-1 0,1 0 0,0 0 0,-1 0 0,1 1 0,0-1 0,0 1 0,0-1 0,1 1 0,-1-1 0,0 1 0,0-1 0,1 1 0,-1 0 0,4-2 0,32-17 0,-36 20 0,35-15 0,2 2 0,71-15 0,85-4 0,-86 16 0,661-144 0,-580 123 0,-55 13 0,-84 15 0,86-3 0,-5 1 0,-40 3-1365,-67 7-5461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8T16:28:52.4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24575,'98'4'0,"187"31"0,-221-26 0,-33-5 0,0 1 0,-1 1 0,49 16 0,-78-22 0,0 1 0,0-1 0,0 0 0,0 1 0,0-1 0,0 0 0,0 1 0,0 0 0,0-1 0,0 1 0,-1-1 0,1 1 0,0 0 0,0 0 0,-1-1 0,1 1 0,0 0 0,-1 0 0,1 0 0,0 0 0,-1 0 0,0 0 0,1 0 0,-1 0 0,0 0 0,1 0 0,-1 0 0,0 0 0,0 0 0,0 0 0,0 0 0,0 0 0,0 0 0,0 0 0,0 0 0,0 1 0,0-1 0,-1 0 0,1 0 0,0 0 0,-1 0 0,1 0 0,-1 0 0,1-1 0,-1 1 0,0 0 0,1 0 0,-1 0 0,0 0 0,0 0 0,-6 7 0,0-1 0,-1 0 0,0 0 0,-10 7 0,12-10 0,-200 166 0,185-154-286,-31 20 0,41-29-507,-15 10-6033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9T12:04:44.6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1 839 24575,'4'-4'0,"0"-1"0,0 0 0,1 1 0,0 0 0,0 0 0,0 0 0,0 1 0,1 0 0,-1 0 0,1 0 0,11-4 0,1-1 0,47-21 0,1 3 0,80-19 0,149-25 0,-230 56 0,1432-259-877,-199 82 877,-725 146 443,-325 32-155,252-8-128,65-4-174,375-4-1351,-900 29-5461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9T12:04:47.0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24575,'33'3'0,"0"1"0,1 1 0,-2 2 0,37 13 0,-58-17 0,53 21 0,-60-23 0,-1 1 0,1 0 0,0 0 0,-1 0 0,0 0 0,1 1 0,-1-1 0,0 1 0,0 0 0,-1 0 0,1 0 0,-1 0 0,1 1 0,1 3 0,-3-5 0,-1 0 0,0 0 0,0 0 0,1 0 0,-1 0 0,0 0 0,-1 0 0,1 0 0,0 0 0,-1 0 0,1 0 0,-1 0 0,1-1 0,-1 1 0,0 0 0,0 0 0,0 0 0,0-1 0,0 1 0,0 0 0,-3 2 0,-35 34 0,24-26 0,-6 8 0,-6 4 0,1 1 0,1 1 0,-38 52 0,48-57-165,-28 30 0,30-37-870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9T12:05:16.1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27 24575,'1726'0'0,"-1437"-13"0,16-1 0,-192 15-1365,-71-1-5461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9T12:05:17.9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24575,'5'1'0,"-1"0"0,0 1 0,1 0 0,-1 0 0,0 0 0,0 0 0,0 1 0,-1 0 0,7 5 0,-7-6 0,13 12 0,13 9 0,0-1 0,1-1 0,38 19 0,-28-21 0,0-1 0,84 23 0,-121-41 0,0 1 0,0 0 0,0 0 0,0 0 0,0 0 0,0 1 0,0-1 0,0 1 0,-1-1 0,1 1 0,0 0 0,-1 0 0,0 0 0,1 0 0,-1 1 0,0-1 0,0 1 0,-1-1 0,1 1 0,0 0 0,-1 0 0,1-1 0,-1 1 0,0 0 0,0 0 0,0 0 0,-1 1 0,1-1 0,-1 0 0,1 0 0,-1 0 0,0 0 0,0 0 0,-1 1 0,1-1 0,-1 0 0,1 0 0,-1 0 0,0 0 0,0 0 0,0 0 0,-3 4 0,-5 11 0,0-1 0,-1 0 0,-2 0 0,1-1 0,-23 24 0,0-5 0,-47 36 0,77-68 0,-1 0 0,1 0 0,-1-1 0,1 0 0,-1 0 0,0 0 0,0-1 0,-9 3 0,8-3 0,0 0 0,0 1 0,0 0 0,1 0 0,-11 6 0,-54 41-1365,46-28-5461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9T12:17:12.5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1 705 24575,'204'57'0,"23"6"0,904 144 0,12-67 0,-954-118 0,980 64 0,-954-75 0,946 24 0,2-36 0,-553-1 0,526 3 0,859-5 0,-1661-8 0,377-62 0,318-117 0,-307 10 0,-552 126 0,-2-7 0,181-95 0,-191 73 0,-14 7 0,271-106 0,-285 137-455,-3-5 0,136-78 0,-231 111-6371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9T12:17:13.8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41 24575,'995'0'0,"-985"0"0,0 0 0,0 0 0,0-1 0,0 0 0,-1-1 0,1 0 0,0 0 0,-1-1 0,1-1 0,13-6 0,-13 0 0,-16 5 0,4 5 0,-1-1 0,1 1 0,-1 0 0,1 0 0,-1 0 0,1 0 0,-1 1 0,1-1 0,-3 2 0,-5 2 0,0 1 0,1 0 0,0 1 0,0 0 0,0 0 0,-13 13 0,-12 9 0,-677 450-1365,673-455-5461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9T12:17:29.1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0 297 24575,'75'-1'0,"0"-3"0,111-20 0,764-128 0,209 71 0,-1130 80 0,10-2 0,804-28 0,5078 34 0,-3095-5 0,-2703 2 0,264 3 0,-4 34 0,-47 26-1365,-268-50-5461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9T12:17:35.6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 1 24575,'5'4'0,"1"0"0,-1 0 0,1 0 0,0-1 0,1 0 0,12 5 0,0 0 0,263 120 0,-276-125 0,0 1 0,0-1 0,-1 2 0,0-1 0,1 0 0,-2 1 0,1 0 0,0 0 0,-1 1 0,0-1 0,0 1 0,4 10 0,-5-10 0,1 0 0,-1 0 0,1 0 0,0-1 0,0 1 0,1-1 0,0 0 0,0-1 0,0 1 0,0-1 0,1 0 0,0 0 0,6 3 0,-3-4 0,23 9 0,-32-12 0,1 1 0,-1-1 0,0 0 0,1 0 0,-1 0 0,0 0 0,1 0 0,-1 1 0,0-1 0,1 0 0,-1 0 0,0 1 0,1-1 0,-1 0 0,0 0 0,0 1 0,1-1 0,-1 0 0,0 1 0,0-1 0,1 0 0,-1 1 0,0-1 0,0 1 0,0-1 0,0 0 0,0 1 0,0-1 0,0 1 0,0-1 0,0 0 0,0 1 0,0-1 0,0 1 0,0-1 0,0 0 0,0 1 0,0-1 0,0 0 0,0 1 0,0-1 0,-1 1 0,1-1 0,0 0 0,0 1 0,0-1 0,-1 0 0,1 1 0,0-1 0,-1 0 0,1 0 0,0 1 0,0-1 0,-1 0 0,1 0 0,0 1 0,-1-1 0,1 0 0,-1 0 0,-25 14 0,0-2 0,-44 16 0,15-8 0,-62 26 0,-118 52 0,191-71-1365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5T12:25:46.5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0 660 24575,'237'-13'0,"-174"7"0,1644-142-2342,-776 74 2901,-194 35-262,-173 4 1364,227-16-2621,-475 26 1079,1002-75-1243,-2 47 397,-72 52 362,42 0-693,1105-74-175,-2372 74 1245,663-25 225,-228 14 3214,-215 12-3343,-205 0-6934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5T12:25:49.5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24575,'20'9'0,"1"-2"0,0 0 0,36 6 0,-2 0 0,306 78 0,-353-89 0,-2-1 0,1 0 0,-1 1 0,0 0 0,1 0 0,-1 0 0,0 1 0,0 0 0,0 0 0,6 4 0,-12-6 0,1-1 0,-1 1 0,1-1 0,-1 1 0,1 0 0,-1-1 0,0 1 0,1-1 0,-1 1 0,0 0 0,1-1 0,-1 1 0,0 0 0,0-1 0,1 1 0,-1 0 0,0 0 0,0-1 0,0 1 0,0 0 0,0-1 0,0 1 0,0 0 0,0 0 0,-1-1 0,1 1 0,0 0 0,0-1 0,-1 1 0,1 0 0,0-1 0,-1 1 0,1 0 0,0-1 0,-1 1 0,1-1 0,-1 1 0,1-1 0,-2 1 0,-25 20 0,22-18 0,-17 10 0,0-1 0,-1-1 0,0-2 0,-39 12 0,42-13 0,2 0 0,-1 2 0,1 0 0,-31 24 0,7-6 0,4-1 0,25-18 0,0 0 0,0 0 0,-1-2 0,0 1 0,-29 9 0,23-10-1365,2-1-5461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5T12:35:02.3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1178 834 24575,'-940'0'0,"927"-1"0,1 0 0,-1-1 0,1-1 0,-1 1 0,1-2 0,0 0 0,0-1 0,0 0 0,1 0 0,0-1 0,0-1 0,0 0 0,1 0 0,0-1 0,0 0 0,-14-17 0,20 19 0,0-1 0,1 1 0,0-1 0,0 0 0,0 0 0,1 0 0,0 0 0,1 0 0,-1 0 0,2 0 0,-1-1 0,1 1 0,0-9 0,0 2 0,2 0 0,-1 0 0,1 0 0,1 0 0,9-26 0,-6 29 0,0 0 0,1 0 0,0 0 0,0 1 0,1 0 0,0 1 0,1 0 0,0 0 0,1 1 0,-1 0 0,2 0 0,11-6 0,3-1 0,1 2 0,1 0 0,0 2 0,31-9 0,44-9 0,1 5 0,192-19 0,257 8 0,189-20 0,-330 7 0,6 9 0,-247 25 0,466-15 0,4 30 0,-233 1 0,773-2 0,-760 28 0,-1 31 0,-273-37 0,671 105 0,-809-125 0,0 0 0,-1 0 0,1 1 0,-1 0 0,0 1 0,0 0 0,0 0 0,0 0 0,-1 1 0,1 0 0,-1 0 0,-1 1 0,1-1 0,-1 1 0,0 1 0,0-1 0,0 1 0,-1-1 0,0 1 0,-1 1 0,1-1 0,-2 0 0,1 1 0,-1 0 0,3 15 0,-3 7 0,-2 0 0,-1 0 0,-7 43 0,6-62 0,-1 1 0,0-1 0,-1 0 0,0 0 0,-1-1 0,0 1 0,-1-1 0,0 0 0,0-1 0,-1 1 0,0-1 0,-9 9 0,1-6 0,0 1 0,-1-2 0,-1 0 0,1-1 0,-1-1 0,-1 0 0,0-2 0,0 0 0,-27 7 0,-18 1 0,-94 10 0,40-16 0,-169-8 0,121-4 0,-2276 4 0,2250-17 0,47 2 0,-521 8 0,382 8 0,-1725-2-1365,1986 0-5461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5T12:35:11.8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24575,'14'1'0,"0"1"0,-1 1 0,1 0 0,-1 1 0,26 10 0,19 5 0,206 57 0,-62-16 0,79 22 0,-196-53 0,105 52 0,81 32 0,25 13 0,80 99 0,-313-185 0,529 322 0,-362-223 0,1073 541 0,-1279-670 0,-1 1 0,0 2 0,0 0 0,-2 1 0,30 26 0,5 4 0,1-3 0,82 44 0,-17-11 0,-38-21-455,3-4 0,151 61 0,-195-94-6371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5T12:35:14.5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487 0 24575,'0'19'0,"1"-1"0,1 0 0,0 0 0,1 0 0,1 0 0,1 0 0,1 0 0,0-1 0,1 0 0,17 29 0,5 10 0,-23-41 0,1-1 0,0 0 0,1-1 0,1 1 0,0-2 0,12 14 0,-21-26 0,0 0 0,1 0 0,-1 0 0,0 1 0,1-1 0,-1 0 0,0 0 0,0 0 0,1 1 0,-1-1 0,0 0 0,0 1 0,1-1 0,-1 0 0,0 0 0,0 1 0,0-1 0,0 0 0,1 1 0,-1-1 0,0 0 0,0 1 0,0-1 0,0 1 0,0-1 0,0 0 0,0 1 0,0-1 0,0 0 0,0 1 0,0-1 0,0 0 0,0 1 0,-1-1 0,1 0 0,0 1 0,0-1 0,0 0 0,0 1 0,-1-1 0,-17 5 0,-41-7 0,44 1 0,-2 2 0,1 0 0,-1 1 0,1 1 0,0 1 0,-20 6 0,17-4 0,0-1 0,0-1 0,-23 1 0,-53 9 0,44-5 0,-123 28-1365,158-34-5461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5T12:43:30.3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64 24575,'8'0'0,"19"-4"0,20-2 0,11-3 0,7-4 0,-3 0 0,-9 2 0,-12 3-8191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5T12:43:31.9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64 24575,'107'2'0,"116"-5"0,-207 1 10,-1-1-1,0-1 0,-1-1 1,1 0-1,20-11 0,14-4-1430,-26 12-5405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5T12:35:31.3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4344 24575,'421'-21'0,"-88"0"0,-280 20 0,205-10 0,-192 5 0,119-27 0,13-30 0,-99 37 0,197-26 0,-223 44 0,139-36 0,63-40 0,-29 7 0,-33 21 0,184-55 0,167-97 0,-8-25 0,-443 184 0,1063-531 0,-567 237 0,-1 1 0,-528 298 0,1185-673 0,-877 474 0,420-345 0,-444 257-1365,-316 280-5461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5T12:35:33.9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31 24575,'112'1'0,"-28"2"0,0-5 0,149-21 0,-222 21 0,1 0 0,-1 0 0,0 0 0,1 1 0,-1 0 0,18 2 0,-27-1 0,1 0 0,-1 1 0,0-1 0,1 1 0,-1 0 0,0-1 0,0 1 0,1 0 0,-1 1 0,0-1 0,0 0 0,0 0 0,0 1 0,-1-1 0,1 1 0,0 0 0,-1 0 0,1-1 0,-1 1 0,1 0 0,-1 0 0,0 0 0,0 0 0,0 1 0,0-1 0,0 0 0,0 0 0,-1 1 0,1-1 0,-1 0 0,1 1 0,-1-1 0,0 4 0,-1 11 0,-1 1 0,0-1 0,-1 0 0,-1 0 0,0 0 0,-9 19 0,-2 11 0,-66 212 0,44-158-1365,32-84-5461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5T12:43:33.5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28 24575,'20'0'0,"18"0"0,7 0 0,0 0 0,-3 0 0,-6 0 0,0-4 0,1-1 0,-1 0 0,-3 1 0,-4 1 0,-1 1 0,-7-3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5T12:43:34.2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73 24575,'8'0'0,"11"0"0,14 0 0,9 0 0,10-4 0,4-6 0,0 0 0,-9-3 0,-8 1 0,-4 2 0,1 3 0,-2 3 0,2 2 0,2 1 0,-5 1-8191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5T12:43:38.6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6508 1 24575,'-4'7'0,"-42"34"0,-117 112 0,92-86 0,-34 37 0,-16 18 0,27-29 0,-4 10 0,-64 70 0,-400 397 0,159-172 0,211-196 0,-386 380 0,-856 774 0,975-940 0,303-279 0,-324 275 0,-112 81 0,516-428 0,-513 460 0,540-482 34,33-29-500,0 0-1,-25 29 1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5T12:43:42.4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202 1 24575,'0'28'0,"-1"1"0,-1-1 0,-1 0 0,-14 54 0,-3-26 0,-2 0 0,-41 74 0,3-9 0,58-116 0,-1 0 0,1 0 0,1 0 0,-1 0 0,1 0 0,-1 9 0,1-13 0,1 1 0,1-1 0,-1 0 0,0 1 0,0-1 0,0 0 0,1 1 0,-1-1 0,1 0 0,-1 0 0,1 1 0,-1-1 0,1 0 0,0 0 0,0 0 0,-1 0 0,1 0 0,0 0 0,0 0 0,0 0 0,0 0 0,0 0 0,0 0 0,1-1 0,-1 1 0,0 0 0,0-1 0,0 1 0,1-1 0,-1 1 0,2-1 0,17 4 0,0-1 0,0 0 0,1-2 0,-1-1 0,0 0 0,28-5 0,15 1 0,282 3-1365,-309 1-5461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5T12:45:38.9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24575,'1'28'0,"1"1"0,2-1 0,1 0 0,13 44 0,47 107 0,-36-105 0,247 537 0,-81-271 0,-98-179 0,-67-116-322,63 72 0,-78-99-399,1 2-6105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5T12:45:53.2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24575,'2'90'0,"4"-1"0,3 0 0,5 0 0,24 86 0,84 253 0,-109-373 0,12 113 0,-19-110 0,22 90 0,27 62 0,44 343 0,57 356 0,-109-671 0,37 120 0,-63-220 0,2 10 0,11-21-1365,-17-73-5461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5T12:45:58.6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0 323 24575,'0'2'0,"1"0"0,-1 0 0,1 0 0,-1-1 0,1 1 0,0 0 0,0 0 0,0-1 0,0 1 0,0-1 0,0 1 0,0-1 0,0 1 0,1-1 0,-1 0 0,0 1 0,1-1 0,-1 0 0,3 1 0,35 20 0,-28-17 0,24 14 0,1-2 0,1-2 0,1-1 0,0-2 0,1-1 0,0-3 0,56 6 0,-91-13 0,-1-1 0,0 0 0,0 0 0,0 0 0,1-1 0,-1 1 0,0-1 0,0 1 0,0-1 0,0 0 0,0 0 0,0-1 0,0 1 0,0-1 0,0 1 0,-1-1 0,1 0 0,4-4 0,-4 3 0,-1-1 0,0 0 0,1 1 0,-1-1 0,-1 0 0,1 0 0,-1 0 0,1 0 0,-1 0 0,0-1 0,0 1 0,-1 0 0,1-9 0,-3-217 123,-1 81-1611,3 120-5338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6T13:48:16.0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1 264 24575,'147'7'0,"-101"0"0,-23-3 0,-23-4 0,0 0 0,0 0 0,0-1 0,0 1 0,0 0 0,0 0 0,0 0 0,0 0 0,0 0 0,0 0 0,0 0 0,0-1 0,0 1 0,0 0 0,0 0 0,1 0 0,-1 0 0,0 0 0,0 0 0,0 0 0,0 0 0,0 0 0,0-1 0,0 1 0,0 0 0,0 0 0,0 0 0,0 0 0,0 0 0,0 0 0,1 0 0,-1 0 0,0 0 0,0 0 0,0 0 0,0 0 0,0 0 0,0 0 0,1 0 0,-9-8 0,0 1 0,1-1 0,0 0 0,0-1 0,1 1 0,0-1 0,1-1 0,-7-14 0,-4-5 0,2 4-341,0-2 0,2 1-1,-17-54 1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6T13:48:17.6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275 1 24575,'-6'0'0,"-37"0"0,1 1 0,-55 10 0,62-8 52,28-3-288,0 0 0,1 0-1,-1 1 1,1 0 0,-12 4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6T13:49:01.4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24575,'5'3'0,"0"1"0,1-1 0,-1 0 0,1 0 0,0 0 0,-1-1 0,13 4 0,5 2 0,312 105 0,-62-25 0,99 26 0,-233-80 0,99 30 0,169 59 0,-19-7 0,-131-42 0,-31-11 0,328 103 0,-415-128 0,-86-26 0,-2 3 0,83 35 0,81 37 0,-33-15 0,-113-46 0,125 32 0,-53-19 0,15 6 0,-58-18 0,96 41 0,128 76 0,-242-108 0,157 48 0,95-7 0,-237-60 0,79 17 0,-76-10 0,58 14 0,207 79 0,-139-45 0,-88-32 0,-23-5 0,140 50 0,-158-51 0,1-4 0,173 32 0,-76-46 0,-38-4 0,76-1 0,-149-10 0,96 14 0,293 66 0,-232-51 0,-152-22 0,112 24 0,345 84 0,-329-89 0,-87-13 0,-100-8 0,0 0 0,-1 2 0,46 20 0,-44-17 0,0 0 0,52 11 0,-42-13 0,52 18 0,-53-14 0,51 9 0,-55-16 0,1 2 0,-1 1 0,0 1 0,53 25 0,-71-27 0,2-2 0,-1-1 0,1 0 0,34 5 0,-27-6 0,42 13 0,-49-11 0,66 23 0,96 20 0,-65-31 0,61 15 0,-113-13 0,-42-12 0,0-1 0,0-2 0,1 0 0,31 3 0,-43-6 0,1 0 0,-1 1 0,0 0 0,0 0 0,0 1 0,-1 0 0,1 1 0,13 9 0,36 15 0,-35-21 0,46 9 0,-46-13 0,0 2 0,24 9 0,-26-8 0,0-1 0,1-1 0,24 3 0,-25-5 0,0 1 0,-1 1 0,38 13 0,-25-3 0,-18-7 0,1 0 0,0-1 0,0-1 0,1-1 0,-1-1 0,31 4 0,-1-3-1365,-27 0-5461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6T13:53:00.3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24575,'24'64'0,"-19"-46"0,0-1 0,10 17 0,113 247 0,-67-143 0,-24-45 0,-21-51 0,26 52 0,76 163 0,-42-84 0,10 30 0,-54-125 0,3 4 0,43 116 0,2 40 0,-58-172 0,46 96 0,176 263 0,-183-328 0,-13-20 0,4-2 0,99 112 0,-136-170-1365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6T13:53:04.8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0 282 24575,'20'1'0,"0"1"0,32 8 0,-8-1 0,-33-6 0,0 0 0,0 1 0,0 1 0,-1 0 0,0 0 0,1 1 0,-2 0 0,1 1 0,-1 0 0,0 1 0,13 14 0,-14-13 0,1-1 0,-1-1 0,1 1 0,1-1 0,-1-1 0,1 0 0,0 0 0,1-1 0,-1 0 0,22 6 0,-29-10 0,-1 0 0,0-1 0,1 0 0,-1 0 0,1 0 0,-1 0 0,1 0 0,-1 0 0,0 0 0,1-1 0,-1 0 0,1 1 0,-1-1 0,0 0 0,0 0 0,1 0 0,-1 0 0,0 0 0,3-3 0,-2 1 0,-1 0 0,1 0 0,-1 0 0,0 0 0,0 0 0,0 0 0,-1-1 0,1 1 0,-1 0 0,0-1 0,2-6 0,0-9 0,-1 1 0,-1-1 0,0 1 0,-3-23 0,2 29 0,-1-87 0,-3-39 0,1 115-1365,-2 3-5461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6T13:57:06.1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24575,'3255'0'0,"-3172"5"0,0 3 0,144 34 0,-124-20 0,112 9 0,-157-23 0,0 2 0,95 30 0,-72-17 0,555 187 0,-588-192 0,85 26 0,165 31 0,-139-27 0,-42-10 0,43 6 0,222 57 0,-224-56 0,26 6 0,-162-47 0,-4-1 0,0 0 0,0 2 0,34 13 0,15 8 0,1-3 0,97 21 0,-85-25 0,106 41 0,196 59 0,-24-9 0,-127-41 0,-56-20 0,377 107 0,-242-72 0,-99-24 0,-93-27 0,130 53 0,-19 3 0,-104-48 0,-88-31 0,1 2 0,56 26 0,-15 3 0,161 58 0,11-30 0,-29-9 0,-84-6 0,-93-35 0,75 23 0,98 32 0,-94-29 0,-20-10 0,2-4 0,165 25 0,-244-52 0,0 2 0,-1 0 0,48 18 0,-41-13 0,0-2 0,67 9 0,-26-6 0,554 89 0,-549-89 0,107 6 0,-26-4 0,-9 13 0,-97-15 0,1-3 0,80 4 0,95 8 0,-4-1 0,22-22 0,104 4 0,-242 8 0,31 1 0,1190-10 0,-648-3 0,-526-3 0,312-54 0,-373 48 0,0 3 0,111 6 0,-176 2 0,3-2 0,0-1 0,-1-2 0,56-16 0,-46 10 0,57-6 0,-48 8 0,-1-2 0,-1-2 0,0-2 0,56-25 0,101-30 0,-111 48 0,-51 13 0,0-1 0,-1-3 0,56-24 0,-76 27-66,-15 6-194,0 0 0,1 0 1,-2-1-1,16-11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6T13:57:07.8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0 177 24575,'0'-2'0,"1"-1"0,-1 1 0,1-1 0,0 1 0,0-1 0,0 1 0,0-1 0,0 1 0,1 0 0,-1 0 0,1 0 0,-1 0 0,1 0 0,0 0 0,-1 0 0,1 0 0,0 1 0,0-1 0,1 1 0,-1-1 0,0 1 0,0 0 0,4-2 0,8-3 0,0 1 0,25-7 0,-34 10 0,84-25 0,-30 9 0,66-13 0,-85 19 0,-34 9 0,-1 1 0,1 0 0,0 0 0,0 0 0,0 1 0,0 0 0,0 0 0,7 1 0,-11 0 0,-1 0 0,0 1 0,1 0 0,-1-1 0,0 1 0,0 0 0,0 0 0,0-1 0,0 1 0,0 0 0,0 0 0,0 0 0,0 0 0,0 0 0,0 1 0,0-1 0,-1 0 0,1 0 0,-1 1 0,1-1 0,-1 0 0,1 0 0,-1 1 0,0-1 0,1 3 0,3 38 0,-3-38 0,-1 0 0,2 36 0,-2 0 0,-7 65 0,3-90 0,-1 1 0,0-1 0,-14 28 0,-5 12 0,5-18-1365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6T13:57:20.2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24575,'31'3'0,"1"0"0,-1 2 0,0 2 0,47 16 0,-15-5 0,25 7 0,-20-5 0,2-3 0,98 12 0,234 29 0,-205-26 0,-12-16 0,-4 0 0,320 76 0,-251-32 0,387 79 0,-565-124 0,171 39 0,25 10 0,-65-18 0,-101-21 0,4 0 0,118 45 0,-172-53 0,83 18 0,-85-25 0,-1 3 0,52 21 0,60 25 0,186 43 0,-309-92 0,93 28 0,128 29 0,-140-37 0,-12-2 0,-61-17 0,-1 2 0,-1 2 0,0 2 0,44 24 0,-64-31 0,0-1 0,45 10 0,-42-13 0,0 2 0,29 12 0,169 74 0,-158-63 0,66 27 0,72 24 0,-109-45 0,-70-28 0,-1 0 0,0 2 0,29 17 0,-31-15 0,0-1 0,1-1 0,0-1 0,1-1 0,28 7 0,-16-5 0,-1 2 0,61 33 0,99 62 0,-84-44 0,27 25 0,-80-44 0,-3 3 0,61 65 0,-108-103 0,-1 0 0,0 1 0,-1 0 0,0 0 0,-1 1 0,8 20 0,22 78 0,-26-79 0,1 0 0,2-1 0,0 0 0,33 50 0,-37-64 0,-1 1 0,-1 0 0,0 0 0,6 28 0,14 35 0,-16-55 0,-1 1 0,-1 0 0,-2 1 0,-1 0 0,0 0 0,-2 0 0,-1 0 0,-2 44 0,-2 504 0,0-560 0,-2 0 0,1 0 0,-2 0 0,0-1 0,0 1 0,-2-1 0,0 0 0,0-1 0,-12 18 0,-11 29 0,-1 1 0,-2-1 0,-2-2 0,-3-1 0,-3-2 0,-63 68 0,39-39 0,47-59 0,-1-1 0,-24 25 0,27-36 0,-1-2 0,1 1 0,-2-2 0,-23 13 0,-35 21 0,59-31 0,0-1 0,-1-1 0,0-1 0,-1-1 0,0 0 0,-1-1 0,0-1 0,0-1 0,-1 0 0,1-2 0,-1 0 0,-32 1 0,15-2 0,-76 15 0,2 0 0,-147-15 0,137-5 0,-875 2 0,968-2-170,0 0-1,0-3 0,0 0 1,1-2-1,0 0 0,0-2 1,-33-16-1,42 16-6655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6T13:57:23.1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280 404 24575,'0'-3'0,"-1"-1"0,0 1 0,1 0 0,-1 0 0,-1-1 0,1 1 0,0 0 0,-1 0 0,1 0 0,-1 0 0,0 0 0,0 1 0,0-1 0,-3-2 0,-40-37 0,29 29 0,-12-9 0,-33-21 0,-24-20 0,83 62 0,0-1 0,0 1 0,1-1 0,-1 1 0,1-1 0,0 1 0,-1-1 0,1 0 0,0 0 0,0 0 0,0 0 0,0 0 0,0 0 0,1 0 0,-1 0 0,0 0 0,1 0 0,0-1 0,-1 1 0,1 0 0,0 0 0,0 0 0,1-4 0,0 3 0,0 1 0,0 0 0,0 0 0,0 0 0,1 0 0,-1 0 0,0 0 0,1 0 0,0 0 0,-1 0 0,1 1 0,0-1 0,0 1 0,0-1 0,0 1 0,0 0 0,0 0 0,1 0 0,-1 0 0,0 0 0,4-1 0,110-26 57,-79 20-531,0-1 0,57-21 0,-70 19-6352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8T16:28:50.9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1 421 24575,'0'-2'0,"0"0"0,1 0 0,-1 0 0,1 1 0,-1-1 0,1 0 0,0 0 0,-1 0 0,1 1 0,0-1 0,0 1 0,0-1 0,1 1 0,-1-1 0,0 1 0,0-1 0,1 1 0,-1 0 0,4-2 0,32-17 0,-36 20 0,35-15 0,2 2 0,71-15 0,85-4 0,-86 16 0,661-144 0,-580 123 0,-55 13 0,-84 15 0,86-3 0,-5 1 0,-40 3-1365,-67 7-5461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8T16:28:52.4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24575,'98'4'0,"187"31"0,-221-26 0,-33-5 0,0 1 0,-1 1 0,49 16 0,-78-22 0,0 1 0,0-1 0,0 0 0,0 1 0,0-1 0,0 0 0,0 1 0,0 0 0,0-1 0,0 1 0,-1-1 0,1 1 0,0 0 0,0 0 0,-1-1 0,1 1 0,0 0 0,-1 0 0,1 0 0,0 0 0,-1 0 0,0 0 0,1 0 0,-1 0 0,0 0 0,1 0 0,-1 0 0,0 0 0,0 0 0,0 0 0,0 0 0,0 0 0,0 0 0,0 0 0,0 0 0,0 1 0,0-1 0,-1 0 0,1 0 0,0 0 0,-1 0 0,1 0 0,-1 0 0,1-1 0,-1 1 0,0 0 0,1 0 0,-1 0 0,0 0 0,0 0 0,-6 7 0,0-1 0,-1 0 0,0 0 0,-10 7 0,12-10 0,-200 166 0,185-154-286,-31 20 0,41-29-507,-15 10-6033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9T12:04:44.6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1 839 24575,'4'-4'0,"0"-1"0,0 0 0,1 1 0,0 0 0,0 0 0,0 0 0,0 1 0,1 0 0,-1 0 0,1 0 0,11-4 0,1-1 0,47-21 0,1 3 0,80-19 0,149-25 0,-230 56 0,1432-259-877,-199 82 877,-725 146 443,-325 32-155,252-8-128,65-4-174,375-4-1351,-900 29-5461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9T12:04:47.0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24575,'33'3'0,"0"1"0,1 1 0,-2 2 0,37 13 0,-58-17 0,53 21 0,-60-23 0,-1 1 0,1 0 0,0 0 0,-1 0 0,0 0 0,1 1 0,-1-1 0,0 1 0,0 0 0,-1 0 0,1 0 0,-1 0 0,1 1 0,1 3 0,-3-5 0,-1 0 0,0 0 0,0 0 0,1 0 0,-1 0 0,0 0 0,-1 0 0,1 0 0,0 0 0,-1 0 0,1 0 0,-1 0 0,1-1 0,-1 1 0,0 0 0,0 0 0,0 0 0,0-1 0,0 1 0,0 0 0,-3 2 0,-35 34 0,24-26 0,-6 8 0,-6 4 0,1 1 0,1 1 0,-38 52 0,48-57-165,-28 30 0,30-37-870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9T12:05:16.1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27 24575,'1726'0'0,"-1437"-13"0,16-1 0,-192 15-1365,-71-1-5461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9T12:05:17.9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24575,'5'1'0,"-1"0"0,0 1 0,1 0 0,-1 0 0,0 0 0,0 0 0,0 1 0,-1 0 0,7 5 0,-7-6 0,13 12 0,13 9 0,0-1 0,1-1 0,38 19 0,-28-21 0,0-1 0,84 23 0,-121-41 0,0 1 0,0 0 0,0 0 0,0 0 0,0 0 0,0 1 0,0-1 0,0 1 0,-1-1 0,1 1 0,0 0 0,-1 0 0,0 0 0,1 0 0,-1 1 0,0-1 0,0 1 0,-1-1 0,1 1 0,0 0 0,-1 0 0,1-1 0,-1 1 0,0 0 0,0 0 0,0 0 0,-1 1 0,1-1 0,-1 0 0,1 0 0,-1 0 0,0 0 0,0 0 0,-1 1 0,1-1 0,-1 0 0,1 0 0,-1 0 0,0 0 0,0 0 0,0 0 0,-3 4 0,-5 11 0,0-1 0,-1 0 0,-2 0 0,1-1 0,-23 24 0,0-5 0,-47 36 0,77-68 0,-1 0 0,1 0 0,-1-1 0,1 0 0,-1 0 0,0 0 0,0-1 0,-9 3 0,8-3 0,0 0 0,0 1 0,0 0 0,1 0 0,-11 6 0,-54 41-1365,46-28-5461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9T12:17:12.5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1 705 24575,'204'57'0,"23"6"0,904 144 0,12-67 0,-954-118 0,980 64 0,-954-75 0,946 24 0,2-36 0,-553-1 0,526 3 0,859-5 0,-1661-8 0,377-62 0,318-117 0,-307 10 0,-552 126 0,-2-7 0,181-95 0,-191 73 0,-14 7 0,271-106 0,-285 137-455,-3-5 0,136-78 0,-231 111-6371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9T12:17:13.8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41 24575,'995'0'0,"-985"0"0,0 0 0,0 0 0,0-1 0,0 0 0,-1-1 0,1 0 0,0 0 0,-1-1 0,1-1 0,13-6 0,-13 0 0,-16 5 0,4 5 0,-1-1 0,1 1 0,-1 0 0,1 0 0,-1 0 0,1 0 0,-1 1 0,1-1 0,-3 2 0,-5 2 0,0 1 0,1 0 0,0 1 0,0 0 0,0 0 0,-13 13 0,-12 9 0,-677 450-1365,673-455-5461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9T12:17:29.1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0 297 24575,'75'-1'0,"0"-3"0,111-20 0,764-128 0,209 71 0,-1130 80 0,10-2 0,804-28 0,5078 34 0,-3095-5 0,-2703 2 0,264 3 0,-4 34 0,-47 26-1365,-268-50-5461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9T12:17:35.6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 1 24575,'5'4'0,"1"0"0,-1 0 0,1 0 0,0-1 0,1 0 0,12 5 0,0 0 0,263 120 0,-276-125 0,0 1 0,0-1 0,-1 2 0,0-1 0,1 0 0,-2 1 0,1 0 0,0 0 0,-1 1 0,0-1 0,0 1 0,4 10 0,-5-10 0,1 0 0,-1 0 0,1 0 0,0-1 0,0 1 0,1-1 0,0 0 0,0-1 0,0 1 0,0-1 0,1 0 0,0 0 0,6 3 0,-3-4 0,23 9 0,-32-12 0,1 1 0,-1-1 0,0 0 0,1 0 0,-1 0 0,0 0 0,1 0 0,-1 1 0,0-1 0,1 0 0,-1 0 0,0 1 0,1-1 0,-1 0 0,0 0 0,0 1 0,1-1 0,-1 0 0,0 1 0,0-1 0,1 0 0,-1 1 0,0-1 0,0 1 0,0-1 0,0 0 0,0 1 0,0-1 0,0 1 0,0-1 0,0 0 0,0 1 0,0-1 0,0 1 0,0-1 0,0 0 0,0 1 0,0-1 0,0 0 0,0 1 0,0-1 0,-1 1 0,1-1 0,0 0 0,0 1 0,0-1 0,-1 0 0,1 1 0,0-1 0,-1 0 0,1 0 0,0 1 0,0-1 0,-1 0 0,1 0 0,0 1 0,-1-1 0,1 0 0,-1 0 0,-25 14 0,0-2 0,-44 16 0,15-8 0,-62 26 0,-118 52 0,191-71-1365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6T11:11:18.7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23 24575,'1'-1'0,"0"0"0,0 0 0,0 0 0,0 0 0,0 0 0,0 0 0,0 1 0,0-1 0,0 0 0,0 1 0,1-1 0,-1 1 0,0-1 0,1 1 0,-1-1 0,0 1 0,1 0 0,-1 0 0,0 0 0,1 0 0,-1 0 0,3 0 0,0-1 0,278-8 0,-203 9 0,-4 2 0,127 20 0,72 33 0,-255-51 0,42 7 0,0-3 0,71 1 0,-75-4 0,0 2 0,69 19 0,28 4 0,187 12 0,-119-17 0,-44-7 0,157 26 0,-242-30 0,1-3 0,131-4 0,-111-5 0,-56 3 0,113 23 0,-35-3 0,364 34 0,331 46 0,-372-42 0,-197-51 0,-139-9 0,121 19 0,-94-3 0,272-2 0,-295-19 0,3-1 0,152 16 0,-8 30 0,-154-21 0,205 12 0,-224-28 0,160 33 0,-80-10 0,11-11 0,234-8 0,-102-7 0,-268 2 0,-1 3 0,65 16 0,7 2 0,82-5 0,-163-19 0,1 4 0,51 12 0,-22-4 0,330 50 0,-319-46 0,157 52 0,48 11 0,63-19 0,-324-53 0,0 0 0,0 2 0,28 14 0,-7-3 0,-32-11 0,1 1 0,-2 0 0,0 2 0,0 0 0,-1 1 0,25 27 0,-29-26 0,0 0 0,-1 1 0,0 0 0,-1 1 0,10 23 0,41 101 0,-34-71 0,-22-56 0,-2-1 0,0 1 0,0 0 0,-2 0 0,0 0 0,0 0 0,0 29 0,-3-31-455,1 0 0,5 24 0,-2-19-6371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6T11:11:20.1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77 24575,'0'-1'0,"0"0"0,1 1 0,-1-1 0,0 0 0,0 0 0,1 0 0,-1 1 0,1-1 0,-1 0 0,0 0 0,1 1 0,0-1 0,-1 0 0,1 1 0,-1-1 0,1 1 0,0-1 0,-1 1 0,1-1 0,0 1 0,0-1 0,-1 1 0,1-1 0,0 1 0,0 0 0,0 0 0,-1-1 0,1 1 0,0 0 0,0 0 0,0 0 0,0 0 0,0 0 0,-1 0 0,1 0 0,0 0 0,2 1 0,32 7 0,-5 7 0,0 1 0,-1 1 0,28 24 0,-55-40 0,0 1 0,0 0 0,0-1 0,0 1 0,1-1 0,-1 0 0,1 0 0,-1 0 0,1 0 0,-1 0 0,1 0 0,-1-1 0,1 1 0,0-1 0,-1 0 0,1 0 0,0 0 0,2 0 0,-2-1 0,0-1 0,0 1 0,-1-1 0,1 1 0,0-1 0,-1 0 0,1 0 0,-1 0 0,0 0 0,0 0 0,0 0 0,0-1 0,0 1 0,0-1 0,2-4 0,18-27-455,1 1 0,34-38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6T11:11:27.1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1579 24575,'44'-8'0,"-4"0"0,152 2 0,-120 6 0,120-16 0,-176 14 0,63-10 0,0-4 0,139-46 0,-191 54 0,0 0 0,29-4 0,17-4 0,-23 4 0,83-7 0,-23 4 0,18-7 0,0 5 0,155 0 0,-255 16 0,1-2 0,27-5 0,3-1 0,-41 6 0,1-1 0,25-9 0,10-3 0,48-13 0,-75 19 0,1 2 0,-1 1 0,2 1 0,-1 1 0,41-1 0,-50 5 0,0 0 0,1-2 0,-1 0 0,26-9 0,22-4 0,-40 13 0,43-1 0,-41 4 0,35-6 0,185-41 0,-11 5 0,-159 30 0,127-3 0,-132 12 0,9-6 0,154-36 0,-83-2 0,3 1 0,6-1 0,376-49 0,-419 80 0,146-15 0,-42-1 0,-150 19 0,143-8 0,-7 10 0,13 1 0,-99 12 0,127-3 0,-170-10 0,-49 7 0,44-3 0,137 9 0,150-3 0,-252-9 0,43-2 0,45 2 0,6-1 0,529 12 0,-611-11 0,-6-1 0,767 9 0,-432 4 0,468-2 0,-790-11 0,-12 0 0,-96 9 0,0-1 0,0-1 0,-1-1 0,33-12 0,-29 9 0,0 1 0,44-7 0,-9 11 0,-45 3 0,0-1 0,-1 0 0,1 0 0,0-2 0,-1 0 0,1-1 0,22-8 0,29-16 0,87-25 0,-99 36 0,-15 3 0,65-35 0,-69 30 0,2 2 0,39-13 0,50-14 0,-109 37 0,0-2 0,0 0 0,-1 0 0,0-2 0,16-13 0,21-16-1365,-36 30-5461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6T11:11:29.0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0 105 24575,'0'-1'0,"1"1"0,-1-1 0,0 0 0,1 1 0,-1-1 0,1 0 0,-1 1 0,1-1 0,-1 1 0,1-1 0,-1 1 0,1-1 0,0 1 0,-1-1 0,1 1 0,0-1 0,-1 1 0,1 0 0,0-1 0,0 1 0,-1 0 0,1 0 0,0 0 0,0 0 0,1-1 0,24-3 0,-22 4 0,28-6 0,-1-1 0,55-19 0,-28 7 0,-33 11 0,1 1 0,-1 2 0,1 1 0,41-3 0,-65 8 0,0-1 0,0 0 0,0 0 0,0 1 0,0-1 0,0 1 0,0 0 0,0 0 0,0 0 0,0 0 0,0 0 0,0 0 0,0 0 0,-1 0 0,1 1 0,0-1 0,-1 1 0,1-1 0,-1 1 0,0 0 0,0-1 0,1 1 0,-1 0 0,0 0 0,0 0 0,-1 0 0,1 0 0,0 0 0,-1 0 0,1 0 0,-1 0 0,1 0 0,-1 4 0,1 9 0,0 1 0,-1 0 0,-4 27 0,2-14 0,1 56-1365,1-67-5461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6T11:15:46.9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944 2143 24575,'-10'-1'0,"1"0"0,0-1 0,-1 0 0,1-1 0,0 0 0,-15-7 0,12 5 0,0 0 0,-24-5 0,-44 3 0,68 8 0,0-1 0,0-1 0,0 0 0,0-1 0,0 0 0,0-1 0,1 0 0,-1-1 0,1 0 0,-21-11 0,-4-6 0,-39-16 0,-33-19 0,84 39 0,1-2 0,0 0 0,2-2 0,0 0 0,1-2 0,2 0 0,0-1 0,-21-37 0,21 31 0,2 0 0,1-1 0,1-1 0,1 0 0,2-1 0,2 0 0,1 0 0,1-1 0,-2-39 0,-4-31 0,7 63 0,-1-55 0,6 60 0,1-11 0,6-58 0,-4 89 0,0 1 0,2-1 0,0 1 0,1 0 0,0 0 0,1 0 0,13-22 0,37-47 0,4 2 0,3 3 0,107-105 0,-133 150 0,57-40 0,-39 32 0,-30 26 0,0 2 0,1 0 0,0 1 0,48-15 0,-59 22 0,26-7 0,82-15 0,-3 2 0,-61 12 0,0 4 0,86-6 0,319 10 0,-269 8 0,6948-2 0,-6990 7 0,218 39 0,-366-45 0,235 55 0,-50-9 0,163 13 0,153 34 0,-378-63 0,458 120 0,-563-144 0,49 12 0,-1 3 0,0 4 0,84 43 0,11 5 0,-72-35 0,222 81 0,-129-52 0,-68-20 0,-47-17 0,108 30 0,-107-50 0,-52-9 0,40 10 0,-31-3 0,2-1 0,35 16 0,-57-19 0,1 0 0,-1 0 0,0 1 0,-1 1 0,1-1 0,-1 2 0,8 8 0,-9-8 0,11 11 0,24 32 0,-37-43 0,0 1 0,-1 0 0,0 0 0,-1 1 0,0-1 0,0 1 0,2 12 0,1 6 0,-2 0 0,0 0 0,0 37 0,-5-53 0,-1-1 0,0 1 0,0-1 0,-1 0 0,-1 1 0,0-1 0,0 0 0,-1-1 0,-1 1 0,0-1 0,-6 11 0,4-8 0,-1 0 0,-1 0 0,0-1 0,-1 0 0,0 0 0,0-1 0,-1-1 0,-1 0 0,0-1 0,0 0 0,-1 0 0,0-1 0,-23 9 0,-24 9 0,35-15 0,0 0 0,-29 7 0,-12 2 0,-18 4 0,-7-5 0,10-1 0,-1-3 0,-160 8 0,-3782-25 0,2341 3 0,1647 1 0,-66 12 0,53-6 0,-9 1 0,27-3 0,0-1 0,-36 0 0,-14-6 0,29-1 0,1 3 0,-99 14 0,97-8 0,1-2 0,-1-3 0,-62-5 0,14 1 0,-4624 2 0,4702 1 0,-1 2 0,-26 5 0,24-3 0,-39 2 0,19-7-1365,26 0-5461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6T11:16:22.6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2184 1174 24575,'-7'-1'0,"-1"0"0,0-1 0,1 0 0,-1 0 0,1-1 0,-12-5 0,-17-5 0,-148-27 0,165 36 0,1-1 0,0-1 0,1-1 0,-1-1 0,1 0 0,-23-15 0,-39-18 0,-135-51 0,-167-69 0,320 133 0,1-3 0,-78-53 0,75 44 0,-14-12 0,40 27 0,-40-22 0,16 15 0,1-3 0,-102-78 0,113 74 0,-143-130 0,151 118-1365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6T11:16:24.8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167 383 24575,'-5'-1'0,"0"0"0,0 0 0,1 0 0,-1-1 0,0 1 0,1-1 0,-1 0 0,1-1 0,0 1 0,-1-1 0,1 0 0,-7-6 0,3 1 0,0 1 0,0-1 0,0-1 0,-9-14 0,8 6 0,2 0 0,-1 0 0,2-1 0,1 0 0,0-1 0,1 1 0,1-1 0,1 1 0,0-1 0,1 0 0,3-25 0,-2 41 0,1 1 0,-1 0 0,1-1 0,0 1 0,-1 0 0,1-1 0,0 1 0,1 0 0,-1 0 0,0 0 0,0 0 0,1 0 0,-1 0 0,1 1 0,0-1 0,-1 0 0,1 1 0,0-1 0,0 1 0,0 0 0,0-1 0,0 1 0,1 0 0,-1 0 0,0 0 0,0 1 0,1-1 0,-1 1 0,3-1 0,8-1 0,1 0 0,0 1 0,-1 1 0,15 1 0,-9 0 0,18 0-455,-1 1 0,40 8 0,-49-4-6371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9T12:48:14.0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43 412 24575,'2'-3'0,"1"0"0,0 0 0,-1 0 0,1 0 0,0 0 0,1 0 0,-1 1 0,5-3 0,2-3 0,13-11 0,0 0 0,1 2 0,1 1 0,47-23 0,-42 26 0,0 1 0,1 2 0,0 1 0,1 2 0,0 1 0,39-3 0,487-57 0,-146 5 0,-72 36 0,-201 19 0,553-26 0,-11 23 0,-412 11 0,2260-2 0,-2465 0 0,0 2 0,0 4 0,0 2 0,-1 3 0,96 30 0,-28 9 0,-116-42 0,1 0 0,-2 1 0,1 0 0,-1 1 0,-1 1 0,14 14 0,-20-19 0,-1 0 0,-1 0 0,1 1 0,-1-1 0,0 1 0,0 0 0,-1 1 0,0-1 0,-1 1 0,1 0 0,-1 0 0,-1 0 0,0 0 0,0 0 0,0 1 0,-1-1 0,0 1 0,-1-1 0,-1 11 0,1-12 0,-1 1 0,0-1 0,0 0 0,-1 0 0,0 0 0,-1 0 0,1-1 0,-1 1 0,0-1 0,-1 1 0,0-1 0,0 0 0,0-1 0,0 1 0,-1-1 0,0 1 0,0-1 0,-1-1 0,-6 5 0,-13 8 0,0-1 0,-2-1 0,-37 15 0,15-7 0,35-17 0,-1-1 0,0 0 0,0-2 0,-30 5 0,-10 2 0,-35 14 0,44-11 0,-1-2 0,-88 9 0,-142 6 0,-45 1 0,-447-23 0,422-6 0,-3563 2 0,3704-16 0,100 5 0,104 10 0,-84-10 0,78 10 0,1-1 0,-1 0 0,1 0 0,0-1 0,0 0 0,0 0 0,0-1 0,0 0 0,-6-5 0,8 3 0,1 1 0,-1-1 0,1-1 0,0 1 0,0-1 0,1 1 0,0-1 0,0 0 0,1 0 0,-4-14 0,-10-25 0,13 39-195,0 0 0,1-1 0,-1 1 0,2-1 0,-1 1 0,0-14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6T13:17:15.38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24575,'136'10'0,"-116"-7"0,282 18 0,-268-22 0,1 3 0,0 0 0,44 10 0,-14 1 160,128 7-1,66-17-837,-161-4-328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6T13:17:19.12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1305 35 24575,'-913'0'0,"870"-3"0,-73-12 0,74 8 0,-82-3 0,57 11-1365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6T14:02:52.7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5141 24575,'7'-1'0,"-1"0"0,0 1 0,0-2 0,0 1 0,0-1 0,0 0 0,0 0 0,-1 0 0,1-1 0,-1 0 0,1 0 0,6-6 0,7-7 0,33-33 0,-38 35 0,307-333 0,-216 232 0,214-260 0,-231 267 0,91-128 0,-4 6 0,486-501 0,47 44 0,-69 172 0,-487 400 0,182-154 0,-229 185 0,-26 23 0,10-11 0,186-112 0,-145 93 0,-37 23 0,-79 59 0,31-20 0,69-35 0,-18 17 0,-45 20 0,1 3 0,98-30 0,158-52 0,-136 42 0,-150 56 0,1-1 0,-2-1 0,1-1 0,-1 0 0,-1-2 0,33-27 0,-31 22 8,2 1 0,0 1-1,1 1 1,38-17 0,113-36-198,-77 31-1024,-64 24-5612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6T14:02:54.0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65 24575,'127'1'0,"144"-3"0,-50-21 0,-195 20 0,0 0 0,0-2 0,-1-1 0,39-13 0,-63 18 0,1 0 0,0 0 0,0 1 0,0-1 0,0 1 0,0 0 0,-1-1 0,1 1 0,0 0 0,0 0 0,0 0 0,0 0 0,0 1 0,0-1 0,0 0 0,0 1 0,0-1 0,-1 1 0,1 0 0,0 0 0,0 0 0,-1-1 0,4 3 0,-4 0 0,1-1 0,0 0 0,-1 1 0,0-1 0,1 1 0,-1 0 0,0-1 0,0 1 0,-1 0 0,1 0 0,0 0 0,-1 0 0,0-1 0,0 1 0,0 4 0,-1 8 0,-1 0 0,0 0 0,-1 0 0,-1 0 0,0 0 0,-1-1 0,0 1 0,-10 16 0,4-8 0,-12 43 0,15-33-113,-33 105-1139,33-117-5574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6T14:02:56.2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24575,'1'1'0,"-1"0"0,0 0 0,1 0 0,-1-1 0,1 1 0,-1 0 0,1 0 0,-1-1 0,1 1 0,0-1 0,-1 1 0,1 0 0,0-1 0,-1 1 0,1-1 0,0 0 0,0 1 0,0-1 0,-1 1 0,1-1 0,2 0 0,23 8 0,-20-6 0,30 6 0,50 5 0,26 6 0,438 122 0,7 18 0,-396-104 0,154 74 0,-292-119 0,77 37 0,44 18 0,167 82 0,-14 27 0,162 82 0,-358-211 0,63 32 0,-129-60 0,49 18 0,24 10 0,2 9 0,-39-20 0,-1 2 0,88 63 0,-130-79 0,19 17 0,2-3 0,66 34 0,-43-29 0,84 62 0,-78-48 0,-59-42-1365,-2-1-5461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6T14:02:57.7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1 405 24575,'451'0'0,"-447"1"0,0-1 0,-1-1 0,1 1 0,0 0 0,0-1 0,-1 0 0,1 0 0,-1 0 0,8-3 0,-11 3 0,1 1 0,0-1 0,0 0 0,0 0 0,-1 0 0,1 0 0,0 1 0,-1-1 0,1 0 0,-1 0 0,1 0 0,-1-1 0,0 1 0,1 0 0,-1 0 0,0 0 0,0 0 0,0 0 0,1 0 0,-1 0 0,0 0 0,-1-1 0,1 1 0,0 0 0,0 0 0,0 0 0,-1 0 0,1 0 0,0 0 0,-1 0 0,1 0 0,-1 0 0,1 0 0,-1 0 0,0 0 0,-1-1 0,-41-83-682,-55-160-1,87 217-6143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6T14:05:04.1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1675 24575,'42'-1'0,"-1"-2"0,1-3 0,-1-1 0,61-18 0,155-68 0,-189 66 0,493-168 0,-472 168 0,805-258 0,164-26 0,-209 163 0,-272 57 0,-11-44 0,-132-14 0,-411 140 0,0 0 0,-1-1 0,28-18 0,-16 8-36,0 3-1,72-27 1,-51 23-1220,-24 8-5570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6T14:05:05.4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46 24575,'14'-5'0,"-1"1"0,1 1 0,-1 0 0,1 0 0,0 2 0,0 0 0,27 1 0,-9-1 0,397-23 0,-425 24 0,0-1 0,1 1 0,-1 0 0,0 0 0,1 1 0,-1-1 0,0 1 0,0 0 0,8 2 0,-12-2 0,1-1 0,-1 1 0,1-1 0,-1 1 0,1-1 0,-1 1 0,1-1 0,-1 1 0,1-1 0,-1 1 0,1-1 0,-1 1 0,0 0 0,1-1 0,-1 1 0,0 0 0,0-1 0,0 1 0,1 0 0,-1 0 0,0-1 0,0 2 0,0 1 0,-1 0 0,1-1 0,-1 1 0,0 0 0,0-1 0,1 1 0,-2-1 0,1 1 0,-1 2 0,-14 18 0,-1 1 0,0-2 0,-2 0 0,-22 20 0,7-6 0,-54 58-44,-120 133-1277,189-205-5505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8T16:28:50.9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1 421 24575,'0'-2'0,"0"0"0,1 0 0,-1 0 0,1 1 0,-1-1 0,1 0 0,0 0 0,-1 0 0,1 1 0,0-1 0,0 1 0,0-1 0,1 1 0,-1-1 0,0 1 0,0-1 0,1 1 0,-1 0 0,4-2 0,32-17 0,-36 20 0,35-15 0,2 2 0,71-15 0,85-4 0,-86 16 0,661-144 0,-580 123 0,-55 13 0,-84 15 0,86-3 0,-5 1 0,-40 3-1365,-67 7-5461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8T16:28:52.4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24575,'98'4'0,"187"31"0,-221-26 0,-33-5 0,0 1 0,-1 1 0,49 16 0,-78-22 0,0 1 0,0-1 0,0 0 0,0 1 0,0-1 0,0 0 0,0 1 0,0 0 0,0-1 0,0 1 0,-1-1 0,1 1 0,0 0 0,0 0 0,-1-1 0,1 1 0,0 0 0,-1 0 0,1 0 0,0 0 0,-1 0 0,0 0 0,1 0 0,-1 0 0,0 0 0,1 0 0,-1 0 0,0 0 0,0 0 0,0 0 0,0 0 0,0 0 0,0 0 0,0 0 0,0 0 0,0 1 0,0-1 0,-1 0 0,1 0 0,0 0 0,-1 0 0,1 0 0,-1 0 0,1-1 0,-1 1 0,0 0 0,1 0 0,-1 0 0,0 0 0,0 0 0,-6 7 0,0-1 0,-1 0 0,0 0 0,-10 7 0,12-10 0,-200 166 0,185-154-286,-31 20 0,41-29-507,-15 10-6033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9T12:04:44.6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1 839 24575,'4'-4'0,"0"-1"0,0 0 0,1 1 0,0 0 0,0 0 0,0 0 0,0 1 0,1 0 0,-1 0 0,1 0 0,11-4 0,1-1 0,47-21 0,1 3 0,80-19 0,149-25 0,-230 56 0,1432-259-877,-199 82 877,-725 146 443,-325 32-155,252-8-128,65-4-174,375-4-1351,-900 29-5461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9T12:04:47.0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24575,'33'3'0,"0"1"0,1 1 0,-2 2 0,37 13 0,-58-17 0,53 21 0,-60-23 0,-1 1 0,1 0 0,0 0 0,-1 0 0,0 0 0,1 1 0,-1-1 0,0 1 0,0 0 0,-1 0 0,1 0 0,-1 0 0,1 1 0,1 3 0,-3-5 0,-1 0 0,0 0 0,0 0 0,1 0 0,-1 0 0,0 0 0,-1 0 0,1 0 0,0 0 0,-1 0 0,1 0 0,-1 0 0,1-1 0,-1 1 0,0 0 0,0 0 0,0 0 0,0-1 0,0 1 0,0 0 0,-3 2 0,-35 34 0,24-26 0,-6 8 0,-6 4 0,1 1 0,1 1 0,-38 52 0,48-57-165,-28 30 0,30-37-870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9T12:05:16.1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27 24575,'1726'0'0,"-1437"-13"0,16-1 0,-192 15-1365,-71-1-5461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9T12:05:17.9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24575,'5'1'0,"-1"0"0,0 1 0,1 0 0,-1 0 0,0 0 0,0 0 0,0 1 0,-1 0 0,7 5 0,-7-6 0,13 12 0,13 9 0,0-1 0,1-1 0,38 19 0,-28-21 0,0-1 0,84 23 0,-121-41 0,0 1 0,0 0 0,0 0 0,0 0 0,0 0 0,0 1 0,0-1 0,0 1 0,-1-1 0,1 1 0,0 0 0,-1 0 0,0 0 0,1 0 0,-1 1 0,0-1 0,0 1 0,-1-1 0,1 1 0,0 0 0,-1 0 0,1-1 0,-1 1 0,0 0 0,0 0 0,0 0 0,-1 1 0,1-1 0,-1 0 0,1 0 0,-1 0 0,0 0 0,0 0 0,-1 1 0,1-1 0,-1 0 0,1 0 0,-1 0 0,0 0 0,0 0 0,0 0 0,-3 4 0,-5 11 0,0-1 0,-1 0 0,-2 0 0,1-1 0,-23 24 0,0-5 0,-47 36 0,77-68 0,-1 0 0,1 0 0,-1-1 0,1 0 0,-1 0 0,0 0 0,0-1 0,-9 3 0,8-3 0,0 0 0,0 1 0,0 0 0,1 0 0,-11 6 0,-54 41-1365,46-28-5461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9T12:17:12.5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1 705 24575,'204'57'0,"23"6"0,904 144 0,12-67 0,-954-118 0,980 64 0,-954-75 0,946 24 0,2-36 0,-553-1 0,526 3 0,859-5 0,-1661-8 0,377-62 0,318-117 0,-307 10 0,-552 126 0,-2-7 0,181-95 0,-191 73 0,-14 7 0,271-106 0,-285 137-455,-3-5 0,136-78 0,-231 111-6371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9T12:17:13.8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41 24575,'995'0'0,"-985"0"0,0 0 0,0 0 0,0-1 0,0 0 0,-1-1 0,1 0 0,0 0 0,-1-1 0,1-1 0,13-6 0,-13 0 0,-16 5 0,4 5 0,-1-1 0,1 1 0,-1 0 0,1 0 0,-1 0 0,1 0 0,-1 1 0,1-1 0,-3 2 0,-5 2 0,0 1 0,1 0 0,0 1 0,0 0 0,0 0 0,-13 13 0,-12 9 0,-677 450-1365,673-455-5461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9T12:17:29.1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0 297 24575,'75'-1'0,"0"-3"0,111-20 0,764-128 0,209 71 0,-1130 80 0,10-2 0,804-28 0,5078 34 0,-3095-5 0,-2703 2 0,264 3 0,-4 34 0,-47 26-1365,-268-50-5461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9T12:17:35.6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 1 24575,'5'4'0,"1"0"0,-1 0 0,1 0 0,0-1 0,1 0 0,12 5 0,0 0 0,263 120 0,-276-125 0,0 1 0,0-1 0,-1 2 0,0-1 0,1 0 0,-2 1 0,1 0 0,0 0 0,-1 1 0,0-1 0,0 1 0,4 10 0,-5-10 0,1 0 0,-1 0 0,1 0 0,0-1 0,0 1 0,1-1 0,0 0 0,0-1 0,0 1 0,0-1 0,1 0 0,0 0 0,6 3 0,-3-4 0,23 9 0,-32-12 0,1 1 0,-1-1 0,0 0 0,1 0 0,-1 0 0,0 0 0,1 0 0,-1 1 0,0-1 0,1 0 0,-1 0 0,0 1 0,1-1 0,-1 0 0,0 0 0,0 1 0,1-1 0,-1 0 0,0 1 0,0-1 0,1 0 0,-1 1 0,0-1 0,0 1 0,0-1 0,0 0 0,0 1 0,0-1 0,0 1 0,0-1 0,0 0 0,0 1 0,0-1 0,0 1 0,0-1 0,0 0 0,0 1 0,0-1 0,0 0 0,0 1 0,0-1 0,-1 1 0,1-1 0,0 0 0,0 1 0,0-1 0,-1 0 0,1 1 0,0-1 0,-1 0 0,1 0 0,0 1 0,0-1 0,-1 0 0,1 0 0,0 1 0,-1-1 0,1 0 0,-1 0 0,-25 14 0,0-2 0,-44 16 0,15-8 0,-62 26 0,-118 52 0,191-71-1365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A730ED-768F-4E32-988D-F657BA38C433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8672B4-E600-44FA-9044-B7543EAA0A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873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8672B4-E600-44FA-9044-B7543EAA0A9C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6269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8672B4-E600-44FA-9044-B7543EAA0A9C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1966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8672B4-E600-44FA-9044-B7543EAA0A9C}" type="slidenum">
              <a:rPr lang="en-US" smtClean="0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9260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6AB85-A485-66FF-88B6-2D8E40625F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5714BC-DD20-B3B9-4165-8306C1D51B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3A9FB7-9B02-4E11-4959-E1FE7EF90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77924-099F-4094-BDB3-CD57C5B45D11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B41168-3114-C12E-E23F-F635F97DC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33FA82-AACF-0BF5-2B5E-BAAC1E9A9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04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98F24-99BE-E5CE-431C-B95CF2F96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448589-3D6D-5C33-46C6-BA12BDDA55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8C2900-550C-620C-FEF8-C5A09DC98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77924-099F-4094-BDB3-CD57C5B45D11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6157B0-633C-EB86-959C-E5D11EC19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52D4F1-433B-F374-C00A-D3FAE71C5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807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CA01B-F66A-443E-E19F-19FBE7F2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69C2AE-AE5B-971B-C7AD-68A297E010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62B7ED-D94C-8F16-FF7B-5DAC04324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77924-099F-4094-BDB3-CD57C5B45D11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79C466-8D95-DDA2-AAFC-BDCE42B7B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1DF52B-3BF2-5E85-F266-22EAE98C0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640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CCB09-F70E-97ED-600C-5665836B5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DE474-FDE0-759C-E3B2-F8C273A1F9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BE2DFE-AC4C-3F1C-D9A1-9314947947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978FAA-6858-6142-1F26-13795A4EE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77924-099F-4094-BDB3-CD57C5B45D11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CC7F70-611E-33BE-F822-6228E7FEB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C30888-2A12-2E36-51D6-1BA3CFFB5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382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24C2F-7D13-531C-F6A2-450488128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AB5256-36C3-0815-5F67-6DBF70BDC2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D06AE4-E4CB-A853-18C7-3DBF5580A5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DE2957-0FAA-236A-7325-1265280D1F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8F4523-3D54-83D9-E2BF-BEABCC5EA4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70EC1F-B04F-C190-D4D1-EB940422F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77924-099F-4094-BDB3-CD57C5B45D11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CC8352-670A-8DA6-9D2D-5A194074E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894EB7-A2E3-F391-9D4B-BFDFE0036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664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44DC3-B3C9-8EEE-9C58-379205F4E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9200DB-0340-A725-FCDE-D8988CC3C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77924-099F-4094-BDB3-CD57C5B45D11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968FB0-36DD-5A9D-F034-84C754C37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CA3611-C177-62B6-B869-91901C67A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681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00A391-DCCA-D00C-BB9B-F97F42370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77924-099F-4094-BDB3-CD57C5B45D11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4D665F-A389-5C5D-88C0-2E794981D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E50247-479F-676E-080F-5FEE716D3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896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B7D90-EBCA-BED2-577F-9C797FA4E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B52F7-B3DD-0D52-74FA-81303DA0C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9C37E6-81A3-BF8F-F6C7-8406DCE295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2D7BB6-5010-0DF4-797C-E955CED4D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77924-099F-4094-BDB3-CD57C5B45D11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1170D3-A83A-BAA3-8E47-18CB5233C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AAEE53-41D5-C470-7847-7932CE994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323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554E4-E87C-13C3-3C22-08A7C8ABB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ADC182-C212-E29D-9A31-A2A1E46A31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6DB46C-FC97-B397-6E4B-B6D931BC69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FB7F92-1C35-24DE-8013-2DAB8814A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77924-099F-4094-BDB3-CD57C5B45D11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CD823E-9251-B1F8-916F-B488A4CCB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8218C3-43C0-4A71-8BA9-1C7B810B5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877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75D60-02ED-3023-B50F-5984B7962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25C278-82F2-6B06-C417-60CD04BD97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8971DB-BAB0-EECD-C58C-2B4D452DB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77924-099F-4094-BDB3-CD57C5B45D11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6EB408-BCC2-A739-C158-9714BC404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1B9879-00FE-82CA-4DA6-B9B5042AC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460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25F75F-DC88-B564-DD9D-BB42B2AF63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2EE312-C991-FF98-4F3E-497F89E9FC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5FADDD-C052-BFF1-EA37-30F13E2E1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77924-099F-4094-BDB3-CD57C5B45D11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E03930-C641-2FC7-1F88-EB3FA0F76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8AA47-01FF-6812-B569-E67B102CE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212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9DC7F3-FE36-79BE-63BA-A0D9CB468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63005D-8BC5-076A-DA7D-978F5FFE41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C2215A-BE23-E07E-25E1-617E2EDFB9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977924-099F-4094-BDB3-CD57C5B45D11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A0006-1E9E-68F4-4E24-60A041784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B09B5E-6F1E-2EA7-62C1-6B2AEC9040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335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9.png"/><Relationship Id="rId18" Type="http://schemas.openxmlformats.org/officeDocument/2006/relationships/customXml" Target="../ink/ink9.xml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12" Type="http://schemas.openxmlformats.org/officeDocument/2006/relationships/customXml" Target="../ink/ink6.xml"/><Relationship Id="rId17" Type="http://schemas.openxmlformats.org/officeDocument/2006/relationships/image" Target="../media/image11.png"/><Relationship Id="rId2" Type="http://schemas.openxmlformats.org/officeDocument/2006/relationships/image" Target="../media/image3.png"/><Relationship Id="rId16" Type="http://schemas.openxmlformats.org/officeDocument/2006/relationships/customXml" Target="../ink/ink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8.png"/><Relationship Id="rId5" Type="http://schemas.openxmlformats.org/officeDocument/2006/relationships/image" Target="../media/image5.png"/><Relationship Id="rId15" Type="http://schemas.openxmlformats.org/officeDocument/2006/relationships/image" Target="../media/image10.png"/><Relationship Id="rId10" Type="http://schemas.openxmlformats.org/officeDocument/2006/relationships/customXml" Target="../ink/ink5.xml"/><Relationship Id="rId19" Type="http://schemas.openxmlformats.org/officeDocument/2006/relationships/image" Target="../media/image12.png"/><Relationship Id="rId4" Type="http://schemas.openxmlformats.org/officeDocument/2006/relationships/customXml" Target="../ink/ink2.xml"/><Relationship Id="rId9" Type="http://schemas.openxmlformats.org/officeDocument/2006/relationships/image" Target="../media/image7.png"/><Relationship Id="rId14" Type="http://schemas.openxmlformats.org/officeDocument/2006/relationships/customXml" Target="../ink/ink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customXml" Target="../ink/ink14.xml"/><Relationship Id="rId18" Type="http://schemas.openxmlformats.org/officeDocument/2006/relationships/image" Target="../media/image22.png"/><Relationship Id="rId3" Type="http://schemas.openxmlformats.org/officeDocument/2006/relationships/image" Target="../media/image15.png"/><Relationship Id="rId7" Type="http://schemas.openxmlformats.org/officeDocument/2006/relationships/customXml" Target="../ink/ink11.xml"/><Relationship Id="rId12" Type="http://schemas.openxmlformats.org/officeDocument/2006/relationships/image" Target="../media/image19.png"/><Relationship Id="rId17" Type="http://schemas.openxmlformats.org/officeDocument/2006/relationships/customXml" Target="../ink/ink16.xml"/><Relationship Id="rId2" Type="http://schemas.openxmlformats.org/officeDocument/2006/relationships/image" Target="../media/image14.gif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10.png"/><Relationship Id="rId11" Type="http://schemas.openxmlformats.org/officeDocument/2006/relationships/customXml" Target="../ink/ink13.xml"/><Relationship Id="rId5" Type="http://schemas.openxmlformats.org/officeDocument/2006/relationships/customXml" Target="../ink/ink10.xml"/><Relationship Id="rId15" Type="http://schemas.openxmlformats.org/officeDocument/2006/relationships/customXml" Target="../ink/ink15.xml"/><Relationship Id="rId10" Type="http://schemas.openxmlformats.org/officeDocument/2006/relationships/image" Target="../media/image18.png"/><Relationship Id="rId4" Type="http://schemas.openxmlformats.org/officeDocument/2006/relationships/image" Target="../media/image16.png"/><Relationship Id="rId9" Type="http://schemas.openxmlformats.org/officeDocument/2006/relationships/customXml" Target="../ink/ink12.xml"/><Relationship Id="rId1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27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8.xml"/><Relationship Id="rId5" Type="http://schemas.openxmlformats.org/officeDocument/2006/relationships/image" Target="../media/image260.png"/><Relationship Id="rId4" Type="http://schemas.openxmlformats.org/officeDocument/2006/relationships/customXml" Target="../ink/ink1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10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0.xml"/><Relationship Id="rId5" Type="http://schemas.openxmlformats.org/officeDocument/2006/relationships/image" Target="../media/image300.png"/><Relationship Id="rId4" Type="http://schemas.openxmlformats.org/officeDocument/2006/relationships/customXml" Target="../ink/ink1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gif"/><Relationship Id="rId2" Type="http://schemas.openxmlformats.org/officeDocument/2006/relationships/image" Target="../media/image34.gi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1.png"/><Relationship Id="rId3" Type="http://schemas.openxmlformats.org/officeDocument/2006/relationships/image" Target="../media/image38.png"/><Relationship Id="rId7" Type="http://schemas.openxmlformats.org/officeDocument/2006/relationships/customXml" Target="../ink/ink21.xml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9" Type="http://schemas.openxmlformats.org/officeDocument/2006/relationships/image" Target="../media/image42.png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9.png"/><Relationship Id="rId18" Type="http://schemas.openxmlformats.org/officeDocument/2006/relationships/customXml" Target="../ink/ink27.xml"/><Relationship Id="rId26" Type="http://schemas.openxmlformats.org/officeDocument/2006/relationships/customXml" Target="../ink/ink31.xml"/><Relationship Id="rId39" Type="http://schemas.openxmlformats.org/officeDocument/2006/relationships/image" Target="../media/image64.png"/><Relationship Id="rId21" Type="http://schemas.openxmlformats.org/officeDocument/2006/relationships/image" Target="../media/image53.png"/><Relationship Id="rId34" Type="http://schemas.openxmlformats.org/officeDocument/2006/relationships/image" Target="../media/image61.png"/><Relationship Id="rId42" Type="http://schemas.openxmlformats.org/officeDocument/2006/relationships/customXml" Target="../ink/ink37.xml"/><Relationship Id="rId47" Type="http://schemas.openxmlformats.org/officeDocument/2006/relationships/image" Target="../media/image70.png"/><Relationship Id="rId50" Type="http://schemas.openxmlformats.org/officeDocument/2006/relationships/customXml" Target="../ink/ink39.xml"/><Relationship Id="rId55" Type="http://schemas.openxmlformats.org/officeDocument/2006/relationships/customXml" Target="../ink/ink42.xml"/><Relationship Id="rId7" Type="http://schemas.openxmlformats.org/officeDocument/2006/relationships/image" Target="../media/image47.png"/><Relationship Id="rId2" Type="http://schemas.openxmlformats.org/officeDocument/2006/relationships/image" Target="../media/image37.png"/><Relationship Id="rId16" Type="http://schemas.openxmlformats.org/officeDocument/2006/relationships/customXml" Target="../ink/ink26.xml"/><Relationship Id="rId29" Type="http://schemas.openxmlformats.org/officeDocument/2006/relationships/image" Target="../media/image57.png"/><Relationship Id="rId11" Type="http://schemas.openxmlformats.org/officeDocument/2006/relationships/image" Target="../media/image48.png"/><Relationship Id="rId24" Type="http://schemas.openxmlformats.org/officeDocument/2006/relationships/customXml" Target="../ink/ink30.xml"/><Relationship Id="rId32" Type="http://schemas.openxmlformats.org/officeDocument/2006/relationships/image" Target="../media/image59.png"/><Relationship Id="rId37" Type="http://schemas.openxmlformats.org/officeDocument/2006/relationships/image" Target="../media/image63.png"/><Relationship Id="rId40" Type="http://schemas.openxmlformats.org/officeDocument/2006/relationships/customXml" Target="../ink/ink36.xml"/><Relationship Id="rId45" Type="http://schemas.openxmlformats.org/officeDocument/2006/relationships/image" Target="../media/image68.png"/><Relationship Id="rId53" Type="http://schemas.openxmlformats.org/officeDocument/2006/relationships/image" Target="../media/image72.png"/><Relationship Id="rId58" Type="http://schemas.openxmlformats.org/officeDocument/2006/relationships/image" Target="../media/image75.png"/><Relationship Id="rId5" Type="http://schemas.openxmlformats.org/officeDocument/2006/relationships/image" Target="../media/image45.png"/><Relationship Id="rId19" Type="http://schemas.openxmlformats.org/officeDocument/2006/relationships/image" Target="../media/image52.png"/><Relationship Id="rId4" Type="http://schemas.openxmlformats.org/officeDocument/2006/relationships/image" Target="../media/image44.png"/><Relationship Id="rId9" Type="http://schemas.openxmlformats.org/officeDocument/2006/relationships/image" Target="../media/image471.png"/><Relationship Id="rId14" Type="http://schemas.openxmlformats.org/officeDocument/2006/relationships/customXml" Target="../ink/ink25.xml"/><Relationship Id="rId22" Type="http://schemas.openxmlformats.org/officeDocument/2006/relationships/customXml" Target="../ink/ink29.xml"/><Relationship Id="rId27" Type="http://schemas.openxmlformats.org/officeDocument/2006/relationships/image" Target="../media/image56.png"/><Relationship Id="rId30" Type="http://schemas.openxmlformats.org/officeDocument/2006/relationships/customXml" Target="../ink/ink33.xml"/><Relationship Id="rId35" Type="http://schemas.openxmlformats.org/officeDocument/2006/relationships/image" Target="../media/image62.png"/><Relationship Id="rId43" Type="http://schemas.openxmlformats.org/officeDocument/2006/relationships/image" Target="../media/image66.png"/><Relationship Id="rId48" Type="http://schemas.openxmlformats.org/officeDocument/2006/relationships/customXml" Target="../ink/ink38.xml"/><Relationship Id="rId56" Type="http://schemas.openxmlformats.org/officeDocument/2006/relationships/image" Target="../media/image74.png"/><Relationship Id="rId8" Type="http://schemas.openxmlformats.org/officeDocument/2006/relationships/customXml" Target="../ink/ink22.xml"/><Relationship Id="rId51" Type="http://schemas.openxmlformats.org/officeDocument/2006/relationships/customXml" Target="../ink/ink40.xml"/><Relationship Id="rId3" Type="http://schemas.openxmlformats.org/officeDocument/2006/relationships/image" Target="../media/image43.png"/><Relationship Id="rId12" Type="http://schemas.openxmlformats.org/officeDocument/2006/relationships/customXml" Target="../ink/ink24.xml"/><Relationship Id="rId17" Type="http://schemas.openxmlformats.org/officeDocument/2006/relationships/image" Target="../media/image51.png"/><Relationship Id="rId25" Type="http://schemas.openxmlformats.org/officeDocument/2006/relationships/image" Target="../media/image55.png"/><Relationship Id="rId33" Type="http://schemas.openxmlformats.org/officeDocument/2006/relationships/image" Target="../media/image60.png"/><Relationship Id="rId38" Type="http://schemas.openxmlformats.org/officeDocument/2006/relationships/customXml" Target="../ink/ink35.xml"/><Relationship Id="rId46" Type="http://schemas.openxmlformats.org/officeDocument/2006/relationships/image" Target="../media/image69.png"/><Relationship Id="rId20" Type="http://schemas.openxmlformats.org/officeDocument/2006/relationships/customXml" Target="../ink/ink28.xml"/><Relationship Id="rId41" Type="http://schemas.openxmlformats.org/officeDocument/2006/relationships/image" Target="../media/image65.png"/><Relationship Id="rId54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15" Type="http://schemas.openxmlformats.org/officeDocument/2006/relationships/image" Target="../media/image50.png"/><Relationship Id="rId23" Type="http://schemas.openxmlformats.org/officeDocument/2006/relationships/image" Target="../media/image54.png"/><Relationship Id="rId28" Type="http://schemas.openxmlformats.org/officeDocument/2006/relationships/customXml" Target="../ink/ink32.xml"/><Relationship Id="rId36" Type="http://schemas.openxmlformats.org/officeDocument/2006/relationships/customXml" Target="../ink/ink34.xml"/><Relationship Id="rId49" Type="http://schemas.openxmlformats.org/officeDocument/2006/relationships/image" Target="../media/image71.png"/><Relationship Id="rId57" Type="http://schemas.openxmlformats.org/officeDocument/2006/relationships/customXml" Target="../ink/ink43.xml"/><Relationship Id="rId10" Type="http://schemas.openxmlformats.org/officeDocument/2006/relationships/customXml" Target="../ink/ink23.xml"/><Relationship Id="rId31" Type="http://schemas.openxmlformats.org/officeDocument/2006/relationships/image" Target="../media/image58.png"/><Relationship Id="rId44" Type="http://schemas.openxmlformats.org/officeDocument/2006/relationships/image" Target="../media/image67.png"/><Relationship Id="rId52" Type="http://schemas.openxmlformats.org/officeDocument/2006/relationships/customXml" Target="../ink/ink4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13" Type="http://schemas.openxmlformats.org/officeDocument/2006/relationships/image" Target="../media/image380.png"/><Relationship Id="rId3" Type="http://schemas.openxmlformats.org/officeDocument/2006/relationships/image" Target="../media/image78.png"/><Relationship Id="rId7" Type="http://schemas.openxmlformats.org/officeDocument/2006/relationships/image" Target="../media/image82.png"/><Relationship Id="rId12" Type="http://schemas.openxmlformats.org/officeDocument/2006/relationships/customXml" Target="../ink/ink45.xml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png"/><Relationship Id="rId11" Type="http://schemas.openxmlformats.org/officeDocument/2006/relationships/image" Target="../media/image370.png"/><Relationship Id="rId5" Type="http://schemas.openxmlformats.org/officeDocument/2006/relationships/image" Target="../media/image80.png"/><Relationship Id="rId10" Type="http://schemas.openxmlformats.org/officeDocument/2006/relationships/customXml" Target="../ink/ink44.xml"/><Relationship Id="rId4" Type="http://schemas.openxmlformats.org/officeDocument/2006/relationships/image" Target="../media/image79.png"/><Relationship Id="rId9" Type="http://schemas.openxmlformats.org/officeDocument/2006/relationships/image" Target="../media/image84.png"/><Relationship Id="rId14" Type="http://schemas.openxmlformats.org/officeDocument/2006/relationships/image" Target="../media/image85.png"/></Relationships>
</file>

<file path=ppt/slides/_rels/slide27.xml.rels><?xml version="1.0" encoding="UTF-8" standalone="yes"?>
<Relationships xmlns="http://schemas.openxmlformats.org/package/2006/relationships"><Relationship Id="rId13" Type="http://schemas.openxmlformats.org/officeDocument/2006/relationships/customXml" Target="../ink/ink51.xml"/><Relationship Id="rId18" Type="http://schemas.openxmlformats.org/officeDocument/2006/relationships/image" Target="../media/image94.png"/><Relationship Id="rId26" Type="http://schemas.openxmlformats.org/officeDocument/2006/relationships/image" Target="../media/image98.png"/><Relationship Id="rId21" Type="http://schemas.openxmlformats.org/officeDocument/2006/relationships/customXml" Target="../ink/ink55.xml"/><Relationship Id="rId34" Type="http://schemas.openxmlformats.org/officeDocument/2006/relationships/image" Target="../media/image102.png"/><Relationship Id="rId7" Type="http://schemas.openxmlformats.org/officeDocument/2006/relationships/customXml" Target="../ink/ink48.xml"/><Relationship Id="rId12" Type="http://schemas.openxmlformats.org/officeDocument/2006/relationships/image" Target="../media/image91.png"/><Relationship Id="rId17" Type="http://schemas.openxmlformats.org/officeDocument/2006/relationships/customXml" Target="../ink/ink53.xml"/><Relationship Id="rId25" Type="http://schemas.openxmlformats.org/officeDocument/2006/relationships/customXml" Target="../ink/ink57.xml"/><Relationship Id="rId33" Type="http://schemas.openxmlformats.org/officeDocument/2006/relationships/customXml" Target="../ink/ink61.xml"/><Relationship Id="rId38" Type="http://schemas.openxmlformats.org/officeDocument/2006/relationships/image" Target="../media/image104.png"/><Relationship Id="rId2" Type="http://schemas.openxmlformats.org/officeDocument/2006/relationships/image" Target="../media/image86.gif"/><Relationship Id="rId16" Type="http://schemas.openxmlformats.org/officeDocument/2006/relationships/image" Target="../media/image93.png"/><Relationship Id="rId20" Type="http://schemas.openxmlformats.org/officeDocument/2006/relationships/image" Target="../media/image95.png"/><Relationship Id="rId29" Type="http://schemas.openxmlformats.org/officeDocument/2006/relationships/customXml" Target="../ink/ink5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.png"/><Relationship Id="rId11" Type="http://schemas.openxmlformats.org/officeDocument/2006/relationships/customXml" Target="../ink/ink50.xml"/><Relationship Id="rId24" Type="http://schemas.openxmlformats.org/officeDocument/2006/relationships/image" Target="../media/image97.png"/><Relationship Id="rId32" Type="http://schemas.openxmlformats.org/officeDocument/2006/relationships/image" Target="../media/image101.png"/><Relationship Id="rId37" Type="http://schemas.openxmlformats.org/officeDocument/2006/relationships/customXml" Target="../ink/ink63.xml"/><Relationship Id="rId5" Type="http://schemas.openxmlformats.org/officeDocument/2006/relationships/customXml" Target="../ink/ink47.xml"/><Relationship Id="rId15" Type="http://schemas.openxmlformats.org/officeDocument/2006/relationships/customXml" Target="../ink/ink52.xml"/><Relationship Id="rId23" Type="http://schemas.openxmlformats.org/officeDocument/2006/relationships/customXml" Target="../ink/ink56.xml"/><Relationship Id="rId28" Type="http://schemas.openxmlformats.org/officeDocument/2006/relationships/image" Target="../media/image99.png"/><Relationship Id="rId36" Type="http://schemas.openxmlformats.org/officeDocument/2006/relationships/image" Target="../media/image103.png"/><Relationship Id="rId10" Type="http://schemas.openxmlformats.org/officeDocument/2006/relationships/image" Target="../media/image90.png"/><Relationship Id="rId19" Type="http://schemas.openxmlformats.org/officeDocument/2006/relationships/customXml" Target="../ink/ink54.xml"/><Relationship Id="rId31" Type="http://schemas.openxmlformats.org/officeDocument/2006/relationships/customXml" Target="../ink/ink60.xml"/><Relationship Id="rId4" Type="http://schemas.openxmlformats.org/officeDocument/2006/relationships/image" Target="../media/image87.png"/><Relationship Id="rId9" Type="http://schemas.openxmlformats.org/officeDocument/2006/relationships/customXml" Target="../ink/ink49.xml"/><Relationship Id="rId14" Type="http://schemas.openxmlformats.org/officeDocument/2006/relationships/image" Target="../media/image92.png"/><Relationship Id="rId22" Type="http://schemas.openxmlformats.org/officeDocument/2006/relationships/image" Target="../media/image96.png"/><Relationship Id="rId27" Type="http://schemas.openxmlformats.org/officeDocument/2006/relationships/customXml" Target="../ink/ink58.xml"/><Relationship Id="rId30" Type="http://schemas.openxmlformats.org/officeDocument/2006/relationships/image" Target="../media/image100.png"/><Relationship Id="rId35" Type="http://schemas.openxmlformats.org/officeDocument/2006/relationships/customXml" Target="../ink/ink62.xml"/><Relationship Id="rId8" Type="http://schemas.openxmlformats.org/officeDocument/2006/relationships/image" Target="../media/image89.png"/><Relationship Id="rId3" Type="http://schemas.openxmlformats.org/officeDocument/2006/relationships/customXml" Target="../ink/ink4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ustomXml" Target="../ink/ink64.xml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0.png"/><Relationship Id="rId5" Type="http://schemas.openxmlformats.org/officeDocument/2006/relationships/customXml" Target="../ink/ink65.xml"/><Relationship Id="rId4" Type="http://schemas.openxmlformats.org/officeDocument/2006/relationships/image" Target="../media/image410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customXml" Target="../ink/ink70.xml"/><Relationship Id="rId18" Type="http://schemas.openxmlformats.org/officeDocument/2006/relationships/image" Target="../media/image500.png"/><Relationship Id="rId3" Type="http://schemas.openxmlformats.org/officeDocument/2006/relationships/image" Target="../media/image106.png"/><Relationship Id="rId21" Type="http://schemas.openxmlformats.org/officeDocument/2006/relationships/customXml" Target="../ink/ink74.xml"/><Relationship Id="rId7" Type="http://schemas.openxmlformats.org/officeDocument/2006/relationships/customXml" Target="../ink/ink67.xml"/><Relationship Id="rId12" Type="http://schemas.openxmlformats.org/officeDocument/2006/relationships/image" Target="../media/image470.png"/><Relationship Id="rId17" Type="http://schemas.openxmlformats.org/officeDocument/2006/relationships/customXml" Target="../ink/ink72.xml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490.png"/><Relationship Id="rId20" Type="http://schemas.openxmlformats.org/officeDocument/2006/relationships/image" Target="../media/image5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0.png"/><Relationship Id="rId11" Type="http://schemas.openxmlformats.org/officeDocument/2006/relationships/customXml" Target="../ink/ink69.xml"/><Relationship Id="rId5" Type="http://schemas.openxmlformats.org/officeDocument/2006/relationships/customXml" Target="../ink/ink66.xml"/><Relationship Id="rId15" Type="http://schemas.openxmlformats.org/officeDocument/2006/relationships/customXml" Target="../ink/ink71.xml"/><Relationship Id="rId10" Type="http://schemas.openxmlformats.org/officeDocument/2006/relationships/image" Target="../media/image108.png"/><Relationship Id="rId19" Type="http://schemas.openxmlformats.org/officeDocument/2006/relationships/customXml" Target="../ink/ink73.xml"/><Relationship Id="rId4" Type="http://schemas.openxmlformats.org/officeDocument/2006/relationships/image" Target="../media/image107.png"/><Relationship Id="rId9" Type="http://schemas.openxmlformats.org/officeDocument/2006/relationships/customXml" Target="../ink/ink68.xml"/><Relationship Id="rId14" Type="http://schemas.openxmlformats.org/officeDocument/2006/relationships/image" Target="../media/image480.png"/><Relationship Id="rId22" Type="http://schemas.openxmlformats.org/officeDocument/2006/relationships/image" Target="../media/image520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gif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png"/><Relationship Id="rId13" Type="http://schemas.openxmlformats.org/officeDocument/2006/relationships/customXml" Target="../ink/ink79.xml"/><Relationship Id="rId3" Type="http://schemas.openxmlformats.org/officeDocument/2006/relationships/image" Target="../media/image111.png"/><Relationship Id="rId7" Type="http://schemas.openxmlformats.org/officeDocument/2006/relationships/image" Target="../media/image560.png"/><Relationship Id="rId12" Type="http://schemas.openxmlformats.org/officeDocument/2006/relationships/image" Target="../media/image590.png"/><Relationship Id="rId2" Type="http://schemas.openxmlformats.org/officeDocument/2006/relationships/image" Target="../media/image110.png"/><Relationship Id="rId16" Type="http://schemas.openxmlformats.org/officeDocument/2006/relationships/image" Target="../media/image61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6.xml"/><Relationship Id="rId11" Type="http://schemas.openxmlformats.org/officeDocument/2006/relationships/customXml" Target="../ink/ink78.xml"/><Relationship Id="rId5" Type="http://schemas.openxmlformats.org/officeDocument/2006/relationships/image" Target="../media/image550.png"/><Relationship Id="rId15" Type="http://schemas.openxmlformats.org/officeDocument/2006/relationships/customXml" Target="../ink/ink80.xml"/><Relationship Id="rId10" Type="http://schemas.openxmlformats.org/officeDocument/2006/relationships/image" Target="../media/image580.png"/><Relationship Id="rId4" Type="http://schemas.openxmlformats.org/officeDocument/2006/relationships/customXml" Target="../ink/ink75.xml"/><Relationship Id="rId9" Type="http://schemas.openxmlformats.org/officeDocument/2006/relationships/customXml" Target="../ink/ink77.xml"/><Relationship Id="rId14" Type="http://schemas.openxmlformats.org/officeDocument/2006/relationships/image" Target="../media/image600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png"/><Relationship Id="rId3" Type="http://schemas.openxmlformats.org/officeDocument/2006/relationships/image" Target="../media/image115.png"/><Relationship Id="rId7" Type="http://schemas.openxmlformats.org/officeDocument/2006/relationships/image" Target="../media/image660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82.xml"/><Relationship Id="rId5" Type="http://schemas.openxmlformats.org/officeDocument/2006/relationships/image" Target="../media/image650.png"/><Relationship Id="rId4" Type="http://schemas.openxmlformats.org/officeDocument/2006/relationships/customXml" Target="../ink/ink8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customXml" Target="../ink/ink84.xml"/><Relationship Id="rId13" Type="http://schemas.openxmlformats.org/officeDocument/2006/relationships/image" Target="../media/image770.png"/><Relationship Id="rId3" Type="http://schemas.openxmlformats.org/officeDocument/2006/relationships/image" Target="../media/image120.png"/><Relationship Id="rId7" Type="http://schemas.openxmlformats.org/officeDocument/2006/relationships/image" Target="../media/image740.png"/><Relationship Id="rId12" Type="http://schemas.openxmlformats.org/officeDocument/2006/relationships/customXml" Target="../ink/ink86.xml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83.xml"/><Relationship Id="rId11" Type="http://schemas.openxmlformats.org/officeDocument/2006/relationships/image" Target="../media/image760.png"/><Relationship Id="rId5" Type="http://schemas.openxmlformats.org/officeDocument/2006/relationships/image" Target="../media/image122.png"/><Relationship Id="rId10" Type="http://schemas.openxmlformats.org/officeDocument/2006/relationships/customXml" Target="../ink/ink85.xml"/><Relationship Id="rId4" Type="http://schemas.openxmlformats.org/officeDocument/2006/relationships/image" Target="../media/image121.png"/><Relationship Id="rId9" Type="http://schemas.openxmlformats.org/officeDocument/2006/relationships/image" Target="../media/image750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7" Type="http://schemas.openxmlformats.org/officeDocument/2006/relationships/image" Target="../media/image870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88.xml"/><Relationship Id="rId5" Type="http://schemas.openxmlformats.org/officeDocument/2006/relationships/image" Target="../media/image86.png"/><Relationship Id="rId4" Type="http://schemas.openxmlformats.org/officeDocument/2006/relationships/customXml" Target="../ink/ink8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0.png"/><Relationship Id="rId13" Type="http://schemas.openxmlformats.org/officeDocument/2006/relationships/customXml" Target="../ink/ink94.xml"/><Relationship Id="rId18" Type="http://schemas.openxmlformats.org/officeDocument/2006/relationships/image" Target="../media/image960.png"/><Relationship Id="rId3" Type="http://schemas.openxmlformats.org/officeDocument/2006/relationships/customXml" Target="../ink/ink89.xml"/><Relationship Id="rId7" Type="http://schemas.openxmlformats.org/officeDocument/2006/relationships/customXml" Target="../ink/ink91.xml"/><Relationship Id="rId12" Type="http://schemas.openxmlformats.org/officeDocument/2006/relationships/image" Target="../media/image930.png"/><Relationship Id="rId17" Type="http://schemas.openxmlformats.org/officeDocument/2006/relationships/customXml" Target="../ink/ink96.xml"/><Relationship Id="rId2" Type="http://schemas.openxmlformats.org/officeDocument/2006/relationships/image" Target="../media/image131.png"/><Relationship Id="rId16" Type="http://schemas.openxmlformats.org/officeDocument/2006/relationships/image" Target="../media/image950.png"/><Relationship Id="rId20" Type="http://schemas.openxmlformats.org/officeDocument/2006/relationships/image" Target="../media/image9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0.png"/><Relationship Id="rId11" Type="http://schemas.openxmlformats.org/officeDocument/2006/relationships/customXml" Target="../ink/ink93.xml"/><Relationship Id="rId5" Type="http://schemas.openxmlformats.org/officeDocument/2006/relationships/customXml" Target="../ink/ink90.xml"/><Relationship Id="rId15" Type="http://schemas.openxmlformats.org/officeDocument/2006/relationships/customXml" Target="../ink/ink95.xml"/><Relationship Id="rId10" Type="http://schemas.openxmlformats.org/officeDocument/2006/relationships/image" Target="../media/image920.png"/><Relationship Id="rId19" Type="http://schemas.openxmlformats.org/officeDocument/2006/relationships/customXml" Target="../ink/ink97.xml"/><Relationship Id="rId4" Type="http://schemas.openxmlformats.org/officeDocument/2006/relationships/image" Target="../media/image890.png"/><Relationship Id="rId9" Type="http://schemas.openxmlformats.org/officeDocument/2006/relationships/customXml" Target="../ink/ink92.xml"/><Relationship Id="rId14" Type="http://schemas.openxmlformats.org/officeDocument/2006/relationships/image" Target="../media/image940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customXml" Target="../ink/ink100.xml"/><Relationship Id="rId3" Type="http://schemas.openxmlformats.org/officeDocument/2006/relationships/image" Target="../media/image135.png"/><Relationship Id="rId7" Type="http://schemas.openxmlformats.org/officeDocument/2006/relationships/image" Target="../media/image1030.png"/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99.xml"/><Relationship Id="rId5" Type="http://schemas.openxmlformats.org/officeDocument/2006/relationships/image" Target="../media/image1020.png"/><Relationship Id="rId4" Type="http://schemas.openxmlformats.org/officeDocument/2006/relationships/customXml" Target="../ink/ink98.xml"/><Relationship Id="rId9" Type="http://schemas.openxmlformats.org/officeDocument/2006/relationships/image" Target="../media/image1040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customXml" Target="../ink/ink103.xml"/><Relationship Id="rId13" Type="http://schemas.openxmlformats.org/officeDocument/2006/relationships/image" Target="../media/image18.png"/><Relationship Id="rId3" Type="http://schemas.openxmlformats.org/officeDocument/2006/relationships/image" Target="../media/image139.png"/><Relationship Id="rId7" Type="http://schemas.openxmlformats.org/officeDocument/2006/relationships/image" Target="../media/image1100.png"/><Relationship Id="rId12" Type="http://schemas.openxmlformats.org/officeDocument/2006/relationships/customXml" Target="../ink/ink105.xml"/><Relationship Id="rId2" Type="http://schemas.openxmlformats.org/officeDocument/2006/relationships/image" Target="../media/image138.png"/><Relationship Id="rId16" Type="http://schemas.openxmlformats.org/officeDocument/2006/relationships/image" Target="../media/image113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02.xml"/><Relationship Id="rId11" Type="http://schemas.openxmlformats.org/officeDocument/2006/relationships/image" Target="../media/image1120.png"/><Relationship Id="rId5" Type="http://schemas.openxmlformats.org/officeDocument/2006/relationships/image" Target="../media/image1090.png"/><Relationship Id="rId15" Type="http://schemas.openxmlformats.org/officeDocument/2006/relationships/customXml" Target="../ink/ink107.xml"/><Relationship Id="rId10" Type="http://schemas.openxmlformats.org/officeDocument/2006/relationships/customXml" Target="../ink/ink104.xml"/><Relationship Id="rId4" Type="http://schemas.openxmlformats.org/officeDocument/2006/relationships/customXml" Target="../ink/ink101.xml"/><Relationship Id="rId9" Type="http://schemas.openxmlformats.org/officeDocument/2006/relationships/image" Target="../media/image1110.png"/><Relationship Id="rId14" Type="http://schemas.openxmlformats.org/officeDocument/2006/relationships/customXml" Target="../ink/ink106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customXml" Target="../ink/ink109.xml"/><Relationship Id="rId13" Type="http://schemas.openxmlformats.org/officeDocument/2006/relationships/image" Target="../media/image1210.png"/><Relationship Id="rId18" Type="http://schemas.openxmlformats.org/officeDocument/2006/relationships/image" Target="../media/image144.png"/><Relationship Id="rId3" Type="http://schemas.openxmlformats.org/officeDocument/2006/relationships/image" Target="../media/image141.png"/><Relationship Id="rId7" Type="http://schemas.openxmlformats.org/officeDocument/2006/relationships/image" Target="../media/image1180.png"/><Relationship Id="rId12" Type="http://schemas.openxmlformats.org/officeDocument/2006/relationships/customXml" Target="../ink/ink111.xml"/><Relationship Id="rId17" Type="http://schemas.openxmlformats.org/officeDocument/2006/relationships/image" Target="../media/image1230.png"/><Relationship Id="rId2" Type="http://schemas.openxmlformats.org/officeDocument/2006/relationships/image" Target="../media/image140.png"/><Relationship Id="rId16" Type="http://schemas.openxmlformats.org/officeDocument/2006/relationships/customXml" Target="../ink/ink11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08.xml"/><Relationship Id="rId11" Type="http://schemas.openxmlformats.org/officeDocument/2006/relationships/image" Target="../media/image1200.png"/><Relationship Id="rId5" Type="http://schemas.openxmlformats.org/officeDocument/2006/relationships/image" Target="../media/image143.png"/><Relationship Id="rId15" Type="http://schemas.openxmlformats.org/officeDocument/2006/relationships/image" Target="../media/image1220.png"/><Relationship Id="rId10" Type="http://schemas.openxmlformats.org/officeDocument/2006/relationships/customXml" Target="../ink/ink110.xml"/><Relationship Id="rId4" Type="http://schemas.openxmlformats.org/officeDocument/2006/relationships/image" Target="../media/image142.png"/><Relationship Id="rId9" Type="http://schemas.openxmlformats.org/officeDocument/2006/relationships/image" Target="../media/image1190.png"/><Relationship Id="rId14" Type="http://schemas.openxmlformats.org/officeDocument/2006/relationships/customXml" Target="../ink/ink11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png"/><Relationship Id="rId3" Type="http://schemas.openxmlformats.org/officeDocument/2006/relationships/customXml" Target="../ink/ink114.xml"/><Relationship Id="rId7" Type="http://schemas.openxmlformats.org/officeDocument/2006/relationships/image" Target="../media/image1290.png"/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15.xml"/><Relationship Id="rId5" Type="http://schemas.openxmlformats.org/officeDocument/2006/relationships/image" Target="../media/image1280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customXml" Target="../ink/ink118.xml"/><Relationship Id="rId3" Type="http://schemas.openxmlformats.org/officeDocument/2006/relationships/customXml" Target="../ink/ink116.xml"/><Relationship Id="rId7" Type="http://schemas.openxmlformats.org/officeDocument/2006/relationships/image" Target="../media/image1330.png"/><Relationship Id="rId12" Type="http://schemas.openxmlformats.org/officeDocument/2006/relationships/image" Target="../media/image149.png"/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17.xml"/><Relationship Id="rId11" Type="http://schemas.openxmlformats.org/officeDocument/2006/relationships/image" Target="../media/image1350.png"/><Relationship Id="rId5" Type="http://schemas.openxmlformats.org/officeDocument/2006/relationships/image" Target="../media/image1320.png"/><Relationship Id="rId10" Type="http://schemas.openxmlformats.org/officeDocument/2006/relationships/customXml" Target="../ink/ink119.xml"/><Relationship Id="rId9" Type="http://schemas.openxmlformats.org/officeDocument/2006/relationships/image" Target="../media/image1340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0.png"/><Relationship Id="rId3" Type="http://schemas.openxmlformats.org/officeDocument/2006/relationships/image" Target="../media/image151.png"/><Relationship Id="rId7" Type="http://schemas.openxmlformats.org/officeDocument/2006/relationships/customXml" Target="../ink/ink121.xml"/><Relationship Id="rId12" Type="http://schemas.openxmlformats.org/officeDocument/2006/relationships/image" Target="../media/image1420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90.png"/><Relationship Id="rId11" Type="http://schemas.openxmlformats.org/officeDocument/2006/relationships/customXml" Target="../ink/ink123.xml"/><Relationship Id="rId5" Type="http://schemas.openxmlformats.org/officeDocument/2006/relationships/customXml" Target="../ink/ink120.xml"/><Relationship Id="rId10" Type="http://schemas.openxmlformats.org/officeDocument/2006/relationships/image" Target="../media/image1410.png"/><Relationship Id="rId4" Type="http://schemas.openxmlformats.org/officeDocument/2006/relationships/image" Target="../media/image152.png"/><Relationship Id="rId9" Type="http://schemas.openxmlformats.org/officeDocument/2006/relationships/customXml" Target="../ink/ink12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4.xml"/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40.png"/><Relationship Id="rId5" Type="http://schemas.openxmlformats.org/officeDocument/2006/relationships/customXml" Target="../ink/ink125.xml"/><Relationship Id="rId4" Type="http://schemas.openxmlformats.org/officeDocument/2006/relationships/image" Target="../media/image1430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png"/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customXml" Target="../ink/ink128.xml"/><Relationship Id="rId13" Type="http://schemas.openxmlformats.org/officeDocument/2006/relationships/image" Target="../media/image159.png"/><Relationship Id="rId18" Type="http://schemas.openxmlformats.org/officeDocument/2006/relationships/customXml" Target="../ink/ink133.xml"/><Relationship Id="rId3" Type="http://schemas.openxmlformats.org/officeDocument/2006/relationships/image" Target="../media/image156.png"/><Relationship Id="rId7" Type="http://schemas.openxmlformats.org/officeDocument/2006/relationships/image" Target="../media/image1500.png"/><Relationship Id="rId12" Type="http://schemas.openxmlformats.org/officeDocument/2006/relationships/customXml" Target="../ink/ink130.xml"/><Relationship Id="rId17" Type="http://schemas.openxmlformats.org/officeDocument/2006/relationships/image" Target="../media/image161.png"/><Relationship Id="rId2" Type="http://schemas.openxmlformats.org/officeDocument/2006/relationships/image" Target="../media/image155.png"/><Relationship Id="rId16" Type="http://schemas.openxmlformats.org/officeDocument/2006/relationships/customXml" Target="../ink/ink13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27.xml"/><Relationship Id="rId11" Type="http://schemas.openxmlformats.org/officeDocument/2006/relationships/image" Target="../media/image158.png"/><Relationship Id="rId5" Type="http://schemas.openxmlformats.org/officeDocument/2006/relationships/image" Target="../media/image1490.png"/><Relationship Id="rId15" Type="http://schemas.openxmlformats.org/officeDocument/2006/relationships/image" Target="../media/image160.png"/><Relationship Id="rId10" Type="http://schemas.openxmlformats.org/officeDocument/2006/relationships/customXml" Target="../ink/ink129.xml"/><Relationship Id="rId19" Type="http://schemas.openxmlformats.org/officeDocument/2006/relationships/image" Target="../media/image162.png"/><Relationship Id="rId4" Type="http://schemas.openxmlformats.org/officeDocument/2006/relationships/customXml" Target="../ink/ink126.xml"/><Relationship Id="rId9" Type="http://schemas.openxmlformats.org/officeDocument/2006/relationships/image" Target="../media/image157.png"/><Relationship Id="rId14" Type="http://schemas.openxmlformats.org/officeDocument/2006/relationships/customXml" Target="../ink/ink13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png"/><Relationship Id="rId2" Type="http://schemas.openxmlformats.org/officeDocument/2006/relationships/image" Target="../media/image16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5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7.png"/><Relationship Id="rId2" Type="http://schemas.openxmlformats.org/officeDocument/2006/relationships/image" Target="../media/image16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0.png"/><Relationship Id="rId5" Type="http://schemas.openxmlformats.org/officeDocument/2006/relationships/image" Target="../media/image169.png"/><Relationship Id="rId4" Type="http://schemas.openxmlformats.org/officeDocument/2006/relationships/image" Target="../media/image168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2.png"/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4.gif"/><Relationship Id="rId4" Type="http://schemas.openxmlformats.org/officeDocument/2006/relationships/image" Target="../media/image173.png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customXml" Target="../ink/ink136.xml"/><Relationship Id="rId3" Type="http://schemas.openxmlformats.org/officeDocument/2006/relationships/image" Target="../media/image176.png"/><Relationship Id="rId7" Type="http://schemas.openxmlformats.org/officeDocument/2006/relationships/image" Target="../media/image1650.png"/><Relationship Id="rId2" Type="http://schemas.openxmlformats.org/officeDocument/2006/relationships/image" Target="../media/image175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35.xml"/><Relationship Id="rId11" Type="http://schemas.openxmlformats.org/officeDocument/2006/relationships/image" Target="../media/image1670.png"/><Relationship Id="rId5" Type="http://schemas.openxmlformats.org/officeDocument/2006/relationships/image" Target="../media/image1640.png"/><Relationship Id="rId10" Type="http://schemas.openxmlformats.org/officeDocument/2006/relationships/customXml" Target="../ink/ink137.xml"/><Relationship Id="rId4" Type="http://schemas.openxmlformats.org/officeDocument/2006/relationships/customXml" Target="../ink/ink134.xml"/><Relationship Id="rId9" Type="http://schemas.openxmlformats.org/officeDocument/2006/relationships/image" Target="../media/image1660.png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10.png"/><Relationship Id="rId3" Type="http://schemas.openxmlformats.org/officeDocument/2006/relationships/customXml" Target="../ink/ink138.xml"/><Relationship Id="rId7" Type="http://schemas.openxmlformats.org/officeDocument/2006/relationships/customXml" Target="../ink/ink140.xml"/><Relationship Id="rId2" Type="http://schemas.openxmlformats.org/officeDocument/2006/relationships/image" Target="../media/image1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00.png"/><Relationship Id="rId5" Type="http://schemas.openxmlformats.org/officeDocument/2006/relationships/customXml" Target="../ink/ink139.xml"/><Relationship Id="rId10" Type="http://schemas.openxmlformats.org/officeDocument/2006/relationships/image" Target="../media/image1720.png"/><Relationship Id="rId4" Type="http://schemas.openxmlformats.org/officeDocument/2006/relationships/image" Target="../media/image1690.png"/><Relationship Id="rId9" Type="http://schemas.openxmlformats.org/officeDocument/2006/relationships/customXml" Target="../ink/ink141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9.png"/><Relationship Id="rId2" Type="http://schemas.openxmlformats.org/officeDocument/2006/relationships/image" Target="../media/image178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90.png"/><Relationship Id="rId13" Type="http://schemas.openxmlformats.org/officeDocument/2006/relationships/customXml" Target="../ink/ink146.xml"/><Relationship Id="rId18" Type="http://schemas.openxmlformats.org/officeDocument/2006/relationships/image" Target="../media/image184.png"/><Relationship Id="rId3" Type="http://schemas.openxmlformats.org/officeDocument/2006/relationships/image" Target="../media/image181.png"/><Relationship Id="rId21" Type="http://schemas.openxmlformats.org/officeDocument/2006/relationships/customXml" Target="../ink/ink150.xml"/><Relationship Id="rId7" Type="http://schemas.openxmlformats.org/officeDocument/2006/relationships/customXml" Target="../ink/ink143.xml"/><Relationship Id="rId12" Type="http://schemas.openxmlformats.org/officeDocument/2006/relationships/image" Target="../media/image1810.png"/><Relationship Id="rId17" Type="http://schemas.openxmlformats.org/officeDocument/2006/relationships/customXml" Target="../ink/ink148.xml"/><Relationship Id="rId2" Type="http://schemas.openxmlformats.org/officeDocument/2006/relationships/image" Target="../media/image180.png"/><Relationship Id="rId16" Type="http://schemas.openxmlformats.org/officeDocument/2006/relationships/image" Target="../media/image183.png"/><Relationship Id="rId20" Type="http://schemas.openxmlformats.org/officeDocument/2006/relationships/image" Target="../media/image18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80.png"/><Relationship Id="rId11" Type="http://schemas.openxmlformats.org/officeDocument/2006/relationships/customXml" Target="../ink/ink145.xml"/><Relationship Id="rId5" Type="http://schemas.openxmlformats.org/officeDocument/2006/relationships/customXml" Target="../ink/ink142.xml"/><Relationship Id="rId15" Type="http://schemas.openxmlformats.org/officeDocument/2006/relationships/customXml" Target="../ink/ink147.xml"/><Relationship Id="rId10" Type="http://schemas.openxmlformats.org/officeDocument/2006/relationships/image" Target="../media/image1800.png"/><Relationship Id="rId19" Type="http://schemas.openxmlformats.org/officeDocument/2006/relationships/customXml" Target="../ink/ink149.xml"/><Relationship Id="rId4" Type="http://schemas.openxmlformats.org/officeDocument/2006/relationships/image" Target="../media/image182.png"/><Relationship Id="rId9" Type="http://schemas.openxmlformats.org/officeDocument/2006/relationships/customXml" Target="../ink/ink144.xml"/><Relationship Id="rId14" Type="http://schemas.openxmlformats.org/officeDocument/2006/relationships/image" Target="../media/image1820.png"/><Relationship Id="rId22" Type="http://schemas.openxmlformats.org/officeDocument/2006/relationships/image" Target="../media/image186.png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1.png"/><Relationship Id="rId3" Type="http://schemas.openxmlformats.org/officeDocument/2006/relationships/customXml" Target="../ink/ink151.xml"/><Relationship Id="rId7" Type="http://schemas.openxmlformats.org/officeDocument/2006/relationships/image" Target="../media/image190.png"/><Relationship Id="rId2" Type="http://schemas.openxmlformats.org/officeDocument/2006/relationships/image" Target="../media/image18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9.png"/><Relationship Id="rId5" Type="http://schemas.openxmlformats.org/officeDocument/2006/relationships/customXml" Target="../ink/ink152.xml"/><Relationship Id="rId10" Type="http://schemas.openxmlformats.org/officeDocument/2006/relationships/image" Target="../media/image192.png"/><Relationship Id="rId4" Type="http://schemas.openxmlformats.org/officeDocument/2006/relationships/image" Target="../media/image188.png"/><Relationship Id="rId9" Type="http://schemas.openxmlformats.org/officeDocument/2006/relationships/customXml" Target="../ink/ink153.xml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customXml" Target="../ink/ink156.xml"/><Relationship Id="rId3" Type="http://schemas.openxmlformats.org/officeDocument/2006/relationships/customXml" Target="../ink/ink154.xml"/><Relationship Id="rId7" Type="http://schemas.openxmlformats.org/officeDocument/2006/relationships/image" Target="../media/image19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4.png"/><Relationship Id="rId11" Type="http://schemas.openxmlformats.org/officeDocument/2006/relationships/image" Target="../media/image197.png"/><Relationship Id="rId5" Type="http://schemas.openxmlformats.org/officeDocument/2006/relationships/customXml" Target="../ink/ink155.xml"/><Relationship Id="rId10" Type="http://schemas.openxmlformats.org/officeDocument/2006/relationships/customXml" Target="../ink/ink157.xml"/><Relationship Id="rId4" Type="http://schemas.openxmlformats.org/officeDocument/2006/relationships/image" Target="../media/image193.png"/><Relationship Id="rId9" Type="http://schemas.openxmlformats.org/officeDocument/2006/relationships/image" Target="../media/image196.png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2.png"/><Relationship Id="rId3" Type="http://schemas.openxmlformats.org/officeDocument/2006/relationships/image" Target="../media/image199.png"/><Relationship Id="rId7" Type="http://schemas.openxmlformats.org/officeDocument/2006/relationships/image" Target="../media/image201.png"/><Relationship Id="rId12" Type="http://schemas.openxmlformats.org/officeDocument/2006/relationships/image" Target="../media/image204.png"/><Relationship Id="rId2" Type="http://schemas.openxmlformats.org/officeDocument/2006/relationships/image" Target="../media/image19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59.xml"/><Relationship Id="rId11" Type="http://schemas.openxmlformats.org/officeDocument/2006/relationships/customXml" Target="../ink/ink161.xml"/><Relationship Id="rId5" Type="http://schemas.openxmlformats.org/officeDocument/2006/relationships/image" Target="../media/image200.png"/><Relationship Id="rId10" Type="http://schemas.openxmlformats.org/officeDocument/2006/relationships/image" Target="../media/image203.png"/><Relationship Id="rId4" Type="http://schemas.openxmlformats.org/officeDocument/2006/relationships/customXml" Target="../ink/ink158.xml"/><Relationship Id="rId9" Type="http://schemas.openxmlformats.org/officeDocument/2006/relationships/customXml" Target="../ink/ink160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png"/><Relationship Id="rId7" Type="http://schemas.openxmlformats.org/officeDocument/2006/relationships/image" Target="../media/image1500.png"/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63.xml"/><Relationship Id="rId5" Type="http://schemas.openxmlformats.org/officeDocument/2006/relationships/image" Target="../media/image1490.png"/><Relationship Id="rId4" Type="http://schemas.openxmlformats.org/officeDocument/2006/relationships/customXml" Target="../ink/ink16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png"/><Relationship Id="rId2" Type="http://schemas.openxmlformats.org/officeDocument/2006/relationships/image" Target="../media/image16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5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7.png"/><Relationship Id="rId2" Type="http://schemas.openxmlformats.org/officeDocument/2006/relationships/image" Target="../media/image16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0.png"/><Relationship Id="rId5" Type="http://schemas.openxmlformats.org/officeDocument/2006/relationships/image" Target="../media/image169.png"/><Relationship Id="rId4" Type="http://schemas.openxmlformats.org/officeDocument/2006/relationships/image" Target="../media/image168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6.png"/><Relationship Id="rId2" Type="http://schemas.openxmlformats.org/officeDocument/2006/relationships/image" Target="../media/image20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4.gif"/><Relationship Id="rId4" Type="http://schemas.openxmlformats.org/officeDocument/2006/relationships/image" Target="../media/image207.png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customXml" Target="../ink/ink166.xml"/><Relationship Id="rId3" Type="http://schemas.openxmlformats.org/officeDocument/2006/relationships/image" Target="../media/image176.png"/><Relationship Id="rId7" Type="http://schemas.openxmlformats.org/officeDocument/2006/relationships/image" Target="../media/image1650.png"/><Relationship Id="rId2" Type="http://schemas.openxmlformats.org/officeDocument/2006/relationships/image" Target="../media/image175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65.xml"/><Relationship Id="rId11" Type="http://schemas.openxmlformats.org/officeDocument/2006/relationships/image" Target="../media/image1670.png"/><Relationship Id="rId5" Type="http://schemas.openxmlformats.org/officeDocument/2006/relationships/image" Target="../media/image1640.png"/><Relationship Id="rId10" Type="http://schemas.openxmlformats.org/officeDocument/2006/relationships/customXml" Target="../ink/ink167.xml"/><Relationship Id="rId4" Type="http://schemas.openxmlformats.org/officeDocument/2006/relationships/customXml" Target="../ink/ink164.xml"/><Relationship Id="rId9" Type="http://schemas.openxmlformats.org/officeDocument/2006/relationships/image" Target="../media/image1660.png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10.png"/><Relationship Id="rId3" Type="http://schemas.openxmlformats.org/officeDocument/2006/relationships/customXml" Target="../ink/ink168.xml"/><Relationship Id="rId7" Type="http://schemas.openxmlformats.org/officeDocument/2006/relationships/customXml" Target="../ink/ink170.xml"/><Relationship Id="rId2" Type="http://schemas.openxmlformats.org/officeDocument/2006/relationships/image" Target="../media/image1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00.png"/><Relationship Id="rId5" Type="http://schemas.openxmlformats.org/officeDocument/2006/relationships/customXml" Target="../ink/ink169.xml"/><Relationship Id="rId10" Type="http://schemas.openxmlformats.org/officeDocument/2006/relationships/image" Target="../media/image1720.png"/><Relationship Id="rId4" Type="http://schemas.openxmlformats.org/officeDocument/2006/relationships/image" Target="../media/image1690.png"/><Relationship Id="rId9" Type="http://schemas.openxmlformats.org/officeDocument/2006/relationships/customXml" Target="../ink/ink17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8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3.png"/><Relationship Id="rId3" Type="http://schemas.openxmlformats.org/officeDocument/2006/relationships/image" Target="../media/image210.png"/><Relationship Id="rId7" Type="http://schemas.openxmlformats.org/officeDocument/2006/relationships/image" Target="../media/image212.png"/><Relationship Id="rId2" Type="http://schemas.openxmlformats.org/officeDocument/2006/relationships/image" Target="../media/image209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73.xml"/><Relationship Id="rId5" Type="http://schemas.openxmlformats.org/officeDocument/2006/relationships/image" Target="../media/image211.png"/><Relationship Id="rId4" Type="http://schemas.openxmlformats.org/officeDocument/2006/relationships/customXml" Target="../ink/ink172.xml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customXml" Target="../ink/ink176.xml"/><Relationship Id="rId13" Type="http://schemas.openxmlformats.org/officeDocument/2006/relationships/image" Target="../media/image218.png"/><Relationship Id="rId18" Type="http://schemas.openxmlformats.org/officeDocument/2006/relationships/customXml" Target="../ink/ink181.xml"/><Relationship Id="rId26" Type="http://schemas.openxmlformats.org/officeDocument/2006/relationships/customXml" Target="../ink/ink185.xml"/><Relationship Id="rId3" Type="http://schemas.openxmlformats.org/officeDocument/2006/relationships/image" Target="../media/image191.png"/><Relationship Id="rId21" Type="http://schemas.openxmlformats.org/officeDocument/2006/relationships/image" Target="../media/image222.png"/><Relationship Id="rId7" Type="http://schemas.openxmlformats.org/officeDocument/2006/relationships/image" Target="../media/image215.png"/><Relationship Id="rId12" Type="http://schemas.openxmlformats.org/officeDocument/2006/relationships/customXml" Target="../ink/ink178.xml"/><Relationship Id="rId17" Type="http://schemas.openxmlformats.org/officeDocument/2006/relationships/image" Target="../media/image220.png"/><Relationship Id="rId25" Type="http://schemas.openxmlformats.org/officeDocument/2006/relationships/image" Target="../media/image224.png"/><Relationship Id="rId2" Type="http://schemas.openxmlformats.org/officeDocument/2006/relationships/notesSlide" Target="../notesSlides/notesSlide3.xml"/><Relationship Id="rId16" Type="http://schemas.openxmlformats.org/officeDocument/2006/relationships/customXml" Target="../ink/ink180.xml"/><Relationship Id="rId20" Type="http://schemas.openxmlformats.org/officeDocument/2006/relationships/customXml" Target="../ink/ink182.xml"/><Relationship Id="rId29" Type="http://schemas.openxmlformats.org/officeDocument/2006/relationships/image" Target="../media/image226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75.xml"/><Relationship Id="rId11" Type="http://schemas.openxmlformats.org/officeDocument/2006/relationships/image" Target="../media/image217.png"/><Relationship Id="rId24" Type="http://schemas.openxmlformats.org/officeDocument/2006/relationships/customXml" Target="../ink/ink184.xml"/><Relationship Id="rId5" Type="http://schemas.openxmlformats.org/officeDocument/2006/relationships/image" Target="../media/image214.png"/><Relationship Id="rId15" Type="http://schemas.openxmlformats.org/officeDocument/2006/relationships/image" Target="../media/image219.png"/><Relationship Id="rId23" Type="http://schemas.openxmlformats.org/officeDocument/2006/relationships/image" Target="../media/image223.png"/><Relationship Id="rId28" Type="http://schemas.openxmlformats.org/officeDocument/2006/relationships/customXml" Target="../ink/ink186.xml"/><Relationship Id="rId10" Type="http://schemas.openxmlformats.org/officeDocument/2006/relationships/customXml" Target="../ink/ink177.xml"/><Relationship Id="rId19" Type="http://schemas.openxmlformats.org/officeDocument/2006/relationships/image" Target="../media/image221.png"/><Relationship Id="rId31" Type="http://schemas.openxmlformats.org/officeDocument/2006/relationships/image" Target="../media/image227.png"/><Relationship Id="rId4" Type="http://schemas.openxmlformats.org/officeDocument/2006/relationships/customXml" Target="../ink/ink174.xml"/><Relationship Id="rId9" Type="http://schemas.openxmlformats.org/officeDocument/2006/relationships/image" Target="../media/image216.png"/><Relationship Id="rId14" Type="http://schemas.openxmlformats.org/officeDocument/2006/relationships/customXml" Target="../ink/ink179.xml"/><Relationship Id="rId22" Type="http://schemas.openxmlformats.org/officeDocument/2006/relationships/customXml" Target="../ink/ink183.xml"/><Relationship Id="rId27" Type="http://schemas.openxmlformats.org/officeDocument/2006/relationships/image" Target="../media/image225.png"/><Relationship Id="rId30" Type="http://schemas.openxmlformats.org/officeDocument/2006/relationships/customXml" Target="../ink/ink187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9.png"/><Relationship Id="rId2" Type="http://schemas.openxmlformats.org/officeDocument/2006/relationships/image" Target="../media/image2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1.png"/><Relationship Id="rId4" Type="http://schemas.openxmlformats.org/officeDocument/2006/relationships/image" Target="../media/image230.png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4.png"/><Relationship Id="rId13" Type="http://schemas.openxmlformats.org/officeDocument/2006/relationships/image" Target="../media/image237.png"/><Relationship Id="rId18" Type="http://schemas.openxmlformats.org/officeDocument/2006/relationships/customXml" Target="../ink/ink195.xml"/><Relationship Id="rId3" Type="http://schemas.openxmlformats.org/officeDocument/2006/relationships/customXml" Target="../ink/ink188.xml"/><Relationship Id="rId21" Type="http://schemas.openxmlformats.org/officeDocument/2006/relationships/image" Target="../media/image241.png"/><Relationship Id="rId7" Type="http://schemas.openxmlformats.org/officeDocument/2006/relationships/customXml" Target="../ink/ink190.xml"/><Relationship Id="rId12" Type="http://schemas.openxmlformats.org/officeDocument/2006/relationships/image" Target="../media/image236.png"/><Relationship Id="rId17" Type="http://schemas.openxmlformats.org/officeDocument/2006/relationships/image" Target="../media/image239.png"/><Relationship Id="rId2" Type="http://schemas.openxmlformats.org/officeDocument/2006/relationships/image" Target="../media/image230.png"/><Relationship Id="rId16" Type="http://schemas.openxmlformats.org/officeDocument/2006/relationships/customXml" Target="../ink/ink194.xml"/><Relationship Id="rId20" Type="http://schemas.openxmlformats.org/officeDocument/2006/relationships/customXml" Target="../ink/ink19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3.png"/><Relationship Id="rId11" Type="http://schemas.openxmlformats.org/officeDocument/2006/relationships/customXml" Target="../ink/ink192.xml"/><Relationship Id="rId5" Type="http://schemas.openxmlformats.org/officeDocument/2006/relationships/customXml" Target="../ink/ink189.xml"/><Relationship Id="rId15" Type="http://schemas.openxmlformats.org/officeDocument/2006/relationships/image" Target="../media/image238.png"/><Relationship Id="rId10" Type="http://schemas.openxmlformats.org/officeDocument/2006/relationships/image" Target="../media/image235.png"/><Relationship Id="rId19" Type="http://schemas.openxmlformats.org/officeDocument/2006/relationships/image" Target="../media/image240.png"/><Relationship Id="rId4" Type="http://schemas.openxmlformats.org/officeDocument/2006/relationships/image" Target="../media/image232.png"/><Relationship Id="rId9" Type="http://schemas.openxmlformats.org/officeDocument/2006/relationships/customXml" Target="../ink/ink191.xml"/><Relationship Id="rId14" Type="http://schemas.openxmlformats.org/officeDocument/2006/relationships/customXml" Target="../ink/ink193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png"/><Relationship Id="rId7" Type="http://schemas.openxmlformats.org/officeDocument/2006/relationships/image" Target="../media/image1500.png"/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98.xml"/><Relationship Id="rId5" Type="http://schemas.openxmlformats.org/officeDocument/2006/relationships/image" Target="../media/image1490.png"/><Relationship Id="rId4" Type="http://schemas.openxmlformats.org/officeDocument/2006/relationships/customXml" Target="../ink/ink197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png"/><Relationship Id="rId2" Type="http://schemas.openxmlformats.org/officeDocument/2006/relationships/image" Target="../media/image16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5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7.png"/><Relationship Id="rId2" Type="http://schemas.openxmlformats.org/officeDocument/2006/relationships/image" Target="../media/image16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0.png"/><Relationship Id="rId5" Type="http://schemas.openxmlformats.org/officeDocument/2006/relationships/image" Target="../media/image169.png"/><Relationship Id="rId4" Type="http://schemas.openxmlformats.org/officeDocument/2006/relationships/image" Target="../media/image168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3.png"/><Relationship Id="rId2" Type="http://schemas.openxmlformats.org/officeDocument/2006/relationships/image" Target="../media/image2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4.png"/></Relationships>
</file>

<file path=ppt/slides/_rels/slide93.xml.rels><?xml version="1.0" encoding="UTF-8" standalone="yes"?>
<Relationships xmlns="http://schemas.openxmlformats.org/package/2006/relationships"><Relationship Id="rId8" Type="http://schemas.openxmlformats.org/officeDocument/2006/relationships/customXml" Target="../ink/ink201.xml"/><Relationship Id="rId3" Type="http://schemas.openxmlformats.org/officeDocument/2006/relationships/image" Target="../media/image176.png"/><Relationship Id="rId7" Type="http://schemas.openxmlformats.org/officeDocument/2006/relationships/image" Target="../media/image1650.png"/><Relationship Id="rId2" Type="http://schemas.openxmlformats.org/officeDocument/2006/relationships/image" Target="../media/image175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00.xml"/><Relationship Id="rId11" Type="http://schemas.openxmlformats.org/officeDocument/2006/relationships/image" Target="../media/image1670.png"/><Relationship Id="rId5" Type="http://schemas.openxmlformats.org/officeDocument/2006/relationships/image" Target="../media/image1640.png"/><Relationship Id="rId10" Type="http://schemas.openxmlformats.org/officeDocument/2006/relationships/customXml" Target="../ink/ink202.xml"/><Relationship Id="rId4" Type="http://schemas.openxmlformats.org/officeDocument/2006/relationships/customXml" Target="../ink/ink199.xml"/><Relationship Id="rId9" Type="http://schemas.openxmlformats.org/officeDocument/2006/relationships/image" Target="../media/image1660.png"/></Relationships>
</file>

<file path=ppt/slides/_rels/slide9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10.png"/><Relationship Id="rId3" Type="http://schemas.openxmlformats.org/officeDocument/2006/relationships/customXml" Target="../ink/ink203.xml"/><Relationship Id="rId7" Type="http://schemas.openxmlformats.org/officeDocument/2006/relationships/customXml" Target="../ink/ink205.xml"/><Relationship Id="rId12" Type="http://schemas.openxmlformats.org/officeDocument/2006/relationships/image" Target="../media/image246.png"/><Relationship Id="rId2" Type="http://schemas.openxmlformats.org/officeDocument/2006/relationships/image" Target="../media/image1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00.png"/><Relationship Id="rId11" Type="http://schemas.openxmlformats.org/officeDocument/2006/relationships/image" Target="../media/image245.png"/><Relationship Id="rId5" Type="http://schemas.openxmlformats.org/officeDocument/2006/relationships/customXml" Target="../ink/ink204.xml"/><Relationship Id="rId10" Type="http://schemas.openxmlformats.org/officeDocument/2006/relationships/image" Target="../media/image1720.png"/><Relationship Id="rId4" Type="http://schemas.openxmlformats.org/officeDocument/2006/relationships/image" Target="../media/image1690.png"/><Relationship Id="rId9" Type="http://schemas.openxmlformats.org/officeDocument/2006/relationships/customXml" Target="../ink/ink206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8.png"/><Relationship Id="rId2" Type="http://schemas.openxmlformats.org/officeDocument/2006/relationships/image" Target="../media/image247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8" Type="http://schemas.openxmlformats.org/officeDocument/2006/relationships/customXml" Target="../ink/ink209.xml"/><Relationship Id="rId13" Type="http://schemas.openxmlformats.org/officeDocument/2006/relationships/customXml" Target="../ink/ink211.xml"/><Relationship Id="rId18" Type="http://schemas.openxmlformats.org/officeDocument/2006/relationships/customXml" Target="../ink/ink213.xml"/><Relationship Id="rId3" Type="http://schemas.openxmlformats.org/officeDocument/2006/relationships/image" Target="../media/image250.png"/><Relationship Id="rId7" Type="http://schemas.openxmlformats.org/officeDocument/2006/relationships/image" Target="../media/image252.png"/><Relationship Id="rId12" Type="http://schemas.openxmlformats.org/officeDocument/2006/relationships/image" Target="../media/image255.png"/><Relationship Id="rId17" Type="http://schemas.openxmlformats.org/officeDocument/2006/relationships/image" Target="../media/image258.png"/><Relationship Id="rId2" Type="http://schemas.openxmlformats.org/officeDocument/2006/relationships/image" Target="../media/image249.png"/><Relationship Id="rId16" Type="http://schemas.openxmlformats.org/officeDocument/2006/relationships/customXml" Target="../ink/ink21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08.xml"/><Relationship Id="rId11" Type="http://schemas.openxmlformats.org/officeDocument/2006/relationships/image" Target="../media/image254.png"/><Relationship Id="rId5" Type="http://schemas.openxmlformats.org/officeDocument/2006/relationships/image" Target="../media/image251.png"/><Relationship Id="rId15" Type="http://schemas.openxmlformats.org/officeDocument/2006/relationships/image" Target="../media/image257.png"/><Relationship Id="rId10" Type="http://schemas.openxmlformats.org/officeDocument/2006/relationships/customXml" Target="../ink/ink210.xml"/><Relationship Id="rId19" Type="http://schemas.openxmlformats.org/officeDocument/2006/relationships/image" Target="../media/image259.png"/><Relationship Id="rId4" Type="http://schemas.openxmlformats.org/officeDocument/2006/relationships/customXml" Target="../ink/ink207.xml"/><Relationship Id="rId9" Type="http://schemas.openxmlformats.org/officeDocument/2006/relationships/image" Target="../media/image253.png"/><Relationship Id="rId14" Type="http://schemas.openxmlformats.org/officeDocument/2006/relationships/image" Target="../media/image256.png"/></Relationships>
</file>

<file path=ppt/slides/_rels/slide97.xml.rels><?xml version="1.0" encoding="UTF-8" standalone="yes"?>
<Relationships xmlns="http://schemas.openxmlformats.org/package/2006/relationships"><Relationship Id="rId8" Type="http://schemas.openxmlformats.org/officeDocument/2006/relationships/customXml" Target="../ink/ink216.xml"/><Relationship Id="rId13" Type="http://schemas.openxmlformats.org/officeDocument/2006/relationships/image" Target="../media/image266.png"/><Relationship Id="rId18" Type="http://schemas.openxmlformats.org/officeDocument/2006/relationships/customXml" Target="../ink/ink221.xml"/><Relationship Id="rId3" Type="http://schemas.openxmlformats.org/officeDocument/2006/relationships/customXml" Target="../ink/ink214.xml"/><Relationship Id="rId21" Type="http://schemas.openxmlformats.org/officeDocument/2006/relationships/image" Target="../media/image271.png"/><Relationship Id="rId7" Type="http://schemas.openxmlformats.org/officeDocument/2006/relationships/image" Target="../media/image263.png"/><Relationship Id="rId12" Type="http://schemas.openxmlformats.org/officeDocument/2006/relationships/customXml" Target="../ink/ink218.xml"/><Relationship Id="rId17" Type="http://schemas.openxmlformats.org/officeDocument/2006/relationships/image" Target="../media/image268.png"/><Relationship Id="rId2" Type="http://schemas.openxmlformats.org/officeDocument/2006/relationships/image" Target="../media/image191.png"/><Relationship Id="rId16" Type="http://schemas.openxmlformats.org/officeDocument/2006/relationships/customXml" Target="../ink/ink220.xml"/><Relationship Id="rId20" Type="http://schemas.openxmlformats.org/officeDocument/2006/relationships/customXml" Target="../ink/ink22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15.xml"/><Relationship Id="rId11" Type="http://schemas.openxmlformats.org/officeDocument/2006/relationships/image" Target="../media/image265.png"/><Relationship Id="rId5" Type="http://schemas.openxmlformats.org/officeDocument/2006/relationships/image" Target="../media/image262.png"/><Relationship Id="rId15" Type="http://schemas.openxmlformats.org/officeDocument/2006/relationships/image" Target="../media/image267.png"/><Relationship Id="rId10" Type="http://schemas.openxmlformats.org/officeDocument/2006/relationships/customXml" Target="../ink/ink217.xml"/><Relationship Id="rId19" Type="http://schemas.openxmlformats.org/officeDocument/2006/relationships/image" Target="../media/image269.png"/><Relationship Id="rId4" Type="http://schemas.openxmlformats.org/officeDocument/2006/relationships/image" Target="../media/image261.png"/><Relationship Id="rId9" Type="http://schemas.openxmlformats.org/officeDocument/2006/relationships/image" Target="../media/image264.png"/><Relationship Id="rId14" Type="http://schemas.openxmlformats.org/officeDocument/2006/relationships/customXml" Target="../ink/ink219.xml"/><Relationship Id="rId22" Type="http://schemas.openxmlformats.org/officeDocument/2006/relationships/image" Target="../media/image272.gif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png"/><Relationship Id="rId7" Type="http://schemas.openxmlformats.org/officeDocument/2006/relationships/image" Target="../media/image1500.png"/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24.xml"/><Relationship Id="rId5" Type="http://schemas.openxmlformats.org/officeDocument/2006/relationships/image" Target="../media/image1490.png"/><Relationship Id="rId4" Type="http://schemas.openxmlformats.org/officeDocument/2006/relationships/customXml" Target="../ink/ink223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png"/><Relationship Id="rId2" Type="http://schemas.openxmlformats.org/officeDocument/2006/relationships/image" Target="../media/image16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5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7.png"/><Relationship Id="rId2" Type="http://schemas.openxmlformats.org/officeDocument/2006/relationships/image" Target="../media/image16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0.png"/><Relationship Id="rId5" Type="http://schemas.openxmlformats.org/officeDocument/2006/relationships/image" Target="../media/image169.png"/><Relationship Id="rId4" Type="http://schemas.openxmlformats.org/officeDocument/2006/relationships/image" Target="../media/image168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4.png"/><Relationship Id="rId2" Type="http://schemas.openxmlformats.org/officeDocument/2006/relationships/image" Target="../media/image27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4.gif"/><Relationship Id="rId4" Type="http://schemas.openxmlformats.org/officeDocument/2006/relationships/image" Target="../media/image275.png"/></Relationships>
</file>

<file path=ppt/slides/_rels/slide102.xml.rels><?xml version="1.0" encoding="UTF-8" standalone="yes"?>
<Relationships xmlns="http://schemas.openxmlformats.org/package/2006/relationships"><Relationship Id="rId8" Type="http://schemas.openxmlformats.org/officeDocument/2006/relationships/customXml" Target="../ink/ink227.xml"/><Relationship Id="rId3" Type="http://schemas.openxmlformats.org/officeDocument/2006/relationships/image" Target="../media/image176.png"/><Relationship Id="rId7" Type="http://schemas.openxmlformats.org/officeDocument/2006/relationships/image" Target="../media/image1650.png"/><Relationship Id="rId2" Type="http://schemas.openxmlformats.org/officeDocument/2006/relationships/image" Target="../media/image175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26.xml"/><Relationship Id="rId11" Type="http://schemas.openxmlformats.org/officeDocument/2006/relationships/image" Target="../media/image1670.png"/><Relationship Id="rId5" Type="http://schemas.openxmlformats.org/officeDocument/2006/relationships/image" Target="../media/image1640.png"/><Relationship Id="rId10" Type="http://schemas.openxmlformats.org/officeDocument/2006/relationships/customXml" Target="../ink/ink228.xml"/><Relationship Id="rId4" Type="http://schemas.openxmlformats.org/officeDocument/2006/relationships/customXml" Target="../ink/ink225.xml"/><Relationship Id="rId9" Type="http://schemas.openxmlformats.org/officeDocument/2006/relationships/image" Target="../media/image1660.png"/></Relationships>
</file>

<file path=ppt/slides/_rels/slide10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10.png"/><Relationship Id="rId3" Type="http://schemas.openxmlformats.org/officeDocument/2006/relationships/customXml" Target="../ink/ink229.xml"/><Relationship Id="rId7" Type="http://schemas.openxmlformats.org/officeDocument/2006/relationships/customXml" Target="../ink/ink231.xml"/><Relationship Id="rId2" Type="http://schemas.openxmlformats.org/officeDocument/2006/relationships/image" Target="../media/image1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00.png"/><Relationship Id="rId11" Type="http://schemas.openxmlformats.org/officeDocument/2006/relationships/image" Target="../media/image245.png"/><Relationship Id="rId5" Type="http://schemas.openxmlformats.org/officeDocument/2006/relationships/customXml" Target="../ink/ink230.xml"/><Relationship Id="rId10" Type="http://schemas.openxmlformats.org/officeDocument/2006/relationships/image" Target="../media/image1720.png"/><Relationship Id="rId4" Type="http://schemas.openxmlformats.org/officeDocument/2006/relationships/image" Target="../media/image1690.png"/><Relationship Id="rId9" Type="http://schemas.openxmlformats.org/officeDocument/2006/relationships/customXml" Target="../ink/ink23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A87E9-1A2B-E074-95D6-F62A25193F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Bazele</a:t>
            </a:r>
            <a:r>
              <a:rPr lang="en-US" dirty="0"/>
              <a:t> </a:t>
            </a:r>
            <a:r>
              <a:rPr lang="en-US" dirty="0" err="1"/>
              <a:t>inteligenței</a:t>
            </a:r>
            <a:r>
              <a:rPr lang="en-US" dirty="0"/>
              <a:t> </a:t>
            </a:r>
            <a:r>
              <a:rPr lang="en-US" dirty="0" err="1"/>
              <a:t>artificiale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37E701-8695-5CB0-A905-07547C6513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Laborator</a:t>
            </a:r>
            <a:r>
              <a:rPr lang="en-US" dirty="0"/>
              <a:t> – Grigore </a:t>
            </a:r>
            <a:r>
              <a:rPr lang="en-US" dirty="0" err="1"/>
              <a:t>Ionuț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46443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9AB002F-CA8B-2609-9C7E-E7F898FFA0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644" y="113015"/>
            <a:ext cx="4758996" cy="6444688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0E1247A-126A-D5ED-0D80-96CDF7BF64B1}"/>
              </a:ext>
            </a:extLst>
          </p:cNvPr>
          <p:cNvCxnSpPr>
            <a:cxnSpLocks/>
          </p:cNvCxnSpPr>
          <p:nvPr/>
        </p:nvCxnSpPr>
        <p:spPr>
          <a:xfrm flipV="1">
            <a:off x="4538133" y="4682068"/>
            <a:ext cx="3115733" cy="12446"/>
          </a:xfrm>
          <a:prstGeom prst="line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06EACB9-4E76-88BD-479B-ABA628C15568}"/>
              </a:ext>
            </a:extLst>
          </p:cNvPr>
          <p:cNvSpPr txBox="1"/>
          <p:nvPr/>
        </p:nvSpPr>
        <p:spPr>
          <a:xfrm>
            <a:off x="7653866" y="4497402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today’s lab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C393DE4-2A3B-121E-BAEB-BDA0ECB2F88B}"/>
                  </a:ext>
                </a:extLst>
              </p14:cNvPr>
              <p14:cNvContentPartPr/>
              <p14:nvPr/>
            </p14:nvContentPartPr>
            <p14:xfrm>
              <a:off x="726867" y="4511600"/>
              <a:ext cx="3710520" cy="4341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C393DE4-2A3B-121E-BAEB-BDA0ECB2F88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9227" y="4493600"/>
                <a:ext cx="3746160" cy="469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50234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A87E9-1A2B-E074-95D6-F62A25193F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9867" y="660400"/>
            <a:ext cx="4665134" cy="851430"/>
          </a:xfrm>
        </p:spPr>
        <p:txBody>
          <a:bodyPr>
            <a:normAutofit fontScale="90000"/>
          </a:bodyPr>
          <a:lstStyle/>
          <a:p>
            <a:r>
              <a:rPr lang="en-US" dirty="0"/>
              <a:t>Content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370850-9648-B248-267C-6CCDCAE18C14}"/>
              </a:ext>
            </a:extLst>
          </p:cNvPr>
          <p:cNvSpPr txBox="1"/>
          <p:nvPr/>
        </p:nvSpPr>
        <p:spPr>
          <a:xfrm>
            <a:off x="1579033" y="2087812"/>
            <a:ext cx="935566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Convolutions for images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Padding and stride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Multiple input and multiple output channels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Pooling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err="1"/>
              <a:t>LeNet</a:t>
            </a: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err="1"/>
              <a:t>AlexNet</a:t>
            </a: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VGG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Batch Normalization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err="1"/>
              <a:t>ResNet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90482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A87E9-1A2B-E074-95D6-F62A25193F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4293" y="1130829"/>
            <a:ext cx="9144000" cy="2387600"/>
          </a:xfrm>
        </p:spPr>
        <p:txBody>
          <a:bodyPr/>
          <a:lstStyle/>
          <a:p>
            <a:r>
              <a:rPr lang="en-US" dirty="0"/>
              <a:t>1) Convolutions for images</a:t>
            </a:r>
          </a:p>
        </p:txBody>
      </p:sp>
    </p:spTree>
    <p:extLst>
      <p:ext uri="{BB962C8B-B14F-4D97-AF65-F5344CB8AC3E}">
        <p14:creationId xmlns:p14="http://schemas.microsoft.com/office/powerpoint/2010/main" val="3810546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7675E-91D2-D862-96C2-C80E5CF85F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2400"/>
            <a:ext cx="12049760" cy="6024563"/>
          </a:xfrm>
        </p:spPr>
        <p:txBody>
          <a:bodyPr>
            <a:normAutofit/>
          </a:bodyPr>
          <a:lstStyle/>
          <a:p>
            <a:r>
              <a:rPr lang="en-US" sz="2400" dirty="0"/>
              <a:t>a convolutional neural network (CNN) is a class of neural networks designed specifically for processing image data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A CNN typically includes 3 layers:</a:t>
            </a:r>
          </a:p>
          <a:p>
            <a:pPr lvl="1"/>
            <a:r>
              <a:rPr lang="en-US" sz="2000" b="1" dirty="0">
                <a:highlight>
                  <a:srgbClr val="FFFF00"/>
                </a:highlight>
              </a:rPr>
              <a:t>convolutional layers</a:t>
            </a:r>
          </a:p>
          <a:p>
            <a:pPr lvl="1"/>
            <a:r>
              <a:rPr lang="en-US" sz="2000" b="1" dirty="0">
                <a:highlight>
                  <a:srgbClr val="FFFF00"/>
                </a:highlight>
              </a:rPr>
              <a:t>pooling layers</a:t>
            </a:r>
          </a:p>
          <a:p>
            <a:pPr lvl="1"/>
            <a:r>
              <a:rPr lang="en-US" sz="2000" b="1" dirty="0">
                <a:highlight>
                  <a:srgbClr val="FFFF00"/>
                </a:highlight>
              </a:rPr>
              <a:t>fully-connected layers </a:t>
            </a:r>
            <a:r>
              <a:rPr lang="en-US" sz="2000" dirty="0"/>
              <a:t>(from the previous lab)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5FD64B-230A-D9AF-C6BF-A8ED269C70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4260" y="2897012"/>
            <a:ext cx="8522809" cy="38797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ABEF747-6559-7602-FA28-D8FA3BCAA4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1225" y="4968936"/>
            <a:ext cx="83671" cy="10407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26730B0B-21C4-D270-176E-45AE1DDB698F}"/>
                  </a:ext>
                </a:extLst>
              </p14:cNvPr>
              <p14:cNvContentPartPr/>
              <p14:nvPr/>
            </p14:nvContentPartPr>
            <p14:xfrm>
              <a:off x="7681040" y="5087080"/>
              <a:ext cx="803520" cy="8067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26730B0B-21C4-D270-176E-45AE1DDB698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663040" y="5069080"/>
                <a:ext cx="839160" cy="84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ADF4FFF0-1253-67D1-2717-973C3D87F407}"/>
                  </a:ext>
                </a:extLst>
              </p14:cNvPr>
              <p14:cNvContentPartPr/>
              <p14:nvPr/>
            </p14:nvContentPartPr>
            <p14:xfrm>
              <a:off x="3542840" y="3361960"/>
              <a:ext cx="765000" cy="3074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ADF4FFF0-1253-67D1-2717-973C3D87F40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525200" y="3343960"/>
                <a:ext cx="800640" cy="34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3E385854-CE8B-ED89-9289-107E15499FAA}"/>
                  </a:ext>
                </a:extLst>
              </p14:cNvPr>
              <p14:cNvContentPartPr/>
              <p14:nvPr/>
            </p14:nvContentPartPr>
            <p14:xfrm>
              <a:off x="4519880" y="3382120"/>
              <a:ext cx="654840" cy="3286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3E385854-CE8B-ED89-9289-107E15499FA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502240" y="3364480"/>
                <a:ext cx="690480" cy="36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91241CAD-6E0D-A411-522B-16F094AF953D}"/>
                  </a:ext>
                </a:extLst>
              </p14:cNvPr>
              <p14:cNvContentPartPr/>
              <p14:nvPr/>
            </p14:nvContentPartPr>
            <p14:xfrm>
              <a:off x="5333480" y="3361960"/>
              <a:ext cx="500760" cy="3348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91241CAD-6E0D-A411-522B-16F094AF953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315840" y="3343960"/>
                <a:ext cx="536400" cy="37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AE36CCDE-E519-97BC-6C44-CC31D94F60AB}"/>
                  </a:ext>
                </a:extLst>
              </p14:cNvPr>
              <p14:cNvContentPartPr/>
              <p14:nvPr/>
            </p14:nvContentPartPr>
            <p14:xfrm>
              <a:off x="2916747" y="4817240"/>
              <a:ext cx="954000" cy="3564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AE36CCDE-E519-97BC-6C44-CC31D94F60A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898747" y="4799600"/>
                <a:ext cx="989640" cy="39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F0582C42-280D-81CD-5CA5-6AC576EBCE0C}"/>
                  </a:ext>
                </a:extLst>
              </p14:cNvPr>
              <p14:cNvContentPartPr/>
              <p14:nvPr/>
            </p14:nvContentPartPr>
            <p14:xfrm>
              <a:off x="4050747" y="4800320"/>
              <a:ext cx="828360" cy="4086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F0582C42-280D-81CD-5CA5-6AC576EBCE0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033107" y="4782680"/>
                <a:ext cx="864000" cy="444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103A7C49-C09E-CFF9-A330-470137783CCB}"/>
              </a:ext>
            </a:extLst>
          </p:cNvPr>
          <p:cNvGrpSpPr/>
          <p:nvPr/>
        </p:nvGrpSpPr>
        <p:grpSpPr>
          <a:xfrm>
            <a:off x="4961547" y="4791320"/>
            <a:ext cx="949320" cy="450000"/>
            <a:chOff x="4961547" y="4791320"/>
            <a:chExt cx="949320" cy="45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ED8BCAC-90FA-6625-BAB2-B26696B373A1}"/>
                    </a:ext>
                  </a:extLst>
                </p14:cNvPr>
                <p14:cNvContentPartPr/>
                <p14:nvPr/>
              </p14:nvContentPartPr>
              <p14:xfrm>
                <a:off x="4961547" y="4791320"/>
                <a:ext cx="949320" cy="4500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ED8BCAC-90FA-6625-BAB2-B26696B373A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943547" y="4773320"/>
                  <a:ext cx="984960" cy="48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03EDDD3-1788-D8CC-86DF-59D153D6DC12}"/>
                    </a:ext>
                  </a:extLst>
                </p14:cNvPr>
                <p14:cNvContentPartPr/>
                <p14:nvPr/>
              </p14:nvContentPartPr>
              <p14:xfrm>
                <a:off x="5342427" y="5240960"/>
                <a:ext cx="360" cy="3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03EDDD3-1788-D8CC-86DF-59D153D6DC1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324427" y="522296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8019797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E04793C-C91A-37B9-2778-50DBC9AF1D69}"/>
              </a:ext>
            </a:extLst>
          </p:cNvPr>
          <p:cNvSpPr txBox="1">
            <a:spLocks/>
          </p:cNvSpPr>
          <p:nvPr/>
        </p:nvSpPr>
        <p:spPr>
          <a:xfrm>
            <a:off x="-1761067" y="-457200"/>
            <a:ext cx="75438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MLP vs CNN</a:t>
            </a:r>
          </a:p>
        </p:txBody>
      </p:sp>
      <p:pic>
        <p:nvPicPr>
          <p:cNvPr id="7" name="Picture 6" descr="A diagram of a number&#10;&#10;Description automatically generated">
            <a:extLst>
              <a:ext uri="{FF2B5EF4-FFF2-40B4-BE49-F238E27FC236}">
                <a16:creationId xmlns:a16="http://schemas.microsoft.com/office/drawing/2014/main" id="{FC7A5E15-18D3-461C-6327-771FA5D93D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18802"/>
            <a:ext cx="5709920" cy="32203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D542678-5846-4945-97DD-D637376068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3249" y="1058733"/>
            <a:ext cx="6158751" cy="4571512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7C3F461-F60C-8685-17A8-296970E8CE37}"/>
              </a:ext>
            </a:extLst>
          </p:cNvPr>
          <p:cNvCxnSpPr>
            <a:cxnSpLocks/>
          </p:cNvCxnSpPr>
          <p:nvPr/>
        </p:nvCxnSpPr>
        <p:spPr>
          <a:xfrm>
            <a:off x="5921828" y="864009"/>
            <a:ext cx="0" cy="5993991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A4827D-31D5-912F-6D88-3ECE8FE57A31}"/>
              </a:ext>
            </a:extLst>
          </p:cNvPr>
          <p:cNvCxnSpPr/>
          <p:nvPr/>
        </p:nvCxnSpPr>
        <p:spPr>
          <a:xfrm>
            <a:off x="0" y="864009"/>
            <a:ext cx="12192000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99706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graph&#10;&#10;Description automatically generated">
            <a:extLst>
              <a:ext uri="{FF2B5EF4-FFF2-40B4-BE49-F238E27FC236}">
                <a16:creationId xmlns:a16="http://schemas.microsoft.com/office/drawing/2014/main" id="{E3344CDD-5B26-6009-DEFA-CD3FA2EB8E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5055" y="2134236"/>
            <a:ext cx="8233612" cy="4602724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6164CBF-3CB3-ED92-B61E-9F9E55EFDF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774" y="121040"/>
            <a:ext cx="4722471" cy="17734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72CC60E-D4F8-1AD0-56D5-A34D3CD5B9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347" y="812426"/>
            <a:ext cx="5239269" cy="390647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C4D58D89-C3F0-D4FC-76EE-451F995459FB}"/>
              </a:ext>
            </a:extLst>
          </p:cNvPr>
          <p:cNvSpPr/>
          <p:nvPr/>
        </p:nvSpPr>
        <p:spPr>
          <a:xfrm>
            <a:off x="5117592" y="765433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B90CF09-E2C8-638C-16DF-13CA92590974}"/>
              </a:ext>
            </a:extLst>
          </p:cNvPr>
          <p:cNvGrpSpPr/>
          <p:nvPr/>
        </p:nvGrpSpPr>
        <p:grpSpPr>
          <a:xfrm>
            <a:off x="5821861" y="6308034"/>
            <a:ext cx="1172160" cy="58320"/>
            <a:chOff x="5821861" y="6308034"/>
            <a:chExt cx="1172160" cy="5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084AB10-AC3E-24D2-A13B-CEDFA627B063}"/>
                    </a:ext>
                  </a:extLst>
                </p14:cNvPr>
                <p14:cNvContentPartPr/>
                <p14:nvPr/>
              </p14:nvContentPartPr>
              <p14:xfrm>
                <a:off x="5821861" y="6353754"/>
                <a:ext cx="1153800" cy="126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084AB10-AC3E-24D2-A13B-CEDFA627B06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759221" y="6291114"/>
                  <a:ext cx="127944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0A282DA-4E25-A702-C172-846D259FB96A}"/>
                    </a:ext>
                  </a:extLst>
                </p14:cNvPr>
                <p14:cNvContentPartPr/>
                <p14:nvPr/>
              </p14:nvContentPartPr>
              <p14:xfrm>
                <a:off x="5844901" y="6308034"/>
                <a:ext cx="1149120" cy="3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0A282DA-4E25-A702-C172-846D259FB96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782261" y="6245034"/>
                  <a:ext cx="1274760" cy="12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6BDA00A-803F-A824-9E22-6EEF3B2C7B5B}"/>
              </a:ext>
            </a:extLst>
          </p:cNvPr>
          <p:cNvGrpSpPr/>
          <p:nvPr/>
        </p:nvGrpSpPr>
        <p:grpSpPr>
          <a:xfrm>
            <a:off x="5879821" y="6076554"/>
            <a:ext cx="1082160" cy="151920"/>
            <a:chOff x="5879821" y="6076554"/>
            <a:chExt cx="1082160" cy="151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3B6B1B3-F1F6-9349-80EC-AACFD455A893}"/>
                    </a:ext>
                  </a:extLst>
                </p14:cNvPr>
                <p14:cNvContentPartPr/>
                <p14:nvPr/>
              </p14:nvContentPartPr>
              <p14:xfrm>
                <a:off x="5891341" y="6076554"/>
                <a:ext cx="360" cy="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3B6B1B3-F1F6-9349-80EC-AACFD455A893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828701" y="6013914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C31CE05-CF61-57D8-B896-468342376D76}"/>
                    </a:ext>
                  </a:extLst>
                </p14:cNvPr>
                <p14:cNvContentPartPr/>
                <p14:nvPr/>
              </p14:nvContentPartPr>
              <p14:xfrm>
                <a:off x="5879821" y="6157554"/>
                <a:ext cx="1082160" cy="709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C31CE05-CF61-57D8-B896-468342376D76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817181" y="6094554"/>
                  <a:ext cx="1207800" cy="196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29F5833A-0E0C-C9E0-A015-FC05E01A30A2}"/>
                  </a:ext>
                </a:extLst>
              </p14:cNvPr>
              <p14:cNvContentPartPr/>
              <p14:nvPr/>
            </p14:nvContentPartPr>
            <p14:xfrm>
              <a:off x="1428781" y="6468954"/>
              <a:ext cx="3137760" cy="2232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29F5833A-0E0C-C9E0-A015-FC05E01A30A2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366141" y="6406314"/>
                <a:ext cx="3263400" cy="348840"/>
              </a:xfrm>
              <a:prstGeom prst="rect">
                <a:avLst/>
              </a:prstGeom>
            </p:spPr>
          </p:pic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5575C68B-43BC-BC4C-C577-ED77052A5854}"/>
              </a:ext>
            </a:extLst>
          </p:cNvPr>
          <p:cNvSpPr txBox="1"/>
          <p:nvPr/>
        </p:nvSpPr>
        <p:spPr>
          <a:xfrm>
            <a:off x="5990993" y="6019113"/>
            <a:ext cx="2017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Kernel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5F540E-00D2-3AAE-964F-E6AD9A3621E9}"/>
              </a:ext>
            </a:extLst>
          </p:cNvPr>
          <p:cNvSpPr txBox="1"/>
          <p:nvPr/>
        </p:nvSpPr>
        <p:spPr>
          <a:xfrm>
            <a:off x="10174326" y="3219969"/>
            <a:ext cx="2017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also known as </a:t>
            </a:r>
            <a:r>
              <a:rPr lang="en-US" b="1" dirty="0">
                <a:highlight>
                  <a:srgbClr val="FFFF00"/>
                </a:highlight>
              </a:rPr>
              <a:t>feature map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AF6BF68-B819-4081-8FB9-7DF9C42E3EA4}"/>
              </a:ext>
            </a:extLst>
          </p:cNvPr>
          <p:cNvSpPr txBox="1"/>
          <p:nvPr/>
        </p:nvSpPr>
        <p:spPr>
          <a:xfrm>
            <a:off x="8610816" y="4701032"/>
            <a:ext cx="367034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F0000"/>
                </a:solidFill>
              </a:rPr>
              <a:t>these are the parameters which CNN learns during training !  ( + a bias which is usually not represented in diagrams)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 dirty="0">
              <a:solidFill>
                <a:srgbClr val="FF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F0000"/>
                </a:solidFill>
              </a:rPr>
              <a:t>they are initially random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C302840B-3EBF-F1C5-4AB4-617DF8BC2C1D}"/>
                  </a:ext>
                </a:extLst>
              </p14:cNvPr>
              <p14:cNvContentPartPr/>
              <p14:nvPr/>
            </p14:nvContentPartPr>
            <p14:xfrm>
              <a:off x="7543381" y="5599554"/>
              <a:ext cx="894960" cy="30348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C302840B-3EBF-F1C5-4AB4-617DF8BC2C1D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525381" y="5581554"/>
                <a:ext cx="930600" cy="33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AB84519D-B931-3BC8-9BAD-BD3105077464}"/>
                  </a:ext>
                </a:extLst>
              </p14:cNvPr>
              <p14:cNvContentPartPr/>
              <p14:nvPr/>
            </p14:nvContentPartPr>
            <p14:xfrm>
              <a:off x="7475701" y="5509194"/>
              <a:ext cx="189720" cy="24372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AB84519D-B931-3BC8-9BAD-BD3105077464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457701" y="5491194"/>
                <a:ext cx="225360" cy="279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618894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A0FD7B6-D415-8D63-D626-6125D79C7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521" y="4861321"/>
            <a:ext cx="9722958" cy="199667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BA13148-7763-E59D-794B-F0E5BF95CD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6362" y="78263"/>
            <a:ext cx="5871037" cy="212338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0F75550-3175-897E-7803-B3ADCF42A8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3283" y="2558391"/>
            <a:ext cx="4239760" cy="1928944"/>
          </a:xfrm>
          <a:prstGeom prst="rect">
            <a:avLst/>
          </a:prstGeom>
        </p:spPr>
      </p:pic>
      <p:sp>
        <p:nvSpPr>
          <p:cNvPr id="8" name="Left Brace 7">
            <a:extLst>
              <a:ext uri="{FF2B5EF4-FFF2-40B4-BE49-F238E27FC236}">
                <a16:creationId xmlns:a16="http://schemas.microsoft.com/office/drawing/2014/main" id="{6FA60041-15D5-2664-A361-9D31B46FD763}"/>
              </a:ext>
            </a:extLst>
          </p:cNvPr>
          <p:cNvSpPr/>
          <p:nvPr/>
        </p:nvSpPr>
        <p:spPr>
          <a:xfrm>
            <a:off x="3242732" y="2625994"/>
            <a:ext cx="265883" cy="1810982"/>
          </a:xfrm>
          <a:prstGeom prst="leftBrac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22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E1F10F0-93EA-53ED-D8FB-15C0737CEE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769" y="978262"/>
            <a:ext cx="7074760" cy="54936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ABACB88-2E4D-D48F-D887-4BF149F7F3A5}"/>
              </a:ext>
            </a:extLst>
          </p:cNvPr>
          <p:cNvSpPr txBox="1"/>
          <p:nvPr/>
        </p:nvSpPr>
        <p:spPr>
          <a:xfrm>
            <a:off x="8072631" y="3522981"/>
            <a:ext cx="38738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types of features the kernels are able to detect in the first convolutional layer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1936E1-D94A-4736-A949-D40D459CC9DC}"/>
              </a:ext>
            </a:extLst>
          </p:cNvPr>
          <p:cNvSpPr txBox="1"/>
          <p:nvPr/>
        </p:nvSpPr>
        <p:spPr>
          <a:xfrm>
            <a:off x="6769609" y="1774372"/>
            <a:ext cx="47111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types of features the kernels are able to detect in the second convolutional layer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A98927-C364-B40D-B8D7-F6E0DC27647B}"/>
              </a:ext>
            </a:extLst>
          </p:cNvPr>
          <p:cNvSpPr txBox="1"/>
          <p:nvPr/>
        </p:nvSpPr>
        <p:spPr>
          <a:xfrm>
            <a:off x="6238240" y="5640922"/>
            <a:ext cx="294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input image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B78BA8-DD41-CCEA-2691-1A11070FC130}"/>
              </a:ext>
            </a:extLst>
          </p:cNvPr>
          <p:cNvSpPr txBox="1"/>
          <p:nvPr/>
        </p:nvSpPr>
        <p:spPr>
          <a:xfrm>
            <a:off x="5514849" y="944991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label prediction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B3760B6-7F05-3A52-64C6-CC5FDED1A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47301"/>
            <a:ext cx="10515600" cy="1325563"/>
          </a:xfrm>
        </p:spPr>
        <p:txBody>
          <a:bodyPr/>
          <a:lstStyle/>
          <a:p>
            <a:r>
              <a:rPr lang="en-US" dirty="0"/>
              <a:t>Intuition behind CNNs: a simple example</a:t>
            </a:r>
          </a:p>
        </p:txBody>
      </p:sp>
    </p:spTree>
    <p:extLst>
      <p:ext uri="{BB962C8B-B14F-4D97-AF65-F5344CB8AC3E}">
        <p14:creationId xmlns:p14="http://schemas.microsoft.com/office/powerpoint/2010/main" val="33650176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91997-3BE0-33BA-96E4-5746AA5FA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667" y="-210609"/>
            <a:ext cx="10515600" cy="1325563"/>
          </a:xfrm>
        </p:spPr>
        <p:txBody>
          <a:bodyPr/>
          <a:lstStyle/>
          <a:p>
            <a:r>
              <a:rPr lang="en-US" dirty="0"/>
              <a:t>MLP vs CNN (for images)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566436-1A78-C5CF-1BE7-6A73918951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14953"/>
            <a:ext cx="12192000" cy="5683779"/>
          </a:xfrm>
        </p:spPr>
        <p:txBody>
          <a:bodyPr>
            <a:norm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Architecture Design</a:t>
            </a:r>
          </a:p>
          <a:p>
            <a:pPr lvl="1"/>
            <a:r>
              <a:rPr lang="en-US" b="1" dirty="0"/>
              <a:t>MLP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an MLP is a </a:t>
            </a:r>
            <a:r>
              <a:rPr lang="en-US" b="1" dirty="0"/>
              <a:t>fully connected network</a:t>
            </a:r>
            <a:r>
              <a:rPr lang="en-US" dirty="0"/>
              <a:t> where every neuron in one layer is connected to every neuron in the next layer</a:t>
            </a:r>
          </a:p>
          <a:p>
            <a:pPr lvl="2"/>
            <a:r>
              <a:rPr lang="en-US" dirty="0"/>
              <a:t>input data is flattened into a </a:t>
            </a:r>
            <a:r>
              <a:rPr lang="en-US" b="1" dirty="0"/>
              <a:t>1D vector</a:t>
            </a:r>
            <a:r>
              <a:rPr lang="en-US" dirty="0"/>
              <a:t> before being passed to the MLP. For an image, this means losing the spatial structure (e.g., rows and columns)</a:t>
            </a:r>
          </a:p>
          <a:p>
            <a:pPr lvl="1"/>
            <a:r>
              <a:rPr lang="en-US" b="1" dirty="0"/>
              <a:t>CNN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a CNN uses </a:t>
            </a:r>
            <a:r>
              <a:rPr lang="en-US" b="1" dirty="0"/>
              <a:t>convolutional layers</a:t>
            </a:r>
            <a:r>
              <a:rPr lang="en-US" dirty="0"/>
              <a:t> to detect patterns (like edges, textures) in local regions of the image, preserving spatial structure</a:t>
            </a:r>
          </a:p>
          <a:p>
            <a:pPr lvl="2"/>
            <a:r>
              <a:rPr lang="en-US" dirty="0"/>
              <a:t>it processes data in a grid-like form (e.g., a 2D image matrix) and extracts hierarchical features (see previous slide)</a:t>
            </a:r>
          </a:p>
          <a:p>
            <a:pPr lvl="1"/>
            <a:r>
              <a:rPr lang="en-US" b="1" dirty="0"/>
              <a:t>Example</a:t>
            </a:r>
            <a:r>
              <a:rPr lang="en-US" dirty="0"/>
              <a:t>: </a:t>
            </a:r>
          </a:p>
          <a:p>
            <a:pPr lvl="2"/>
            <a:r>
              <a:rPr lang="en-US" dirty="0"/>
              <a:t>for a grayscale image of size 28×28 pixels:</a:t>
            </a:r>
          </a:p>
          <a:p>
            <a:pPr lvl="3"/>
            <a:r>
              <a:rPr lang="en-US" b="1" dirty="0"/>
              <a:t>MLP</a:t>
            </a:r>
            <a:r>
              <a:rPr lang="en-US" dirty="0"/>
              <a:t>: The image is flattened into a 1×784 vector and fed to the network</a:t>
            </a:r>
          </a:p>
          <a:p>
            <a:pPr lvl="3"/>
            <a:r>
              <a:rPr lang="en-US" b="1" dirty="0"/>
              <a:t>CNN</a:t>
            </a:r>
            <a:r>
              <a:rPr lang="en-US" dirty="0"/>
              <a:t>: The image remains 28×28, and the convolutional layers process it as-is, preserving spatial structure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11324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91997-3BE0-33BA-96E4-5746AA5FA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667" y="-210609"/>
            <a:ext cx="10515600" cy="1325563"/>
          </a:xfrm>
        </p:spPr>
        <p:txBody>
          <a:bodyPr/>
          <a:lstStyle/>
          <a:p>
            <a:r>
              <a:rPr lang="en-US" dirty="0"/>
              <a:t>MLP vs CNN (for images)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566436-1A78-C5CF-1BE7-6A73918951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14953"/>
            <a:ext cx="12192000" cy="5683779"/>
          </a:xfrm>
        </p:spPr>
        <p:txBody>
          <a:bodyPr>
            <a:norm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Handling Spatial Information</a:t>
            </a:r>
          </a:p>
          <a:p>
            <a:pPr lvl="1"/>
            <a:r>
              <a:rPr lang="en-US" b="1" dirty="0"/>
              <a:t>MLP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since the image is flattened, it treats all pixels as independent features, ignoring spatial relationships (e.g., nearby pixels in a line forming an edge)</a:t>
            </a:r>
          </a:p>
          <a:p>
            <a:pPr lvl="1"/>
            <a:r>
              <a:rPr lang="en-US" b="1" dirty="0"/>
              <a:t>CNN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a CNN uses convolutional filters to capture spatial patterns like edges, shapes, and textures. Pooling layers reduce spatial dimensions but retain important spatial features</a:t>
            </a:r>
          </a:p>
          <a:p>
            <a:pPr lvl="1"/>
            <a:r>
              <a:rPr lang="en-US" b="1" dirty="0"/>
              <a:t>Example</a:t>
            </a:r>
            <a:r>
              <a:rPr lang="en-US" dirty="0"/>
              <a:t>: </a:t>
            </a:r>
          </a:p>
          <a:p>
            <a:pPr lvl="2"/>
            <a:r>
              <a:rPr lang="en-US" dirty="0"/>
              <a:t>A picture of a cat:</a:t>
            </a:r>
          </a:p>
          <a:p>
            <a:pPr lvl="3"/>
            <a:r>
              <a:rPr lang="en-US" b="1" dirty="0"/>
              <a:t>MLP</a:t>
            </a:r>
            <a:r>
              <a:rPr lang="en-US" dirty="0"/>
              <a:t>: cannot distinguish between shuffled pixels and the original image because it doesn't consider spatial relationships</a:t>
            </a:r>
          </a:p>
          <a:p>
            <a:pPr lvl="3"/>
            <a:r>
              <a:rPr lang="en-US" b="1" dirty="0"/>
              <a:t>CNN</a:t>
            </a:r>
            <a:r>
              <a:rPr lang="en-US" dirty="0"/>
              <a:t>: identifies spatial features like eyes, ears, and fur (=</a:t>
            </a:r>
            <a:r>
              <a:rPr lang="en-US" dirty="0" err="1"/>
              <a:t>blană</a:t>
            </a:r>
            <a:r>
              <a:rPr lang="en-US" dirty="0"/>
              <a:t>) texture due to its hierarchical structure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59413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91997-3BE0-33BA-96E4-5746AA5FA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667" y="-210609"/>
            <a:ext cx="10515600" cy="1325563"/>
          </a:xfrm>
        </p:spPr>
        <p:txBody>
          <a:bodyPr/>
          <a:lstStyle/>
          <a:p>
            <a:r>
              <a:rPr lang="en-US" dirty="0"/>
              <a:t>MLP vs CNN (for images)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566436-1A78-C5CF-1BE7-6A73918951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14953"/>
            <a:ext cx="12192000" cy="5683779"/>
          </a:xfrm>
        </p:spPr>
        <p:txBody>
          <a:bodyPr>
            <a:norm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Parameter Efficiency</a:t>
            </a:r>
          </a:p>
          <a:p>
            <a:pPr lvl="1"/>
            <a:r>
              <a:rPr lang="en-US" b="1" dirty="0"/>
              <a:t>MLP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requires many parameters because every input is connected to every neuron in the next layer, leading to a high computational cost, especially for large images</a:t>
            </a:r>
          </a:p>
          <a:p>
            <a:pPr lvl="1"/>
            <a:r>
              <a:rPr lang="en-US" b="1" dirty="0"/>
              <a:t>CNN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uses shared weights (filters/kernels) across regions of the image, significantly reducing the number of parameters and making it more computationally efficient</a:t>
            </a:r>
          </a:p>
          <a:p>
            <a:pPr lvl="1"/>
            <a:r>
              <a:rPr lang="en-US" b="1" dirty="0"/>
              <a:t>Example</a:t>
            </a:r>
            <a:r>
              <a:rPr lang="en-US" dirty="0"/>
              <a:t>: </a:t>
            </a:r>
          </a:p>
          <a:p>
            <a:pPr lvl="2"/>
            <a:r>
              <a:rPr lang="en-US" dirty="0"/>
              <a:t>for a grayscale image of size 100×100 pixels:</a:t>
            </a:r>
          </a:p>
          <a:p>
            <a:pPr lvl="3"/>
            <a:r>
              <a:rPr lang="en-US" b="1" dirty="0"/>
              <a:t>MLP</a:t>
            </a:r>
            <a:r>
              <a:rPr lang="en-US" dirty="0"/>
              <a:t> with one hidden layer of 128 neurons: 100×100×128=1,280,000 parameters</a:t>
            </a:r>
          </a:p>
          <a:p>
            <a:pPr lvl="3"/>
            <a:r>
              <a:rPr lang="en-US" b="1" dirty="0"/>
              <a:t>CNN </a:t>
            </a:r>
            <a:r>
              <a:rPr lang="en-US" dirty="0"/>
              <a:t>with a 3×3 filter: only 9 parameters per filter, applied across the image, if we have 128 filters, then will be 9×128=1152 parameters</a:t>
            </a:r>
          </a:p>
        </p:txBody>
      </p:sp>
    </p:spTree>
    <p:extLst>
      <p:ext uri="{BB962C8B-B14F-4D97-AF65-F5344CB8AC3E}">
        <p14:creationId xmlns:p14="http://schemas.microsoft.com/office/powerpoint/2010/main" val="21275901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A87E9-1A2B-E074-95D6-F62A25193F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8933" y="1130829"/>
            <a:ext cx="9144000" cy="2387600"/>
          </a:xfrm>
        </p:spPr>
        <p:txBody>
          <a:bodyPr/>
          <a:lstStyle/>
          <a:p>
            <a:r>
              <a:rPr lang="en-US" dirty="0"/>
              <a:t>2) </a:t>
            </a:r>
            <a:r>
              <a:rPr lang="en-US" sz="6000" dirty="0"/>
              <a:t>Padding and stride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88900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308D05-3F86-3CBF-904C-39682A1492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5554" y="1899920"/>
            <a:ext cx="5714922" cy="370569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081C950-D9F8-6850-49D4-A83DFA312B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14" y="1899920"/>
            <a:ext cx="5944662" cy="382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6203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C200D8F-846C-A97C-6761-2FC4B2D959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7713" y="2095313"/>
            <a:ext cx="5860614" cy="243386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5952E18-A7EE-B8E3-608A-7B588ED8ABB1}"/>
              </a:ext>
            </a:extLst>
          </p:cNvPr>
          <p:cNvSpPr txBox="1"/>
          <p:nvPr/>
        </p:nvSpPr>
        <p:spPr>
          <a:xfrm>
            <a:off x="177802" y="156321"/>
            <a:ext cx="1186179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highlight>
                  <a:srgbClr val="FFFF00"/>
                </a:highlight>
              </a:rPr>
              <a:t>the output shape of the convolutional layer is determined by the shape of the input and the shape of the kernel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highlight>
                <a:srgbClr val="FFFF00"/>
              </a:highligh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padding</a:t>
            </a:r>
            <a:r>
              <a:rPr lang="en-US" sz="2400" dirty="0"/>
              <a:t>: addition of extra pixels around the boundary of the input image. Typically we set the values of the extra pixels to zero: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332D221-9525-31F1-408C-86F38B77A8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6627" y="4919134"/>
            <a:ext cx="6583644" cy="1782545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F0D3D7A0-7269-9D1F-0892-3CF18A41B022}"/>
              </a:ext>
            </a:extLst>
          </p:cNvPr>
          <p:cNvGrpSpPr/>
          <p:nvPr/>
        </p:nvGrpSpPr>
        <p:grpSpPr>
          <a:xfrm>
            <a:off x="1700133" y="3666298"/>
            <a:ext cx="2787120" cy="2115720"/>
            <a:chOff x="1463067" y="3691160"/>
            <a:chExt cx="2787120" cy="2115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34CB4AD-7A68-9D41-0C38-EE42F7500E8A}"/>
                    </a:ext>
                  </a:extLst>
                </p14:cNvPr>
                <p14:cNvContentPartPr/>
                <p14:nvPr/>
              </p14:nvContentPartPr>
              <p14:xfrm>
                <a:off x="1463067" y="3731840"/>
                <a:ext cx="2787120" cy="20750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34CB4AD-7A68-9D41-0C38-EE42F7500E8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445427" y="3713840"/>
                  <a:ext cx="2822760" cy="21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A444074-34B1-2C39-D273-90F882FADBA8}"/>
                    </a:ext>
                  </a:extLst>
                </p14:cNvPr>
                <p14:cNvContentPartPr/>
                <p14:nvPr/>
              </p14:nvContentPartPr>
              <p14:xfrm>
                <a:off x="2615787" y="3691160"/>
                <a:ext cx="189720" cy="2282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A444074-34B1-2C39-D273-90F882FADBA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598147" y="3673160"/>
                  <a:ext cx="225360" cy="2638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BF81A5A2-0CED-3664-3494-5E8005C09348}"/>
              </a:ext>
            </a:extLst>
          </p:cNvPr>
          <p:cNvSpPr txBox="1"/>
          <p:nvPr/>
        </p:nvSpPr>
        <p:spPr>
          <a:xfrm>
            <a:off x="81961" y="3318753"/>
            <a:ext cx="24228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padding = 1</a:t>
            </a:r>
            <a:r>
              <a:rPr lang="en-US" dirty="0"/>
              <a:t> means that we apply 1 pixel of padding on all sides</a:t>
            </a:r>
          </a:p>
        </p:txBody>
      </p:sp>
    </p:spTree>
    <p:extLst>
      <p:ext uri="{BB962C8B-B14F-4D97-AF65-F5344CB8AC3E}">
        <p14:creationId xmlns:p14="http://schemas.microsoft.com/office/powerpoint/2010/main" val="32277149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0F891C7-3091-35D0-8D6E-DDD135728E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0483" y="457199"/>
            <a:ext cx="6754863" cy="253595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4153288-7FBC-634A-D9B0-EB76D9B3D9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7709" y="3179045"/>
            <a:ext cx="7288895" cy="302702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0370FE-5956-890F-E8B0-DDAC34FAFAAA}"/>
              </a:ext>
            </a:extLst>
          </p:cNvPr>
          <p:cNvSpPr txBox="1"/>
          <p:nvPr/>
        </p:nvSpPr>
        <p:spPr>
          <a:xfrm>
            <a:off x="0" y="4692556"/>
            <a:ext cx="2565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with padding: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8DF8F2-CA6F-3283-DB25-7C09D7070524}"/>
              </a:ext>
            </a:extLst>
          </p:cNvPr>
          <p:cNvSpPr txBox="1"/>
          <p:nvPr/>
        </p:nvSpPr>
        <p:spPr>
          <a:xfrm>
            <a:off x="422217" y="1642224"/>
            <a:ext cx="2565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without padding: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CDA21C5-D797-4B9D-59BF-7D0B4EBAC05D}"/>
              </a:ext>
            </a:extLst>
          </p:cNvPr>
          <p:cNvCxnSpPr/>
          <p:nvPr/>
        </p:nvCxnSpPr>
        <p:spPr>
          <a:xfrm>
            <a:off x="0" y="3179045"/>
            <a:ext cx="12192000" cy="0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14261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D8D11D-49CB-ABFF-EF2C-43E984EB96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274" y="280910"/>
            <a:ext cx="11581660" cy="4351338"/>
          </a:xfrm>
        </p:spPr>
        <p:txBody>
          <a:bodyPr/>
          <a:lstStyle/>
          <a:p>
            <a:r>
              <a:rPr lang="en-US" b="1" dirty="0"/>
              <a:t>stride</a:t>
            </a:r>
            <a:r>
              <a:rPr lang="en-US" dirty="0"/>
              <a:t>: the distance that the kernel moves over the input matrix: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B35ABE-36A4-55DE-FDB8-3E602A0DD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5516" y="4773027"/>
            <a:ext cx="8930110" cy="18040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F2D7D8E-9890-358B-7303-7B4F167791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2886" y="1265296"/>
            <a:ext cx="6776036" cy="312027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0EC3674-E526-6BC6-897E-332D9CD0BDEE}"/>
              </a:ext>
            </a:extLst>
          </p:cNvPr>
          <p:cNvSpPr txBox="1"/>
          <p:nvPr/>
        </p:nvSpPr>
        <p:spPr>
          <a:xfrm>
            <a:off x="0" y="2257721"/>
            <a:ext cx="397132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it means that the kernel moves: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3 pixels vertically for each step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2 pixels horizontally for each step</a:t>
            </a:r>
          </a:p>
          <a:p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411F493-D2A2-17B9-CA80-24AB3FA835B3}"/>
              </a:ext>
            </a:extLst>
          </p:cNvPr>
          <p:cNvGrpSpPr/>
          <p:nvPr/>
        </p:nvGrpSpPr>
        <p:grpSpPr>
          <a:xfrm>
            <a:off x="1615089" y="3471155"/>
            <a:ext cx="5185800" cy="2451600"/>
            <a:chOff x="1615089" y="3471155"/>
            <a:chExt cx="5185800" cy="245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35B6BB3-B979-4D8A-8F18-AAEAE28CB2FF}"/>
                    </a:ext>
                  </a:extLst>
                </p14:cNvPr>
                <p14:cNvContentPartPr/>
                <p14:nvPr/>
              </p14:nvContentPartPr>
              <p14:xfrm>
                <a:off x="1615089" y="3562595"/>
                <a:ext cx="5185800" cy="23601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35B6BB3-B979-4D8A-8F18-AAEAE28CB2F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597089" y="3544595"/>
                  <a:ext cx="5221440" cy="239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6C023F1-7B16-5CC5-A7B7-0B21E04AB820}"/>
                    </a:ext>
                  </a:extLst>
                </p14:cNvPr>
                <p14:cNvContentPartPr/>
                <p14:nvPr/>
              </p14:nvContentPartPr>
              <p14:xfrm>
                <a:off x="3444609" y="3471155"/>
                <a:ext cx="363960" cy="1875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6C023F1-7B16-5CC5-A7B7-0B21E04AB82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426609" y="3453155"/>
                  <a:ext cx="399600" cy="223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9898290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variety of colors&#10;&#10;Description automatically generated">
            <a:extLst>
              <a:ext uri="{FF2B5EF4-FFF2-40B4-BE49-F238E27FC236}">
                <a16:creationId xmlns:a16="http://schemas.microsoft.com/office/drawing/2014/main" id="{FF478679-3672-12DC-55DB-1C8CE48F55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2277" y="2001520"/>
            <a:ext cx="5167963" cy="3318678"/>
          </a:xfrm>
          <a:prstGeom prst="rect">
            <a:avLst/>
          </a:prstGeom>
        </p:spPr>
      </p:pic>
      <p:pic>
        <p:nvPicPr>
          <p:cNvPr id="7" name="Picture 6" descr="A diagram of a grid&#10;&#10;Description automatically generated with medium confidence">
            <a:extLst>
              <a:ext uri="{FF2B5EF4-FFF2-40B4-BE49-F238E27FC236}">
                <a16:creationId xmlns:a16="http://schemas.microsoft.com/office/drawing/2014/main" id="{79B300AD-2DC9-F55D-589F-9B7E5A5DC0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60" y="2001520"/>
            <a:ext cx="5674796" cy="331867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EB5CBD33-EE5C-C6BE-257B-137241D98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76117"/>
            <a:ext cx="10515600" cy="1325563"/>
          </a:xfrm>
        </p:spPr>
        <p:txBody>
          <a:bodyPr/>
          <a:lstStyle/>
          <a:p>
            <a:r>
              <a:rPr lang="en-US" dirty="0"/>
              <a:t>Example of stride 1 vs stride 2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E69DFD4-F075-608E-9C4B-B65F11663E66}"/>
              </a:ext>
            </a:extLst>
          </p:cNvPr>
          <p:cNvCxnSpPr>
            <a:cxnSpLocks/>
          </p:cNvCxnSpPr>
          <p:nvPr/>
        </p:nvCxnSpPr>
        <p:spPr>
          <a:xfrm>
            <a:off x="6329680" y="1401045"/>
            <a:ext cx="0" cy="5456955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257BD01-B201-09D1-7FFA-0EBCED4C0EC4}"/>
              </a:ext>
            </a:extLst>
          </p:cNvPr>
          <p:cNvCxnSpPr/>
          <p:nvPr/>
        </p:nvCxnSpPr>
        <p:spPr>
          <a:xfrm>
            <a:off x="0" y="1401045"/>
            <a:ext cx="12192000" cy="0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6B3D4470-E4AE-10B6-653E-CD97B7A0C89C}"/>
              </a:ext>
            </a:extLst>
          </p:cNvPr>
          <p:cNvSpPr txBox="1"/>
          <p:nvPr/>
        </p:nvSpPr>
        <p:spPr>
          <a:xfrm>
            <a:off x="884040" y="5639835"/>
            <a:ext cx="486304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it means that the kernel moves: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1 pixel vertically for each step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1 pixel horizontally for each step</a:t>
            </a:r>
          </a:p>
          <a:p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6130F8F-E44C-DECF-33E3-0D93B8012286}"/>
              </a:ext>
            </a:extLst>
          </p:cNvPr>
          <p:cNvSpPr txBox="1"/>
          <p:nvPr/>
        </p:nvSpPr>
        <p:spPr>
          <a:xfrm>
            <a:off x="7532156" y="5639835"/>
            <a:ext cx="486304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it means that the kernel moves: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2 pixels vertically for each step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2 pixels horizontally for each step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57421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A87E9-1A2B-E074-95D6-F62A25193F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03981"/>
            <a:ext cx="9144000" cy="2387600"/>
          </a:xfrm>
        </p:spPr>
        <p:txBody>
          <a:bodyPr>
            <a:normAutofit/>
          </a:bodyPr>
          <a:lstStyle/>
          <a:p>
            <a:r>
              <a:rPr lang="en-US" dirty="0"/>
              <a:t>3) </a:t>
            </a:r>
            <a:r>
              <a:rPr lang="en-US" sz="6000" dirty="0"/>
              <a:t>Multiple input and multiple output channels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04454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825B0AB-0A83-8180-48AE-6849F16ADC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8940" y="1206684"/>
            <a:ext cx="6734119" cy="4444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1234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A310B00-23C0-9530-FFB2-883593B0DC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124" y="0"/>
            <a:ext cx="7754432" cy="325800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23C929F-5B1C-3AC7-9876-DFACD5043F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5105" y="5125496"/>
            <a:ext cx="6986761" cy="166394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082BBA1-42EF-A314-6EA3-A8D3E28D91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7906" y="159797"/>
            <a:ext cx="2625263" cy="309820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FEB2062-8F9E-7A8B-FBAB-AC061734C2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3297" y="68564"/>
            <a:ext cx="2405676" cy="156043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2F2B220-5079-0326-F702-CC88685F56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11595" y="2127716"/>
            <a:ext cx="2443042" cy="122152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F35C2D7D-AA36-15E8-F7F8-D617EC5F52D4}"/>
                  </a:ext>
                </a:extLst>
              </p14:cNvPr>
              <p14:cNvContentPartPr/>
              <p14:nvPr/>
            </p14:nvContentPartPr>
            <p14:xfrm>
              <a:off x="7281938" y="1506933"/>
              <a:ext cx="164160" cy="7275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F35C2D7D-AA36-15E8-F7F8-D617EC5F52D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219298" y="1443933"/>
                <a:ext cx="289800" cy="853200"/>
              </a:xfrm>
              <a:prstGeom prst="rect">
                <a:avLst/>
              </a:prstGeom>
            </p:spPr>
          </p:pic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CBF2FA85-2EA8-2AB8-2EAA-893C929BC6FF}"/>
              </a:ext>
            </a:extLst>
          </p:cNvPr>
          <p:cNvSpPr txBox="1"/>
          <p:nvPr/>
        </p:nvSpPr>
        <p:spPr>
          <a:xfrm>
            <a:off x="6536135" y="1506934"/>
            <a:ext cx="18731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+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1576A1-9131-83FE-A1A4-D3DEE9AE274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89944" y="3457099"/>
            <a:ext cx="6122698" cy="1577163"/>
          </a:xfrm>
          <a:prstGeom prst="rect">
            <a:avLst/>
          </a:prstGeom>
        </p:spPr>
      </p:pic>
      <p:sp>
        <p:nvSpPr>
          <p:cNvPr id="9" name="Left Brace 8">
            <a:extLst>
              <a:ext uri="{FF2B5EF4-FFF2-40B4-BE49-F238E27FC236}">
                <a16:creationId xmlns:a16="http://schemas.microsoft.com/office/drawing/2014/main" id="{4260F846-0020-B48C-0520-41C990DBB4CD}"/>
              </a:ext>
            </a:extLst>
          </p:cNvPr>
          <p:cNvSpPr/>
          <p:nvPr/>
        </p:nvSpPr>
        <p:spPr>
          <a:xfrm>
            <a:off x="2658190" y="3553968"/>
            <a:ext cx="231754" cy="1322832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8554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A0CA472-C777-5256-97E4-B50AA0B93D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444" y="0"/>
            <a:ext cx="7754432" cy="32580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44B6AD9-C279-0C30-3147-1879668A39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7219" y="4274374"/>
            <a:ext cx="5669421" cy="258362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BDF4BD9-CDDF-7DBC-613B-00B7BA57B2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8544" y="184016"/>
            <a:ext cx="4140752" cy="316340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7A6CFF8-7812-ECA5-EB99-C24FF38ED2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3761" y="1327962"/>
            <a:ext cx="2010056" cy="116617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25D0D53-BE15-A7FF-F446-1CB1AF585F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07219" y="647457"/>
            <a:ext cx="1609950" cy="102884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2997E54-C0B5-3DE1-64EB-D64326D62F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07400" y="1890701"/>
            <a:ext cx="1609950" cy="102884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F4CF67A-57E8-9AFE-3441-46ABBB4CBF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07219" y="3085574"/>
            <a:ext cx="1609950" cy="102884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EDE702B-BA3C-2B5A-BC90-81FF04AD7B9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8936" y="647457"/>
            <a:ext cx="952633" cy="93358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B3A8257-E8AA-D8C8-5508-3396BCE965C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8935" y="1885715"/>
            <a:ext cx="952633" cy="93358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D8FB0A9-3C6B-0C87-6617-052C129586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8935" y="3133206"/>
            <a:ext cx="952633" cy="933580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2CCF97D2-B479-A2C3-69AE-D80CC8F07D6D}"/>
              </a:ext>
            </a:extLst>
          </p:cNvPr>
          <p:cNvGrpSpPr/>
          <p:nvPr/>
        </p:nvGrpSpPr>
        <p:grpSpPr>
          <a:xfrm>
            <a:off x="2793920" y="1662760"/>
            <a:ext cx="308880" cy="410400"/>
            <a:chOff x="2793920" y="1662760"/>
            <a:chExt cx="308880" cy="41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DA2F0EE-6A24-CF02-3BDE-0D0367EEEBF1}"/>
                    </a:ext>
                  </a:extLst>
                </p14:cNvPr>
                <p14:cNvContentPartPr/>
                <p14:nvPr/>
              </p14:nvContentPartPr>
              <p14:xfrm>
                <a:off x="2793920" y="1698040"/>
                <a:ext cx="258840" cy="3751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DA2F0EE-6A24-CF02-3BDE-0D0367EEEBF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775920" y="1680040"/>
                  <a:ext cx="294480" cy="41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1A69F02-3DD0-D167-6DCD-E8F6E44A4307}"/>
                    </a:ext>
                  </a:extLst>
                </p14:cNvPr>
                <p14:cNvContentPartPr/>
                <p14:nvPr/>
              </p14:nvContentPartPr>
              <p14:xfrm>
                <a:off x="2946560" y="1662760"/>
                <a:ext cx="156240" cy="1720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1A69F02-3DD0-D167-6DCD-E8F6E44A430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928560" y="1645120"/>
                  <a:ext cx="191880" cy="20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C9BCCE9-610E-2515-D3A3-922027065BC8}"/>
              </a:ext>
            </a:extLst>
          </p:cNvPr>
          <p:cNvGrpSpPr/>
          <p:nvPr/>
        </p:nvGrpSpPr>
        <p:grpSpPr>
          <a:xfrm>
            <a:off x="2804000" y="2103040"/>
            <a:ext cx="378000" cy="1188720"/>
            <a:chOff x="2804000" y="2103040"/>
            <a:chExt cx="378000" cy="118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2C14B61-8CB3-979D-496D-962D664B91E7}"/>
                    </a:ext>
                  </a:extLst>
                </p14:cNvPr>
                <p14:cNvContentPartPr/>
                <p14:nvPr/>
              </p14:nvContentPartPr>
              <p14:xfrm>
                <a:off x="2804000" y="2103040"/>
                <a:ext cx="321480" cy="144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2C14B61-8CB3-979D-496D-962D664B91E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786000" y="2085040"/>
                  <a:ext cx="35712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3D5BDA26-3070-5A4E-8D30-45C6BFF29E65}"/>
                    </a:ext>
                  </a:extLst>
                </p14:cNvPr>
                <p14:cNvContentPartPr/>
                <p14:nvPr/>
              </p14:nvContentPartPr>
              <p14:xfrm>
                <a:off x="3000920" y="2184040"/>
                <a:ext cx="181080" cy="1144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D5BDA26-3070-5A4E-8D30-45C6BFF29E6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982920" y="2166400"/>
                  <a:ext cx="21672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DE8E4A4-B463-B8A8-FEAA-3B5F5001354E}"/>
                    </a:ext>
                  </a:extLst>
                </p14:cNvPr>
                <p14:cNvContentPartPr/>
                <p14:nvPr/>
              </p14:nvContentPartPr>
              <p14:xfrm>
                <a:off x="2804000" y="2143720"/>
                <a:ext cx="308520" cy="11480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DE8E4A4-B463-B8A8-FEAA-3B5F5001354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786000" y="2126080"/>
                  <a:ext cx="344160" cy="1183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3F640E43-C4C7-5930-F0AF-CDACE8548F45}"/>
                  </a:ext>
                </a:extLst>
              </p14:cNvPr>
              <p14:cNvContentPartPr/>
              <p14:nvPr/>
            </p14:nvContentPartPr>
            <p14:xfrm>
              <a:off x="3007400" y="3145600"/>
              <a:ext cx="111960" cy="15372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3F640E43-C4C7-5930-F0AF-CDACE8548F4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989400" y="3127960"/>
                <a:ext cx="147600" cy="18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FE600A42-AAD8-1EB8-E409-480A16201997}"/>
                  </a:ext>
                </a:extLst>
              </p14:cNvPr>
              <p14:cNvContentPartPr/>
              <p14:nvPr/>
            </p14:nvContentPartPr>
            <p14:xfrm>
              <a:off x="5760680" y="1198720"/>
              <a:ext cx="1309680" cy="56700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FE600A42-AAD8-1EB8-E409-480A16201997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742680" y="1180720"/>
                <a:ext cx="1345320" cy="60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49701DAA-5B45-B30C-E2FE-DFC601F38DC2}"/>
                  </a:ext>
                </a:extLst>
              </p14:cNvPr>
              <p14:cNvContentPartPr/>
              <p14:nvPr/>
            </p14:nvContentPartPr>
            <p14:xfrm>
              <a:off x="6917267" y="1619360"/>
              <a:ext cx="178560" cy="18432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49701DAA-5B45-B30C-E2FE-DFC601F38DC2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899627" y="1601360"/>
                <a:ext cx="214200" cy="21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9540574D-4B7F-B437-7683-7DC26B1236AB}"/>
                  </a:ext>
                </a:extLst>
              </p14:cNvPr>
              <p14:cNvContentPartPr/>
              <p14:nvPr/>
            </p14:nvContentPartPr>
            <p14:xfrm>
              <a:off x="5731787" y="2127320"/>
              <a:ext cx="1231920" cy="27756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9540574D-4B7F-B437-7683-7DC26B1236AB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713787" y="2109680"/>
                <a:ext cx="1267560" cy="31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35C6A4FE-0E2C-00C1-FC04-1F05AE08D215}"/>
                  </a:ext>
                </a:extLst>
              </p14:cNvPr>
              <p14:cNvContentPartPr/>
              <p14:nvPr/>
            </p14:nvContentPartPr>
            <p14:xfrm>
              <a:off x="6917267" y="2024360"/>
              <a:ext cx="199800" cy="12708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35C6A4FE-0E2C-00C1-FC04-1F05AE08D215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899627" y="2006720"/>
                <a:ext cx="235440" cy="162720"/>
              </a:xfrm>
              <a:prstGeom prst="rect">
                <a:avLst/>
              </a:prstGeom>
            </p:spPr>
          </p:pic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21996EBF-A53D-C781-79C0-5D0E4D9F873F}"/>
              </a:ext>
            </a:extLst>
          </p:cNvPr>
          <p:cNvGrpSpPr/>
          <p:nvPr/>
        </p:nvGrpSpPr>
        <p:grpSpPr>
          <a:xfrm>
            <a:off x="5740067" y="2396600"/>
            <a:ext cx="1527840" cy="1185840"/>
            <a:chOff x="5740067" y="2396600"/>
            <a:chExt cx="1527840" cy="1185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220C8D9F-AA7C-1B1A-6AD6-F8CF348C7DCC}"/>
                    </a:ext>
                  </a:extLst>
                </p14:cNvPr>
                <p14:cNvContentPartPr/>
                <p14:nvPr/>
              </p14:nvContentPartPr>
              <p14:xfrm>
                <a:off x="5740067" y="2423600"/>
                <a:ext cx="1470240" cy="11588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220C8D9F-AA7C-1B1A-6AD6-F8CF348C7DC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722427" y="2405600"/>
                  <a:ext cx="1505880" cy="11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BFEF473-9502-EF4E-E60E-1C062D4B97B9}"/>
                    </a:ext>
                  </a:extLst>
                </p14:cNvPr>
                <p14:cNvContentPartPr/>
                <p14:nvPr/>
              </p14:nvContentPartPr>
              <p14:xfrm>
                <a:off x="7018787" y="2396600"/>
                <a:ext cx="249120" cy="1983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BFEF473-9502-EF4E-E60E-1C062D4B97B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001147" y="2378600"/>
                  <a:ext cx="284760" cy="23400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43" name="Picture 42">
            <a:extLst>
              <a:ext uri="{FF2B5EF4-FFF2-40B4-BE49-F238E27FC236}">
                <a16:creationId xmlns:a16="http://schemas.microsoft.com/office/drawing/2014/main" id="{B881EC3E-1F5C-9C4A-8B79-D6B8C30C5F6E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362496" y="3266757"/>
            <a:ext cx="205805" cy="301592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45326C05-881B-3C63-03E8-D06E5A2757B8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295821" y="3666771"/>
            <a:ext cx="320119" cy="301592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E0B071DC-3EBC-E5EA-49A8-26CABD18A57D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905296" y="3660103"/>
            <a:ext cx="320119" cy="301592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565030C2-0554-4EFC-4157-A77DEE5A28D2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910932" y="2416147"/>
            <a:ext cx="320119" cy="301592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BE38D89B-E4FF-2BC2-C806-E69B4BF9B2C8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313938" y="2416147"/>
            <a:ext cx="320119" cy="301592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B7FBA55B-8D40-3C39-F85E-6CE106E5B20D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325980" y="2015210"/>
            <a:ext cx="320119" cy="301592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AED187AD-2074-4F33-5C94-81925576BDE9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4908094" y="171208"/>
            <a:ext cx="742489" cy="312627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61E763CE-16C3-E97E-824C-D4328E27E7E9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917192" y="3291760"/>
            <a:ext cx="262935" cy="294236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FF751133-C553-25AE-0866-1838423D0D3A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925533" y="2044478"/>
            <a:ext cx="262935" cy="294236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E85F9BFB-AA9D-5D73-E44E-DBB7456F2B9F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3383032" y="3726649"/>
            <a:ext cx="262935" cy="294236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61A1BE0E-E53B-0351-3E03-519A36F17D0C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3734996" y="3747478"/>
            <a:ext cx="262935" cy="294236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9DE1E98C-081D-5783-DBA2-DEB0D25F027C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3733448" y="3380538"/>
            <a:ext cx="262935" cy="294236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991F8A11-2ABB-F14F-B43B-8BAA3ED4CAF4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3385910" y="3382726"/>
            <a:ext cx="262935" cy="294236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62B30654-2005-D54D-BE82-FC2CF74CEBAA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3368139" y="2184040"/>
            <a:ext cx="262935" cy="294236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A3F8AA99-117D-2BB8-4BDA-E09385E738A4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3713246" y="2176130"/>
            <a:ext cx="262935" cy="294236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613C754B-2C44-6A31-6E8B-9F2F36E591EC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3383032" y="2525059"/>
            <a:ext cx="262935" cy="294236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3AB3FD2A-5749-6BD8-1072-E25B1D1A11CE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3728854" y="2545134"/>
            <a:ext cx="262935" cy="294236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447116AB-53B7-78F7-8B51-4ABB5BA7E9D1}"/>
              </a:ext>
            </a:extLst>
          </p:cNvPr>
          <p:cNvSpPr txBox="1"/>
          <p:nvPr/>
        </p:nvSpPr>
        <p:spPr>
          <a:xfrm>
            <a:off x="4846585" y="1990072"/>
            <a:ext cx="815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2CD3ED4-47E5-C291-4D84-30CEAFCFCBCA}"/>
              </a:ext>
            </a:extLst>
          </p:cNvPr>
          <p:cNvSpPr txBox="1"/>
          <p:nvPr/>
        </p:nvSpPr>
        <p:spPr>
          <a:xfrm>
            <a:off x="4846585" y="3248228"/>
            <a:ext cx="815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73032CB-D3C2-1DF7-7DC9-A9896D5A6304}"/>
              </a:ext>
            </a:extLst>
          </p:cNvPr>
          <p:cNvSpPr txBox="1"/>
          <p:nvPr/>
        </p:nvSpPr>
        <p:spPr>
          <a:xfrm>
            <a:off x="5180127" y="1999178"/>
            <a:ext cx="815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FBA1078-76A4-2B25-0F68-B30A56AD326E}"/>
              </a:ext>
            </a:extLst>
          </p:cNvPr>
          <p:cNvSpPr txBox="1"/>
          <p:nvPr/>
        </p:nvSpPr>
        <p:spPr>
          <a:xfrm>
            <a:off x="4788420" y="2387925"/>
            <a:ext cx="815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148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B98F023-7B47-CBAB-302D-E9A7ACDAA5C3}"/>
              </a:ext>
            </a:extLst>
          </p:cNvPr>
          <p:cNvSpPr txBox="1"/>
          <p:nvPr/>
        </p:nvSpPr>
        <p:spPr>
          <a:xfrm>
            <a:off x="5183004" y="2382805"/>
            <a:ext cx="815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172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3BA38BC-6404-AD4C-2FC5-AEA2F5E8E33B}"/>
              </a:ext>
            </a:extLst>
          </p:cNvPr>
          <p:cNvSpPr txBox="1"/>
          <p:nvPr/>
        </p:nvSpPr>
        <p:spPr>
          <a:xfrm>
            <a:off x="5183004" y="3255651"/>
            <a:ext cx="815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128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5B921F8-143F-52BF-1641-BF922054B61F}"/>
              </a:ext>
            </a:extLst>
          </p:cNvPr>
          <p:cNvSpPr txBox="1"/>
          <p:nvPr/>
        </p:nvSpPr>
        <p:spPr>
          <a:xfrm>
            <a:off x="4780798" y="3651553"/>
            <a:ext cx="815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192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7862541-A54E-8B17-FBA8-55517AADE814}"/>
              </a:ext>
            </a:extLst>
          </p:cNvPr>
          <p:cNvSpPr txBox="1"/>
          <p:nvPr/>
        </p:nvSpPr>
        <p:spPr>
          <a:xfrm>
            <a:off x="5196090" y="3651553"/>
            <a:ext cx="815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224</a:t>
            </a:r>
          </a:p>
        </p:txBody>
      </p:sp>
      <p:pic>
        <p:nvPicPr>
          <p:cNvPr id="75" name="Picture 74">
            <a:extLst>
              <a:ext uri="{FF2B5EF4-FFF2-40B4-BE49-F238E27FC236}">
                <a16:creationId xmlns:a16="http://schemas.microsoft.com/office/drawing/2014/main" id="{7C72D79A-42A8-34FC-32BD-50737E850F82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7712979" y="1017782"/>
            <a:ext cx="809738" cy="26673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36F9C1C5-1930-2AD3-1DE1-725A15F142E6}"/>
                  </a:ext>
                </a:extLst>
              </p14:cNvPr>
              <p14:cNvContentPartPr/>
              <p14:nvPr/>
            </p14:nvContentPartPr>
            <p14:xfrm>
              <a:off x="4613627" y="694160"/>
              <a:ext cx="119520" cy="73980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36F9C1C5-1930-2AD3-1DE1-725A15F142E6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550987" y="631160"/>
                <a:ext cx="245160" cy="865440"/>
              </a:xfrm>
              <a:prstGeom prst="rect">
                <a:avLst/>
              </a:prstGeom>
            </p:spPr>
          </p:pic>
        </mc:Fallback>
      </mc:AlternateContent>
      <p:grpSp>
        <p:nvGrpSpPr>
          <p:cNvPr id="83" name="Group 82">
            <a:extLst>
              <a:ext uri="{FF2B5EF4-FFF2-40B4-BE49-F238E27FC236}">
                <a16:creationId xmlns:a16="http://schemas.microsoft.com/office/drawing/2014/main" id="{80051221-5FE5-3D47-4D5C-915E8EDF8F20}"/>
              </a:ext>
            </a:extLst>
          </p:cNvPr>
          <p:cNvGrpSpPr/>
          <p:nvPr/>
        </p:nvGrpSpPr>
        <p:grpSpPr>
          <a:xfrm>
            <a:off x="4646387" y="2479760"/>
            <a:ext cx="121320" cy="712440"/>
            <a:chOff x="4646387" y="2479760"/>
            <a:chExt cx="121320" cy="712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146553B6-C0C9-DFA5-1BBB-1BB3CA2B1F44}"/>
                    </a:ext>
                  </a:extLst>
                </p14:cNvPr>
                <p14:cNvContentPartPr/>
                <p14:nvPr/>
              </p14:nvContentPartPr>
              <p14:xfrm>
                <a:off x="4646387" y="2479760"/>
                <a:ext cx="121320" cy="7124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146553B6-C0C9-DFA5-1BBB-1BB3CA2B1F4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583747" y="2416760"/>
                  <a:ext cx="246960" cy="83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F730C0EA-97ED-F62E-FF2B-001629EFFAC4}"/>
                    </a:ext>
                  </a:extLst>
                </p14:cNvPr>
                <p14:cNvContentPartPr/>
                <p14:nvPr/>
              </p14:nvContentPartPr>
              <p14:xfrm>
                <a:off x="4724147" y="2514320"/>
                <a:ext cx="360" cy="2829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F730C0EA-97ED-F62E-FF2B-001629EFFAC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661147" y="2451680"/>
                  <a:ext cx="126000" cy="408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6A547C52-522D-E6B6-F696-F13395FC4E05}"/>
                  </a:ext>
                </a:extLst>
              </p14:cNvPr>
              <p14:cNvContentPartPr/>
              <p14:nvPr/>
            </p14:nvContentPartPr>
            <p14:xfrm>
              <a:off x="4715507" y="897200"/>
              <a:ext cx="9720" cy="48780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6A547C52-522D-E6B6-F696-F13395FC4E05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652507" y="834560"/>
                <a:ext cx="135360" cy="613440"/>
              </a:xfrm>
              <a:prstGeom prst="rect">
                <a:avLst/>
              </a:prstGeom>
            </p:spPr>
          </p:pic>
        </mc:Fallback>
      </mc:AlternateContent>
      <p:pic>
        <p:nvPicPr>
          <p:cNvPr id="86" name="Picture 85">
            <a:extLst>
              <a:ext uri="{FF2B5EF4-FFF2-40B4-BE49-F238E27FC236}">
                <a16:creationId xmlns:a16="http://schemas.microsoft.com/office/drawing/2014/main" id="{CC3C61FD-265B-00C5-73FF-826575F2288B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3501390" y="1990072"/>
            <a:ext cx="325969" cy="142970"/>
          </a:xfrm>
          <a:prstGeom prst="rect">
            <a:avLst/>
          </a:prstGeom>
        </p:spPr>
      </p:pic>
      <p:pic>
        <p:nvPicPr>
          <p:cNvPr id="87" name="Picture 86">
            <a:extLst>
              <a:ext uri="{FF2B5EF4-FFF2-40B4-BE49-F238E27FC236}">
                <a16:creationId xmlns:a16="http://schemas.microsoft.com/office/drawing/2014/main" id="{1C8CD384-E6A5-0D94-D7CA-BBC4973956BB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3866744" y="2021014"/>
            <a:ext cx="212285" cy="106306"/>
          </a:xfrm>
          <a:prstGeom prst="rect">
            <a:avLst/>
          </a:prstGeom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40A623F7-DFC1-D11D-D41F-C147C7876A92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4042215" y="1999178"/>
            <a:ext cx="136868" cy="324580"/>
          </a:xfrm>
          <a:prstGeom prst="rect">
            <a:avLst/>
          </a:prstGeom>
        </p:spPr>
      </p:pic>
      <p:pic>
        <p:nvPicPr>
          <p:cNvPr id="89" name="Picture 88">
            <a:extLst>
              <a:ext uri="{FF2B5EF4-FFF2-40B4-BE49-F238E27FC236}">
                <a16:creationId xmlns:a16="http://schemas.microsoft.com/office/drawing/2014/main" id="{E7A165C2-0034-9E0D-D500-DD5DBCD9DC81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4046869" y="2352505"/>
            <a:ext cx="132214" cy="317870"/>
          </a:xfrm>
          <a:prstGeom prst="rect">
            <a:avLst/>
          </a:prstGeom>
        </p:spPr>
      </p:pic>
      <p:pic>
        <p:nvPicPr>
          <p:cNvPr id="90" name="Picture 89">
            <a:extLst>
              <a:ext uri="{FF2B5EF4-FFF2-40B4-BE49-F238E27FC236}">
                <a16:creationId xmlns:a16="http://schemas.microsoft.com/office/drawing/2014/main" id="{3C47A8D5-CF1A-8E1F-8391-C0100AF35525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4047961" y="3549187"/>
            <a:ext cx="136868" cy="324580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3D356660-782F-DDDB-A449-B7DB23A462EB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4047961" y="3191149"/>
            <a:ext cx="136868" cy="324580"/>
          </a:xfrm>
          <a:prstGeom prst="rect">
            <a:avLst/>
          </a:prstGeom>
        </p:spPr>
      </p:pic>
      <p:pic>
        <p:nvPicPr>
          <p:cNvPr id="95" name="Picture 94">
            <a:extLst>
              <a:ext uri="{FF2B5EF4-FFF2-40B4-BE49-F238E27FC236}">
                <a16:creationId xmlns:a16="http://schemas.microsoft.com/office/drawing/2014/main" id="{598CF92B-61DA-F1AC-5A27-C4FF0014776D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3503303" y="3186167"/>
            <a:ext cx="325969" cy="142970"/>
          </a:xfrm>
          <a:prstGeom prst="rect">
            <a:avLst/>
          </a:prstGeom>
        </p:spPr>
      </p:pic>
      <p:pic>
        <p:nvPicPr>
          <p:cNvPr id="96" name="Picture 95">
            <a:extLst>
              <a:ext uri="{FF2B5EF4-FFF2-40B4-BE49-F238E27FC236}">
                <a16:creationId xmlns:a16="http://schemas.microsoft.com/office/drawing/2014/main" id="{2120F0BC-6DBF-C415-A31C-39F818DD2CE7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3884218" y="3216535"/>
            <a:ext cx="212285" cy="106306"/>
          </a:xfrm>
          <a:prstGeom prst="rect">
            <a:avLst/>
          </a:prstGeom>
        </p:spPr>
      </p:pic>
      <p:sp>
        <p:nvSpPr>
          <p:cNvPr id="97" name="TextBox 96">
            <a:extLst>
              <a:ext uri="{FF2B5EF4-FFF2-40B4-BE49-F238E27FC236}">
                <a16:creationId xmlns:a16="http://schemas.microsoft.com/office/drawing/2014/main" id="{A9BA2B21-3F8C-E015-283B-79A4F4429280}"/>
              </a:ext>
            </a:extLst>
          </p:cNvPr>
          <p:cNvSpPr txBox="1"/>
          <p:nvPr/>
        </p:nvSpPr>
        <p:spPr>
          <a:xfrm>
            <a:off x="3333529" y="2151440"/>
            <a:ext cx="250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90E44E5F-0862-1BB2-8518-7C5963E5E9E1}"/>
              </a:ext>
            </a:extLst>
          </p:cNvPr>
          <p:cNvSpPr txBox="1"/>
          <p:nvPr/>
        </p:nvSpPr>
        <p:spPr>
          <a:xfrm>
            <a:off x="3679885" y="2151440"/>
            <a:ext cx="262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35FEFAE9-5248-2D3D-9221-0A94947981A5}"/>
              </a:ext>
            </a:extLst>
          </p:cNvPr>
          <p:cNvSpPr txBox="1"/>
          <p:nvPr/>
        </p:nvSpPr>
        <p:spPr>
          <a:xfrm>
            <a:off x="3338169" y="2493151"/>
            <a:ext cx="250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C14FE2A-4177-8933-B815-4D430128C3CE}"/>
              </a:ext>
            </a:extLst>
          </p:cNvPr>
          <p:cNvSpPr txBox="1"/>
          <p:nvPr/>
        </p:nvSpPr>
        <p:spPr>
          <a:xfrm>
            <a:off x="3678546" y="2489896"/>
            <a:ext cx="250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0AFD7CEB-DEEB-C748-57CE-94A361B4CE2F}"/>
              </a:ext>
            </a:extLst>
          </p:cNvPr>
          <p:cNvSpPr txBox="1"/>
          <p:nvPr/>
        </p:nvSpPr>
        <p:spPr>
          <a:xfrm>
            <a:off x="3346083" y="3340214"/>
            <a:ext cx="250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A0C8B465-629E-502B-E625-E367FA8517C6}"/>
              </a:ext>
            </a:extLst>
          </p:cNvPr>
          <p:cNvSpPr txBox="1"/>
          <p:nvPr/>
        </p:nvSpPr>
        <p:spPr>
          <a:xfrm>
            <a:off x="3699463" y="3340214"/>
            <a:ext cx="250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D163A50F-4D79-7943-227A-3293C53F6E18}"/>
              </a:ext>
            </a:extLst>
          </p:cNvPr>
          <p:cNvSpPr txBox="1"/>
          <p:nvPr/>
        </p:nvSpPr>
        <p:spPr>
          <a:xfrm>
            <a:off x="3343383" y="3678513"/>
            <a:ext cx="250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71D100A3-A371-033B-6D17-6088C570E941}"/>
              </a:ext>
            </a:extLst>
          </p:cNvPr>
          <p:cNvSpPr txBox="1"/>
          <p:nvPr/>
        </p:nvSpPr>
        <p:spPr>
          <a:xfrm>
            <a:off x="3697759" y="3693994"/>
            <a:ext cx="250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  <p:pic>
        <p:nvPicPr>
          <p:cNvPr id="106" name="Picture 105">
            <a:extLst>
              <a:ext uri="{FF2B5EF4-FFF2-40B4-BE49-F238E27FC236}">
                <a16:creationId xmlns:a16="http://schemas.microsoft.com/office/drawing/2014/main" id="{1979002D-E39C-E37C-0501-7527E4BA367E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3563869" y="2054693"/>
            <a:ext cx="181490" cy="77781"/>
          </a:xfrm>
          <a:prstGeom prst="rect">
            <a:avLst/>
          </a:prstGeom>
        </p:spPr>
      </p:pic>
      <p:pic>
        <p:nvPicPr>
          <p:cNvPr id="111" name="Picture 110">
            <a:extLst>
              <a:ext uri="{FF2B5EF4-FFF2-40B4-BE49-F238E27FC236}">
                <a16:creationId xmlns:a16="http://schemas.microsoft.com/office/drawing/2014/main" id="{FF034705-896C-E4BB-30C7-6CA59D34F366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3561009" y="3246940"/>
            <a:ext cx="181490" cy="77781"/>
          </a:xfrm>
          <a:prstGeom prst="rect">
            <a:avLst/>
          </a:prstGeom>
        </p:spPr>
      </p:pic>
      <p:pic>
        <p:nvPicPr>
          <p:cNvPr id="112" name="Picture 111">
            <a:extLst>
              <a:ext uri="{FF2B5EF4-FFF2-40B4-BE49-F238E27FC236}">
                <a16:creationId xmlns:a16="http://schemas.microsoft.com/office/drawing/2014/main" id="{B905D4AE-AFF9-F0F9-FEFE-AC220045898E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3935487" y="2049875"/>
            <a:ext cx="181490" cy="77781"/>
          </a:xfrm>
          <a:prstGeom prst="rect">
            <a:avLst/>
          </a:prstGeom>
        </p:spPr>
      </p:pic>
      <p:pic>
        <p:nvPicPr>
          <p:cNvPr id="114" name="Picture 113">
            <a:extLst>
              <a:ext uri="{FF2B5EF4-FFF2-40B4-BE49-F238E27FC236}">
                <a16:creationId xmlns:a16="http://schemas.microsoft.com/office/drawing/2014/main" id="{E602D56F-1A83-6281-4150-AB3340076762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3938293" y="2041723"/>
            <a:ext cx="161339" cy="229101"/>
          </a:xfrm>
          <a:prstGeom prst="rect">
            <a:avLst/>
          </a:prstGeom>
        </p:spPr>
      </p:pic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2C731217-6187-16D4-9C03-35985479EAA7}"/>
              </a:ext>
            </a:extLst>
          </p:cNvPr>
          <p:cNvCxnSpPr>
            <a:cxnSpLocks/>
          </p:cNvCxnSpPr>
          <p:nvPr/>
        </p:nvCxnSpPr>
        <p:spPr>
          <a:xfrm>
            <a:off x="3299043" y="2148225"/>
            <a:ext cx="707479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4B66B478-C04A-999F-0D16-AB04D2F4D79F}"/>
              </a:ext>
            </a:extLst>
          </p:cNvPr>
          <p:cNvCxnSpPr>
            <a:cxnSpLocks/>
          </p:cNvCxnSpPr>
          <p:nvPr/>
        </p:nvCxnSpPr>
        <p:spPr>
          <a:xfrm>
            <a:off x="4026232" y="2127320"/>
            <a:ext cx="0" cy="731908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E2BFC381-4D54-7F55-E994-F345508D93D8}"/>
              </a:ext>
            </a:extLst>
          </p:cNvPr>
          <p:cNvCxnSpPr/>
          <p:nvPr/>
        </p:nvCxnSpPr>
        <p:spPr>
          <a:xfrm>
            <a:off x="3990360" y="2151175"/>
            <a:ext cx="51764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35" name="Picture 134">
            <a:extLst>
              <a:ext uri="{FF2B5EF4-FFF2-40B4-BE49-F238E27FC236}">
                <a16:creationId xmlns:a16="http://schemas.microsoft.com/office/drawing/2014/main" id="{6E563D10-92AF-BCD4-71C0-473D77994029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3967598" y="2167644"/>
            <a:ext cx="45719" cy="190920"/>
          </a:xfrm>
          <a:prstGeom prst="rect">
            <a:avLst/>
          </a:prstGeom>
        </p:spPr>
      </p:pic>
      <p:grpSp>
        <p:nvGrpSpPr>
          <p:cNvPr id="143" name="Group 142">
            <a:extLst>
              <a:ext uri="{FF2B5EF4-FFF2-40B4-BE49-F238E27FC236}">
                <a16:creationId xmlns:a16="http://schemas.microsoft.com/office/drawing/2014/main" id="{D5282702-FDBD-1B7E-562A-9DD42064DC97}"/>
              </a:ext>
            </a:extLst>
          </p:cNvPr>
          <p:cNvGrpSpPr/>
          <p:nvPr/>
        </p:nvGrpSpPr>
        <p:grpSpPr>
          <a:xfrm>
            <a:off x="4002120" y="2139195"/>
            <a:ext cx="13680" cy="4320"/>
            <a:chOff x="4002120" y="2139195"/>
            <a:chExt cx="13680" cy="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4A88F304-7D50-5E66-C052-979AE09CE06D}"/>
                    </a:ext>
                  </a:extLst>
                </p14:cNvPr>
                <p14:cNvContentPartPr/>
                <p14:nvPr/>
              </p14:nvContentPartPr>
              <p14:xfrm>
                <a:off x="4015440" y="2140995"/>
                <a:ext cx="360" cy="36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4A88F304-7D50-5E66-C052-979AE09CE06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006800" y="2132355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E97CA4F4-558A-6011-8DEE-332BD40E1219}"/>
                    </a:ext>
                  </a:extLst>
                </p14:cNvPr>
                <p14:cNvContentPartPr/>
                <p14:nvPr/>
              </p14:nvContentPartPr>
              <p14:xfrm>
                <a:off x="4002120" y="2143155"/>
                <a:ext cx="720" cy="36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E97CA4F4-558A-6011-8DEE-332BD40E121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993480" y="2134155"/>
                  <a:ext cx="183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2CD43E11-E311-CF96-8177-0736645DFAC5}"/>
                    </a:ext>
                  </a:extLst>
                </p14:cNvPr>
                <p14:cNvContentPartPr/>
                <p14:nvPr/>
              </p14:nvContentPartPr>
              <p14:xfrm>
                <a:off x="4011840" y="2143155"/>
                <a:ext cx="360" cy="36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2CD43E11-E311-CF96-8177-0736645DFAC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002840" y="2134155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AAC3C664-A8E9-AA33-94D8-BEA2678A18E3}"/>
                    </a:ext>
                  </a:extLst>
                </p14:cNvPr>
                <p14:cNvContentPartPr/>
                <p14:nvPr/>
              </p14:nvContentPartPr>
              <p14:xfrm>
                <a:off x="4010040" y="2139195"/>
                <a:ext cx="360" cy="36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AAC3C664-A8E9-AA33-94D8-BEA2678A18E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001040" y="2130195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44" name="TextBox 143">
            <a:extLst>
              <a:ext uri="{FF2B5EF4-FFF2-40B4-BE49-F238E27FC236}">
                <a16:creationId xmlns:a16="http://schemas.microsoft.com/office/drawing/2014/main" id="{2FCCE9D3-65C5-F4EA-B264-BE212D54F7C5}"/>
              </a:ext>
            </a:extLst>
          </p:cNvPr>
          <p:cNvSpPr txBox="1"/>
          <p:nvPr/>
        </p:nvSpPr>
        <p:spPr>
          <a:xfrm>
            <a:off x="3881804" y="3159516"/>
            <a:ext cx="250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9E51C3B4-C36B-EB17-D9E5-DD60BF42B7B5}"/>
              </a:ext>
            </a:extLst>
          </p:cNvPr>
          <p:cNvSpPr txBox="1"/>
          <p:nvPr/>
        </p:nvSpPr>
        <p:spPr>
          <a:xfrm>
            <a:off x="3876200" y="2327688"/>
            <a:ext cx="250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26DA7B1B-4B8A-ECE0-6F8D-C9D9FCF3BFF0}"/>
              </a:ext>
            </a:extLst>
          </p:cNvPr>
          <p:cNvSpPr txBox="1"/>
          <p:nvPr/>
        </p:nvSpPr>
        <p:spPr>
          <a:xfrm>
            <a:off x="3886434" y="3509255"/>
            <a:ext cx="250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</a:t>
            </a:r>
          </a:p>
        </p:txBody>
      </p:sp>
      <p:pic>
        <p:nvPicPr>
          <p:cNvPr id="148" name="Picture 147">
            <a:extLst>
              <a:ext uri="{FF2B5EF4-FFF2-40B4-BE49-F238E27FC236}">
                <a16:creationId xmlns:a16="http://schemas.microsoft.com/office/drawing/2014/main" id="{9D89B177-4BE2-8353-CD04-708D8562E75A}"/>
              </a:ext>
            </a:extLst>
      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 flipV="1">
            <a:off x="3688673" y="3355097"/>
            <a:ext cx="321367" cy="68225"/>
          </a:xfrm>
          <a:prstGeom prst="rect">
            <a:avLst/>
          </a:prstGeom>
        </p:spPr>
      </p:pic>
      <p:pic>
        <p:nvPicPr>
          <p:cNvPr id="149" name="Picture 148">
            <a:extLst>
              <a:ext uri="{FF2B5EF4-FFF2-40B4-BE49-F238E27FC236}">
                <a16:creationId xmlns:a16="http://schemas.microsoft.com/office/drawing/2014/main" id="{93B4EB7D-8334-F756-ADAB-520BCE59FA3C}"/>
              </a:ext>
            </a:extLst>
      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 flipV="1">
            <a:off x="3697769" y="3616819"/>
            <a:ext cx="321367" cy="68225"/>
          </a:xfrm>
          <a:prstGeom prst="rect">
            <a:avLst/>
          </a:prstGeom>
        </p:spPr>
      </p:pic>
      <p:pic>
        <p:nvPicPr>
          <p:cNvPr id="150" name="Picture 149">
            <a:extLst>
              <a:ext uri="{FF2B5EF4-FFF2-40B4-BE49-F238E27FC236}">
                <a16:creationId xmlns:a16="http://schemas.microsoft.com/office/drawing/2014/main" id="{DB798073-1BE7-B834-A105-EDFAC97C16AC}"/>
              </a:ext>
            </a:extLst>
      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 flipV="1">
            <a:off x="3694254" y="3715923"/>
            <a:ext cx="321367" cy="68225"/>
          </a:xfrm>
          <a:prstGeom prst="rect">
            <a:avLst/>
          </a:prstGeom>
        </p:spPr>
      </p:pic>
      <p:pic>
        <p:nvPicPr>
          <p:cNvPr id="151" name="Picture 150">
            <a:extLst>
              <a:ext uri="{FF2B5EF4-FFF2-40B4-BE49-F238E27FC236}">
                <a16:creationId xmlns:a16="http://schemas.microsoft.com/office/drawing/2014/main" id="{DB4D0440-DCA6-2258-1857-F28BBB1F5280}"/>
              </a:ext>
            </a:extLst>
      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 flipV="1">
            <a:off x="3694619" y="2523721"/>
            <a:ext cx="321367" cy="68225"/>
          </a:xfrm>
          <a:prstGeom prst="rect">
            <a:avLst/>
          </a:prstGeom>
        </p:spPr>
      </p:pic>
      <p:pic>
        <p:nvPicPr>
          <p:cNvPr id="152" name="Picture 151">
            <a:extLst>
              <a:ext uri="{FF2B5EF4-FFF2-40B4-BE49-F238E27FC236}">
                <a16:creationId xmlns:a16="http://schemas.microsoft.com/office/drawing/2014/main" id="{1BE7DD76-0F2E-B8F4-D855-27B2151DF5CC}"/>
              </a:ext>
            </a:extLst>
      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 flipV="1">
            <a:off x="3692866" y="2423320"/>
            <a:ext cx="321367" cy="68225"/>
          </a:xfrm>
          <a:prstGeom prst="rect">
            <a:avLst/>
          </a:prstGeom>
        </p:spPr>
      </p:pic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593CAC9D-D91A-F3C2-D6C7-0C2D07DFA047}"/>
              </a:ext>
            </a:extLst>
          </p:cNvPr>
          <p:cNvCxnSpPr>
            <a:cxnSpLocks/>
          </p:cNvCxnSpPr>
          <p:nvPr/>
        </p:nvCxnSpPr>
        <p:spPr>
          <a:xfrm>
            <a:off x="4026232" y="3329388"/>
            <a:ext cx="4039" cy="733938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1AB9ECD0-499C-DF2A-2567-BA5631E3A105}"/>
              </a:ext>
            </a:extLst>
          </p:cNvPr>
          <p:cNvCxnSpPr>
            <a:cxnSpLocks/>
          </p:cNvCxnSpPr>
          <p:nvPr/>
        </p:nvCxnSpPr>
        <p:spPr>
          <a:xfrm>
            <a:off x="4023476" y="2135958"/>
            <a:ext cx="4039" cy="733938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13A3D9A5-3245-A0E3-8291-76ADB254B5AA}"/>
              </a:ext>
            </a:extLst>
          </p:cNvPr>
          <p:cNvCxnSpPr>
            <a:cxnSpLocks/>
          </p:cNvCxnSpPr>
          <p:nvPr/>
        </p:nvCxnSpPr>
        <p:spPr>
          <a:xfrm>
            <a:off x="3310634" y="3703851"/>
            <a:ext cx="707479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61" name="Picture 160">
            <a:extLst>
              <a:ext uri="{FF2B5EF4-FFF2-40B4-BE49-F238E27FC236}">
                <a16:creationId xmlns:a16="http://schemas.microsoft.com/office/drawing/2014/main" id="{B68A77E4-A2C0-1EF2-D099-6148FD4F9E65}"/>
              </a:ext>
            </a:extLst>
      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7312665" y="1284519"/>
            <a:ext cx="1370906" cy="151991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58DED248-72C7-92A8-8446-177D899B8CD9}"/>
                  </a:ext>
                </a:extLst>
              </p14:cNvPr>
              <p14:cNvContentPartPr/>
              <p14:nvPr/>
            </p14:nvContentPartPr>
            <p14:xfrm>
              <a:off x="8371760" y="2799120"/>
              <a:ext cx="343080" cy="5400"/>
            </p14:xfrm>
          </p:contentPart>
        </mc:Choice>
        <mc:Fallback xmlns=""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58DED248-72C7-92A8-8446-177D899B8CD9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8308760" y="2736120"/>
                <a:ext cx="468720" cy="13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51BBA8BE-6F06-3BDA-2728-652475587F48}"/>
                  </a:ext>
                </a:extLst>
              </p14:cNvPr>
              <p14:cNvContentPartPr/>
              <p14:nvPr/>
            </p14:nvContentPartPr>
            <p14:xfrm>
              <a:off x="7258640" y="1330320"/>
              <a:ext cx="6120" cy="452880"/>
            </p14:xfrm>
          </p:contentPart>
        </mc:Choice>
        <mc:Fallback xmlns=""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51BBA8BE-6F06-3BDA-2728-652475587F48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7195640" y="1267320"/>
                <a:ext cx="131760" cy="578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84652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A87E9-1A2B-E074-95D6-F62A25193F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8933" y="1130829"/>
            <a:ext cx="9144000" cy="2387600"/>
          </a:xfrm>
        </p:spPr>
        <p:txBody>
          <a:bodyPr>
            <a:normAutofit/>
          </a:bodyPr>
          <a:lstStyle/>
          <a:p>
            <a:r>
              <a:rPr lang="en-US" dirty="0"/>
              <a:t>4) </a:t>
            </a:r>
            <a:r>
              <a:rPr lang="en-US" sz="6000" dirty="0"/>
              <a:t>Pooling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39838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3F209EA-4C43-1847-C5F9-C561AFA8D0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5161" y="1053353"/>
            <a:ext cx="7264920" cy="4751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4783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A102D7-83F1-7C6E-B7F9-82DA4D8250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95813"/>
            <a:ext cx="12071430" cy="6362187"/>
          </a:xfrm>
        </p:spPr>
        <p:txBody>
          <a:bodyPr>
            <a:normAutofit lnSpcReduction="10000"/>
          </a:bodyPr>
          <a:lstStyle/>
          <a:p>
            <a:r>
              <a:rPr lang="en-US" sz="3200" dirty="0"/>
              <a:t>pooling reduces the spatial size of the feature maps</a:t>
            </a:r>
          </a:p>
          <a:p>
            <a:endParaRPr lang="en-US" sz="3200" dirty="0"/>
          </a:p>
          <a:p>
            <a:r>
              <a:rPr lang="en-US" sz="3200" dirty="0"/>
              <a:t>this decreases the number of parameters and computations in subsequent layers, making the network more computationally efficient</a:t>
            </a:r>
          </a:p>
          <a:p>
            <a:endParaRPr lang="en-US" sz="3200" dirty="0"/>
          </a:p>
          <a:p>
            <a:r>
              <a:rPr lang="en-US" sz="3200" b="1" dirty="0">
                <a:solidFill>
                  <a:srgbClr val="FF0000"/>
                </a:solidFill>
              </a:rPr>
              <a:t>it contains no parameters (there are no learnable parameters for it)</a:t>
            </a:r>
          </a:p>
          <a:p>
            <a:endParaRPr lang="en-US" sz="3200" b="1" dirty="0">
              <a:solidFill>
                <a:srgbClr val="FF0000"/>
              </a:solidFill>
            </a:endParaRPr>
          </a:p>
          <a:p>
            <a:r>
              <a:rPr lang="en-US" sz="3200" dirty="0"/>
              <a:t>we can have:</a:t>
            </a:r>
          </a:p>
          <a:p>
            <a:pPr lvl="1"/>
            <a:r>
              <a:rPr lang="en-US" sz="2800" b="1" dirty="0">
                <a:highlight>
                  <a:srgbClr val="FFFF00"/>
                </a:highlight>
              </a:rPr>
              <a:t>Max Pooling</a:t>
            </a:r>
            <a:r>
              <a:rPr lang="en-US" sz="2800" dirty="0"/>
              <a:t>: retains the maximum value in each region</a:t>
            </a:r>
          </a:p>
          <a:p>
            <a:pPr lvl="1"/>
            <a:r>
              <a:rPr lang="en-US" sz="2800" b="1" dirty="0">
                <a:highlight>
                  <a:srgbClr val="FFFF00"/>
                </a:highlight>
              </a:rPr>
              <a:t>Average Pooling</a:t>
            </a:r>
            <a:r>
              <a:rPr lang="en-US" sz="2800" dirty="0"/>
              <a:t>: computes the average value of all activations in each region</a:t>
            </a:r>
          </a:p>
          <a:p>
            <a:pPr lvl="1"/>
            <a:r>
              <a:rPr lang="en-US" sz="2800" dirty="0"/>
              <a:t>etc.</a:t>
            </a:r>
          </a:p>
        </p:txBody>
      </p:sp>
    </p:spTree>
    <p:extLst>
      <p:ext uri="{BB962C8B-B14F-4D97-AF65-F5344CB8AC3E}">
        <p14:creationId xmlns:p14="http://schemas.microsoft.com/office/powerpoint/2010/main" val="33313094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1C8E565-38BD-2103-FA16-408A0E4DF0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4467828" cy="1827121"/>
          </a:xfrm>
          <a:prstGeom prst="rect">
            <a:avLst/>
          </a:prstGeom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24163A64-AF1B-D535-00D4-9C9DCF746EF4}"/>
              </a:ext>
            </a:extLst>
          </p:cNvPr>
          <p:cNvSpPr/>
          <p:nvPr/>
        </p:nvSpPr>
        <p:spPr>
          <a:xfrm>
            <a:off x="4674570" y="1486951"/>
            <a:ext cx="398488" cy="30371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4663C10-7EC9-4AB8-F12A-EE24EE1971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8626" y="1072260"/>
            <a:ext cx="7023374" cy="1133093"/>
          </a:xfrm>
          <a:prstGeom prst="rect">
            <a:avLst/>
          </a:prstGeom>
        </p:spPr>
      </p:pic>
      <p:sp>
        <p:nvSpPr>
          <p:cNvPr id="9" name="Right Brace 8">
            <a:extLst>
              <a:ext uri="{FF2B5EF4-FFF2-40B4-BE49-F238E27FC236}">
                <a16:creationId xmlns:a16="http://schemas.microsoft.com/office/drawing/2014/main" id="{EEC2A317-9937-C231-1203-197B27E64E87}"/>
              </a:ext>
            </a:extLst>
          </p:cNvPr>
          <p:cNvSpPr/>
          <p:nvPr/>
        </p:nvSpPr>
        <p:spPr>
          <a:xfrm>
            <a:off x="4331640" y="0"/>
            <a:ext cx="226231" cy="3277617"/>
          </a:xfrm>
          <a:prstGeom prst="rightBrace">
            <a:avLst/>
          </a:prstGeom>
          <a:ln w="381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1B737EE-4AA7-6F62-7A86-D472179D083D}"/>
              </a:ext>
            </a:extLst>
          </p:cNvPr>
          <p:cNvCxnSpPr/>
          <p:nvPr/>
        </p:nvCxnSpPr>
        <p:spPr>
          <a:xfrm>
            <a:off x="34724" y="3329651"/>
            <a:ext cx="12192001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F6DEE918-5B03-AA3A-84DD-58DAEE836A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216" y="4605856"/>
            <a:ext cx="6948668" cy="1099983"/>
          </a:xfrm>
          <a:prstGeom prst="rect">
            <a:avLst/>
          </a:prstGeom>
        </p:spPr>
      </p:pic>
      <p:sp>
        <p:nvSpPr>
          <p:cNvPr id="15" name="Arrow: Right 14">
            <a:extLst>
              <a:ext uri="{FF2B5EF4-FFF2-40B4-BE49-F238E27FC236}">
                <a16:creationId xmlns:a16="http://schemas.microsoft.com/office/drawing/2014/main" id="{EEF8DC6E-A15B-EC24-D275-FABBC76FCADF}"/>
              </a:ext>
            </a:extLst>
          </p:cNvPr>
          <p:cNvSpPr/>
          <p:nvPr/>
        </p:nvSpPr>
        <p:spPr>
          <a:xfrm>
            <a:off x="4736038" y="5003992"/>
            <a:ext cx="398488" cy="30371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5591A67-B3A2-58DA-0C79-24DF45FE82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8172" y="1850594"/>
            <a:ext cx="1971950" cy="1333686"/>
          </a:xfrm>
          <a:prstGeom prst="rect">
            <a:avLst/>
          </a:prstGeom>
        </p:spPr>
      </p:pic>
      <p:sp>
        <p:nvSpPr>
          <p:cNvPr id="18" name="Right Brace 17">
            <a:extLst>
              <a:ext uri="{FF2B5EF4-FFF2-40B4-BE49-F238E27FC236}">
                <a16:creationId xmlns:a16="http://schemas.microsoft.com/office/drawing/2014/main" id="{BE482B18-9CCD-F086-C322-0EB842389A2E}"/>
              </a:ext>
            </a:extLst>
          </p:cNvPr>
          <p:cNvSpPr/>
          <p:nvPr/>
        </p:nvSpPr>
        <p:spPr>
          <a:xfrm>
            <a:off x="4331640" y="3429000"/>
            <a:ext cx="226231" cy="3428999"/>
          </a:xfrm>
          <a:prstGeom prst="rightBrace">
            <a:avLst/>
          </a:prstGeom>
          <a:ln w="381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E79DF43-B545-8BE1-2CF0-F767226985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43" y="3385344"/>
            <a:ext cx="4208951" cy="172125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60ECCC02-1570-D0A8-1E74-14E98B41F6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8172" y="4950591"/>
            <a:ext cx="1842088" cy="190740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A4B871FC-BEB2-EA17-380B-695DC292A4E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02002" y="4536929"/>
            <a:ext cx="209579" cy="25721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B086E3D-A9E0-8EDA-CD8F-C6D94D6B02E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5184" y="4536929"/>
            <a:ext cx="152931" cy="238572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62CF9DD3-B8E2-945B-FCDE-2B0792977FB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32330" y="4115246"/>
            <a:ext cx="135785" cy="27157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C78764C9-B2F3-2902-1437-A78AEA79D2DB}"/>
                  </a:ext>
                </a:extLst>
              </p14:cNvPr>
              <p14:cNvContentPartPr/>
              <p14:nvPr/>
            </p14:nvContentPartPr>
            <p14:xfrm>
              <a:off x="2432520" y="4279272"/>
              <a:ext cx="322920" cy="11160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C78764C9-B2F3-2902-1437-A78AEA79D2D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369880" y="4216272"/>
                <a:ext cx="448560" cy="23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CA2FB5EA-BAE5-70E3-643A-C9329E2F1C83}"/>
                  </a:ext>
                </a:extLst>
              </p14:cNvPr>
              <p14:cNvContentPartPr/>
              <p14:nvPr/>
            </p14:nvContentPartPr>
            <p14:xfrm>
              <a:off x="1906560" y="4335432"/>
              <a:ext cx="477360" cy="4788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CA2FB5EA-BAE5-70E3-643A-C9329E2F1C8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843920" y="4272792"/>
                <a:ext cx="603000" cy="173520"/>
              </a:xfrm>
              <a:prstGeom prst="rect">
                <a:avLst/>
              </a:prstGeom>
            </p:spPr>
          </p:pic>
        </mc:Fallback>
      </mc:AlternateContent>
      <p:sp>
        <p:nvSpPr>
          <p:cNvPr id="36" name="TextBox 35">
            <a:extLst>
              <a:ext uri="{FF2B5EF4-FFF2-40B4-BE49-F238E27FC236}">
                <a16:creationId xmlns:a16="http://schemas.microsoft.com/office/drawing/2014/main" id="{225AD417-5A77-1629-E83F-C3C2CCCA42A6}"/>
              </a:ext>
            </a:extLst>
          </p:cNvPr>
          <p:cNvSpPr txBox="1"/>
          <p:nvPr/>
        </p:nvSpPr>
        <p:spPr>
          <a:xfrm>
            <a:off x="1731981" y="4165795"/>
            <a:ext cx="1879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2x2 Average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64971A9F-18BA-8E51-544A-3ED9E5F4A52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313084" y="4123267"/>
            <a:ext cx="285790" cy="257211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967587B3-350C-1844-2A1F-4D77C90B1BB2}"/>
              </a:ext>
            </a:extLst>
          </p:cNvPr>
          <p:cNvSpPr txBox="1"/>
          <p:nvPr/>
        </p:nvSpPr>
        <p:spPr>
          <a:xfrm>
            <a:off x="3339057" y="4071714"/>
            <a:ext cx="4775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3318321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map&#10;&#10;Description automatically generated">
            <a:extLst>
              <a:ext uri="{FF2B5EF4-FFF2-40B4-BE49-F238E27FC236}">
                <a16:creationId xmlns:a16="http://schemas.microsoft.com/office/drawing/2014/main" id="{6EC1676F-E9A5-11EC-05FA-1729635026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5734" y="719666"/>
            <a:ext cx="10219267" cy="5748337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F2D01B9-C6FB-9838-F7F4-5D14437CF5D9}"/>
                  </a:ext>
                </a:extLst>
              </p14:cNvPr>
              <p14:cNvContentPartPr/>
              <p14:nvPr/>
            </p14:nvContentPartPr>
            <p14:xfrm>
              <a:off x="9668747" y="2175560"/>
              <a:ext cx="119160" cy="3312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F2D01B9-C6FB-9838-F7F4-5D14437CF5D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606107" y="2112920"/>
                <a:ext cx="244800" cy="45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2B90740-2953-61CE-1095-F8DF9CE1C3C6}"/>
                  </a:ext>
                </a:extLst>
              </p14:cNvPr>
              <p14:cNvContentPartPr/>
              <p14:nvPr/>
            </p14:nvContentPartPr>
            <p14:xfrm>
              <a:off x="9935507" y="1841840"/>
              <a:ext cx="1116720" cy="30207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2B90740-2953-61CE-1095-F8DF9CE1C3C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872867" y="1779200"/>
                <a:ext cx="1242360" cy="314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82B1E4E0-4E4D-B13D-4693-0272313B1C38}"/>
                  </a:ext>
                </a:extLst>
              </p14:cNvPr>
              <p14:cNvContentPartPr/>
              <p14:nvPr/>
            </p14:nvContentPartPr>
            <p14:xfrm>
              <a:off x="9778187" y="3890600"/>
              <a:ext cx="1382040" cy="4791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82B1E4E0-4E4D-B13D-4693-0272313B1C3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715547" y="3827600"/>
                <a:ext cx="1507680" cy="60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2F010BEA-5BE8-D648-E6EF-6FA5BD50B0BE}"/>
                  </a:ext>
                </a:extLst>
              </p14:cNvPr>
              <p14:cNvContentPartPr/>
              <p14:nvPr/>
            </p14:nvContentPartPr>
            <p14:xfrm>
              <a:off x="10204680" y="2446128"/>
              <a:ext cx="208440" cy="2239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2F010BEA-5BE8-D648-E6EF-6FA5BD50B0B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141680" y="2383488"/>
                <a:ext cx="334080" cy="34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17952F5C-B5BE-B7BA-A8A2-D2D7CEB42A99}"/>
                  </a:ext>
                </a:extLst>
              </p14:cNvPr>
              <p14:cNvContentPartPr/>
              <p14:nvPr/>
            </p14:nvContentPartPr>
            <p14:xfrm>
              <a:off x="10389720" y="2226168"/>
              <a:ext cx="750960" cy="4968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17952F5C-B5BE-B7BA-A8A2-D2D7CEB42A9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0327080" y="2163168"/>
                <a:ext cx="876600" cy="62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1210AB2A-C44D-C5FF-54F4-6624E59E37DB}"/>
                  </a:ext>
                </a:extLst>
              </p14:cNvPr>
              <p14:cNvContentPartPr/>
              <p14:nvPr/>
            </p14:nvContentPartPr>
            <p14:xfrm>
              <a:off x="9541307" y="1971800"/>
              <a:ext cx="1064520" cy="26650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1210AB2A-C44D-C5FF-54F4-6624E59E37DB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478667" y="1909160"/>
                <a:ext cx="1190160" cy="279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C1FB6438-5742-E1BF-EB90-865FF2630AAB}"/>
                  </a:ext>
                </a:extLst>
              </p14:cNvPr>
              <p14:cNvContentPartPr/>
              <p14:nvPr/>
            </p14:nvContentPartPr>
            <p14:xfrm>
              <a:off x="11072747" y="1532600"/>
              <a:ext cx="363600" cy="6879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C1FB6438-5742-E1BF-EB90-865FF2630AAB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1009747" y="1469600"/>
                <a:ext cx="489240" cy="81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76A55893-65A4-0D5B-B2A9-8370506AD894}"/>
                  </a:ext>
                </a:extLst>
              </p14:cNvPr>
              <p14:cNvContentPartPr/>
              <p14:nvPr/>
            </p14:nvContentPartPr>
            <p14:xfrm>
              <a:off x="11023427" y="2729240"/>
              <a:ext cx="392400" cy="14173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76A55893-65A4-0D5B-B2A9-8370506AD894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0960427" y="2666240"/>
                <a:ext cx="518040" cy="154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E1458232-FA5E-844D-FC06-B8FE8A30AB5F}"/>
                  </a:ext>
                </a:extLst>
              </p14:cNvPr>
              <p14:cNvContentPartPr/>
              <p14:nvPr/>
            </p14:nvContentPartPr>
            <p14:xfrm>
              <a:off x="10401707" y="1768760"/>
              <a:ext cx="1015560" cy="5666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E1458232-FA5E-844D-FC06-B8FE8A30AB5F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0338707" y="1705760"/>
                <a:ext cx="1141200" cy="69228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0EF60BB2-3778-EB07-A08F-167259178E1F}"/>
              </a:ext>
            </a:extLst>
          </p:cNvPr>
          <p:cNvGrpSpPr/>
          <p:nvPr/>
        </p:nvGrpSpPr>
        <p:grpSpPr>
          <a:xfrm>
            <a:off x="9671160" y="2888928"/>
            <a:ext cx="1478880" cy="1738440"/>
            <a:chOff x="9671160" y="2888928"/>
            <a:chExt cx="1478880" cy="173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C459BE0-AB44-98C5-B391-D63C616C00D3}"/>
                    </a:ext>
                  </a:extLst>
                </p14:cNvPr>
                <p14:cNvContentPartPr/>
                <p14:nvPr/>
              </p14:nvContentPartPr>
              <p14:xfrm>
                <a:off x="9671160" y="2888928"/>
                <a:ext cx="1478880" cy="12578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C459BE0-AB44-98C5-B391-D63C616C00D3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608160" y="2825928"/>
                  <a:ext cx="1604520" cy="138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AEC788B-49A0-9E5E-6C24-4258D6898601}"/>
                    </a:ext>
                  </a:extLst>
                </p14:cNvPr>
                <p14:cNvContentPartPr/>
                <p14:nvPr/>
              </p14:nvContentPartPr>
              <p14:xfrm>
                <a:off x="9729120" y="3308328"/>
                <a:ext cx="354600" cy="9144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AEC788B-49A0-9E5E-6C24-4258D6898601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666120" y="3245328"/>
                  <a:ext cx="480240" cy="10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7B72C69-0E19-932E-16AB-885F713B26F7}"/>
                    </a:ext>
                  </a:extLst>
                </p14:cNvPr>
                <p14:cNvContentPartPr/>
                <p14:nvPr/>
              </p14:nvContentPartPr>
              <p14:xfrm>
                <a:off x="9912000" y="4198968"/>
                <a:ext cx="763560" cy="928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7B72C69-0E19-932E-16AB-885F713B26F7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849000" y="4136328"/>
                  <a:ext cx="88920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1DBD627-648B-3A7D-E7D3-AA757EED1265}"/>
                    </a:ext>
                  </a:extLst>
                </p14:cNvPr>
                <p14:cNvContentPartPr/>
                <p14:nvPr/>
              </p14:nvContentPartPr>
              <p14:xfrm>
                <a:off x="10460280" y="3853368"/>
                <a:ext cx="18720" cy="3387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1DBD627-648B-3A7D-E7D3-AA757EED1265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0397280" y="3790368"/>
                  <a:ext cx="144360" cy="46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99A4076-43C2-FE60-549B-D4166A278A48}"/>
                    </a:ext>
                  </a:extLst>
                </p14:cNvPr>
                <p14:cNvContentPartPr/>
                <p14:nvPr/>
              </p14:nvContentPartPr>
              <p14:xfrm>
                <a:off x="10395120" y="3935448"/>
                <a:ext cx="561600" cy="6919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99A4076-43C2-FE60-549B-D4166A278A48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0332480" y="3872448"/>
                  <a:ext cx="687240" cy="81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806F31F-5B3F-67F5-EF3A-B3A2087A7FB9}"/>
                    </a:ext>
                  </a:extLst>
                </p14:cNvPr>
                <p14:cNvContentPartPr/>
                <p14:nvPr/>
              </p14:nvContentPartPr>
              <p14:xfrm>
                <a:off x="10354800" y="4112928"/>
                <a:ext cx="353160" cy="4636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806F31F-5B3F-67F5-EF3A-B3A2087A7FB9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0292160" y="4049928"/>
                  <a:ext cx="478800" cy="58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C7E2EA3-2450-163A-CCF5-FCE1134AFC7E}"/>
                    </a:ext>
                  </a:extLst>
                </p14:cNvPr>
                <p14:cNvContentPartPr/>
                <p14:nvPr/>
              </p14:nvContentPartPr>
              <p14:xfrm>
                <a:off x="9952320" y="4187088"/>
                <a:ext cx="561960" cy="2552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C7E2EA3-2450-163A-CCF5-FCE1134AFC7E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889680" y="4124448"/>
                  <a:ext cx="687600" cy="38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8A47EF2-48B0-DC9B-2E1B-2F3A01DA3C95}"/>
                    </a:ext>
                  </a:extLst>
                </p14:cNvPr>
                <p14:cNvContentPartPr/>
                <p14:nvPr/>
              </p14:nvContentPartPr>
              <p14:xfrm>
                <a:off x="9912360" y="4096368"/>
                <a:ext cx="608400" cy="1040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8A47EF2-48B0-DC9B-2E1B-2F3A01DA3C95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849720" y="4033368"/>
                  <a:ext cx="73404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AF313DC-0FF3-3DB8-189A-C896CD74ABA1}"/>
                    </a:ext>
                  </a:extLst>
                </p14:cNvPr>
                <p14:cNvContentPartPr/>
                <p14:nvPr/>
              </p14:nvContentPartPr>
              <p14:xfrm>
                <a:off x="10832520" y="4309488"/>
                <a:ext cx="360" cy="3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AF313DC-0FF3-3DB8-189A-C896CD74ABA1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0769520" y="4246848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1655611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A87E9-1A2B-E074-95D6-F62A25193F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549400" y="-84667"/>
            <a:ext cx="9448799" cy="682096"/>
          </a:xfrm>
        </p:spPr>
        <p:txBody>
          <a:bodyPr>
            <a:normAutofit fontScale="90000"/>
          </a:bodyPr>
          <a:lstStyle/>
          <a:p>
            <a:r>
              <a:rPr lang="en-US" sz="4400" dirty="0"/>
              <a:t>Benefits of using pooling layers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E31CC2-1A8F-A641-EEB2-706391F0D36C}"/>
              </a:ext>
            </a:extLst>
          </p:cNvPr>
          <p:cNvSpPr txBox="1"/>
          <p:nvPr/>
        </p:nvSpPr>
        <p:spPr>
          <a:xfrm>
            <a:off x="365760" y="1375955"/>
            <a:ext cx="1182624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Dimensionality Reduction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 pooling reduces the spatial dimensions (height and width) of feature maps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 this decreases the number of parameters and computations in subsequent layers, making the network more efficient and reducing the risk of overfitting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2400" dirty="0"/>
          </a:p>
          <a:p>
            <a:pPr lvl="1">
              <a:buFont typeface="Arial" panose="020B0604020202020204" pitchFamily="34" charset="0"/>
              <a:buChar char="•"/>
            </a:pPr>
            <a:endParaRPr lang="en-US" sz="2400" dirty="0"/>
          </a:p>
          <a:p>
            <a:r>
              <a:rPr lang="en-US" sz="2400" b="1" dirty="0">
                <a:highlight>
                  <a:srgbClr val="FFFF00"/>
                </a:highlight>
              </a:rPr>
              <a:t>Feature Selection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pooling layers distill the most significant features in a region, such as: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/>
              <a:t>Max Pooling</a:t>
            </a:r>
            <a:r>
              <a:rPr lang="en-US" sz="2400" dirty="0"/>
              <a:t>: retains the strongest activations (most important features)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/>
              <a:t>Average Pooling</a:t>
            </a:r>
            <a:r>
              <a:rPr lang="en-US" sz="2400" dirty="0"/>
              <a:t>: averages activations to provide a smoother representation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this ensures that only the most salient features are propagated further in the network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258341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A87E9-1A2B-E074-95D6-F62A25193F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8933" y="1130829"/>
            <a:ext cx="9144000" cy="2387600"/>
          </a:xfrm>
        </p:spPr>
        <p:txBody>
          <a:bodyPr/>
          <a:lstStyle/>
          <a:p>
            <a:r>
              <a:rPr lang="en-US" dirty="0"/>
              <a:t>5) </a:t>
            </a:r>
            <a:r>
              <a:rPr lang="en-US" dirty="0" err="1"/>
              <a:t>LeNet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3780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CE96DB-511C-79B1-720D-5FBA15C5C8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497" y="0"/>
            <a:ext cx="11919012" cy="7182035"/>
          </a:xfrm>
        </p:spPr>
        <p:txBody>
          <a:bodyPr>
            <a:normAutofit/>
          </a:bodyPr>
          <a:lstStyle/>
          <a:p>
            <a:r>
              <a:rPr lang="en-US" sz="2400" dirty="0" err="1"/>
              <a:t>LeNet</a:t>
            </a:r>
            <a:r>
              <a:rPr lang="en-US" sz="2400" dirty="0"/>
              <a:t> or LeNet-5 is a pioneering convolutional neural network (CNN) architecture designed by </a:t>
            </a:r>
            <a:r>
              <a:rPr lang="en-US" sz="2400" b="1" dirty="0"/>
              <a:t>Yann LeCun </a:t>
            </a:r>
            <a:r>
              <a:rPr lang="en-US" sz="2400" dirty="0"/>
              <a:t>and his collaborators in 1998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sz="2400" dirty="0"/>
              <a:t>it was originally developed for handwritten digit recognition, such as digits in ZIP codes</a:t>
            </a:r>
          </a:p>
          <a:p>
            <a:endParaRPr lang="en-US" sz="2400" dirty="0"/>
          </a:p>
          <a:p>
            <a:r>
              <a:rPr lang="en-US" b="1" dirty="0">
                <a:solidFill>
                  <a:srgbClr val="FF0000"/>
                </a:solidFill>
              </a:rPr>
              <a:t>NOTE</a:t>
            </a:r>
            <a:r>
              <a:rPr lang="en-US" dirty="0"/>
              <a:t>: you don’t need to memorize the architecture, it’s just to know that </a:t>
            </a:r>
            <a:r>
              <a:rPr lang="en-US" b="1" dirty="0" err="1"/>
              <a:t>LeNet</a:t>
            </a:r>
            <a:r>
              <a:rPr lang="en-US" b="1" dirty="0"/>
              <a:t> is widely recognized as the first working CNN</a:t>
            </a:r>
            <a:r>
              <a:rPr lang="en-US" dirty="0"/>
              <a:t> </a:t>
            </a:r>
            <a:r>
              <a:rPr lang="en-US" b="1" dirty="0"/>
              <a:t>in history</a:t>
            </a:r>
          </a:p>
          <a:p>
            <a:endParaRPr lang="en-US" b="1" dirty="0"/>
          </a:p>
          <a:p>
            <a:r>
              <a:rPr lang="en-US" sz="2400" dirty="0"/>
              <a:t>at the time of its development, deep learning and CNNs were in their beginning. There was no established set of best practices or guidelines. Yann LeCun and his team designed </a:t>
            </a:r>
            <a:r>
              <a:rPr lang="en-US" sz="2400" dirty="0" err="1"/>
              <a:t>LeNet</a:t>
            </a:r>
            <a:r>
              <a:rPr lang="en-US" sz="2400" dirty="0"/>
              <a:t> by trial and error, experimenting with various configurations to optimize performance for their specific task: handwritten digit recognition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19FA67-5A53-BA16-A387-839DF514C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721" y="848955"/>
            <a:ext cx="1595020" cy="1792499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DB6CDF63-BFC3-18AD-09A8-3752F1833FEF}"/>
              </a:ext>
            </a:extLst>
          </p:cNvPr>
          <p:cNvGrpSpPr/>
          <p:nvPr/>
        </p:nvGrpSpPr>
        <p:grpSpPr>
          <a:xfrm>
            <a:off x="2210353" y="1680944"/>
            <a:ext cx="735480" cy="128520"/>
            <a:chOff x="2316859" y="2094875"/>
            <a:chExt cx="735480" cy="12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D609039-FBF9-70E5-EE0E-EE218438FD96}"/>
                    </a:ext>
                  </a:extLst>
                </p14:cNvPr>
                <p14:cNvContentPartPr/>
                <p14:nvPr/>
              </p14:nvContentPartPr>
              <p14:xfrm>
                <a:off x="2316859" y="2139515"/>
                <a:ext cx="657000" cy="183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D609039-FBF9-70E5-EE0E-EE218438FD96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299219" y="2121515"/>
                  <a:ext cx="69264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19182AA-730F-986E-4A80-2FC29B69DB24}"/>
                    </a:ext>
                  </a:extLst>
                </p14:cNvPr>
                <p14:cNvContentPartPr/>
                <p14:nvPr/>
              </p14:nvContentPartPr>
              <p14:xfrm>
                <a:off x="2871259" y="2094875"/>
                <a:ext cx="181080" cy="1285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19182AA-730F-986E-4A80-2FC29B69DB2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853259" y="2077235"/>
                  <a:ext cx="216720" cy="1641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85BBA3E-92FF-05FE-28F5-C49696EA66B6}"/>
              </a:ext>
            </a:extLst>
          </p:cNvPr>
          <p:cNvSpPr txBox="1"/>
          <p:nvPr/>
        </p:nvSpPr>
        <p:spPr>
          <a:xfrm>
            <a:off x="2906240" y="1451556"/>
            <a:ext cx="92158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“Godfather of AI”, actually Chief AI Scientist at Meta</a:t>
            </a:r>
          </a:p>
        </p:txBody>
      </p:sp>
    </p:spTree>
    <p:extLst>
      <p:ext uri="{BB962C8B-B14F-4D97-AF65-F5344CB8AC3E}">
        <p14:creationId xmlns:p14="http://schemas.microsoft.com/office/powerpoint/2010/main" val="20893359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5FDAA-52FA-7BD7-3F8F-EB1A2342F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62844"/>
            <a:ext cx="10515600" cy="1325563"/>
          </a:xfrm>
        </p:spPr>
        <p:txBody>
          <a:bodyPr/>
          <a:lstStyle/>
          <a:p>
            <a:r>
              <a:rPr lang="en-US" dirty="0"/>
              <a:t>What makes </a:t>
            </a:r>
            <a:r>
              <a:rPr lang="en-US" dirty="0" err="1"/>
              <a:t>LeNet</a:t>
            </a:r>
            <a:r>
              <a:rPr lang="en-US" dirty="0"/>
              <a:t> so special?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B8642-2955-AC5C-E85A-E7D2CE2CA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18586"/>
            <a:ext cx="12192000" cy="6045694"/>
          </a:xfrm>
        </p:spPr>
        <p:txBody>
          <a:bodyPr>
            <a:normAutofit/>
          </a:bodyPr>
          <a:lstStyle/>
          <a:p>
            <a:r>
              <a:rPr lang="en-US" dirty="0"/>
              <a:t>it was the first working CNN: introduced the world to the concept of CNNs for image recognition tasks</a:t>
            </a:r>
          </a:p>
          <a:p>
            <a:endParaRPr lang="en-US" dirty="0"/>
          </a:p>
          <a:p>
            <a:r>
              <a:rPr lang="en-US" dirty="0"/>
              <a:t>many core ideas in modern CNNs were first introduced or implemented in </a:t>
            </a:r>
            <a:r>
              <a:rPr lang="en-US" dirty="0" err="1"/>
              <a:t>LeNet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convolutional layers</a:t>
            </a:r>
          </a:p>
          <a:p>
            <a:pPr lvl="1"/>
            <a:r>
              <a:rPr lang="en-US" b="1" dirty="0"/>
              <a:t>pooling layers</a:t>
            </a:r>
          </a:p>
          <a:p>
            <a:pPr lvl="1"/>
            <a:r>
              <a:rPr lang="en-US" b="1" dirty="0"/>
              <a:t>hierarchical feature learning</a:t>
            </a:r>
            <a:r>
              <a:rPr lang="en-US" dirty="0"/>
              <a:t>: </a:t>
            </a:r>
            <a:r>
              <a:rPr lang="en-US" dirty="0" err="1"/>
              <a:t>LeNet</a:t>
            </a:r>
            <a:r>
              <a:rPr lang="en-US" dirty="0"/>
              <a:t> used a hierarchical approach, where lower layers learned simple features (like edges), and deeper layers combined them into more complex patterns (like shapes or digits). This hierarchical learning is a cornerstone of modern deep learning</a:t>
            </a:r>
          </a:p>
          <a:p>
            <a:pPr lvl="1"/>
            <a:endParaRPr lang="en-US" dirty="0"/>
          </a:p>
          <a:p>
            <a:r>
              <a:rPr lang="en-US" dirty="0"/>
              <a:t>it was one of the first neural networks to demonstrate that </a:t>
            </a:r>
            <a:r>
              <a:rPr lang="en-US" b="1" dirty="0"/>
              <a:t>backpropagation</a:t>
            </a:r>
            <a:r>
              <a:rPr lang="en-US" dirty="0"/>
              <a:t> and </a:t>
            </a:r>
            <a:r>
              <a:rPr lang="en-US" b="1" dirty="0"/>
              <a:t>gradient-based optimization</a:t>
            </a:r>
            <a:r>
              <a:rPr lang="en-US" dirty="0"/>
              <a:t> could train neural networks effectively</a:t>
            </a:r>
          </a:p>
        </p:txBody>
      </p:sp>
    </p:spTree>
    <p:extLst>
      <p:ext uri="{BB962C8B-B14F-4D97-AF65-F5344CB8AC3E}">
        <p14:creationId xmlns:p14="http://schemas.microsoft.com/office/powerpoint/2010/main" val="21505542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E1E1D54-111A-6EDD-80D3-AC3A384772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32" y="595348"/>
            <a:ext cx="5612899" cy="20496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03B9046-E9E4-9F24-988D-238C88B972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9810" y="8978"/>
            <a:ext cx="5819837" cy="357340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D69D1C2-C0F8-6F1C-72D8-3452671759FD}"/>
              </a:ext>
            </a:extLst>
          </p:cNvPr>
          <p:cNvSpPr txBox="1"/>
          <p:nvPr/>
        </p:nvSpPr>
        <p:spPr>
          <a:xfrm>
            <a:off x="9423118" y="3960244"/>
            <a:ext cx="19619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nn.Linear</a:t>
            </a:r>
            <a:r>
              <a:rPr lang="en-US" sz="1400" dirty="0"/>
              <a:t>()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009C32B-E707-28C7-84EE-5BBA712D575C}"/>
              </a:ext>
            </a:extLst>
          </p:cNvPr>
          <p:cNvSpPr txBox="1"/>
          <p:nvPr/>
        </p:nvSpPr>
        <p:spPr>
          <a:xfrm>
            <a:off x="10514029" y="4400022"/>
            <a:ext cx="17421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probability of being digit 0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89C1DB6-11B7-A123-7DE6-39C6879B5499}"/>
              </a:ext>
            </a:extLst>
          </p:cNvPr>
          <p:cNvSpPr txBox="1"/>
          <p:nvPr/>
        </p:nvSpPr>
        <p:spPr>
          <a:xfrm>
            <a:off x="10581410" y="5020120"/>
            <a:ext cx="17421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probability of being digit 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1CC68D8-F79C-D22A-5EA3-ACEF93A9E6FF}"/>
              </a:ext>
            </a:extLst>
          </p:cNvPr>
          <p:cNvSpPr txBox="1"/>
          <p:nvPr/>
        </p:nvSpPr>
        <p:spPr>
          <a:xfrm>
            <a:off x="10514028" y="5802439"/>
            <a:ext cx="17421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probability of being digit 9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922F0339-3F33-AA71-558D-1835F5FA3FF6}"/>
              </a:ext>
            </a:extLst>
          </p:cNvPr>
          <p:cNvGrpSpPr/>
          <p:nvPr/>
        </p:nvGrpSpPr>
        <p:grpSpPr>
          <a:xfrm>
            <a:off x="10934640" y="5730120"/>
            <a:ext cx="267120" cy="1800"/>
            <a:chOff x="10934640" y="5730120"/>
            <a:chExt cx="267120" cy="1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322261E-EE70-F669-0C41-C12DCD54B5E3}"/>
                    </a:ext>
                  </a:extLst>
                </p14:cNvPr>
                <p14:cNvContentPartPr/>
                <p14:nvPr/>
              </p14:nvContentPartPr>
              <p14:xfrm>
                <a:off x="10934640" y="5730120"/>
                <a:ext cx="360" cy="18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322261E-EE70-F669-0C41-C12DCD54B5E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916640" y="5712480"/>
                  <a:ext cx="360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4852A4C-B057-4C80-09D7-456C9366E7B3}"/>
                    </a:ext>
                  </a:extLst>
                </p14:cNvPr>
                <p14:cNvContentPartPr/>
                <p14:nvPr/>
              </p14:nvContentPartPr>
              <p14:xfrm>
                <a:off x="11056680" y="5730120"/>
                <a:ext cx="360" cy="3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4852A4C-B057-4C80-09D7-456C9366E7B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1038680" y="571248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9113E63A-9D67-7FE6-369D-0B0145A1EE12}"/>
                    </a:ext>
                  </a:extLst>
                </p14:cNvPr>
                <p14:cNvContentPartPr/>
                <p14:nvPr/>
              </p14:nvContentPartPr>
              <p14:xfrm>
                <a:off x="11201400" y="5730120"/>
                <a:ext cx="360" cy="3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9113E63A-9D67-7FE6-369D-0B0145A1EE12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1183400" y="571248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55" name="Picture 54">
            <a:extLst>
              <a:ext uri="{FF2B5EF4-FFF2-40B4-BE49-F238E27FC236}">
                <a16:creationId xmlns:a16="http://schemas.microsoft.com/office/drawing/2014/main" id="{976BAB9A-1A19-F95A-9D9E-5E9C86D7297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2600" y="4364620"/>
            <a:ext cx="8970760" cy="2368335"/>
          </a:xfrm>
          <a:prstGeom prst="rect">
            <a:avLst/>
          </a:prstGeom>
        </p:spPr>
      </p:pic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7BD1D354-6F88-3464-AE99-E44D49F400E2}"/>
              </a:ext>
            </a:extLst>
          </p:cNvPr>
          <p:cNvCxnSpPr>
            <a:cxnSpLocks/>
          </p:cNvCxnSpPr>
          <p:nvPr/>
        </p:nvCxnSpPr>
        <p:spPr>
          <a:xfrm flipV="1">
            <a:off x="9799295" y="4780755"/>
            <a:ext cx="782115" cy="6520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FDF7A965-E37D-31D4-5320-B1FF88E40EA3}"/>
              </a:ext>
            </a:extLst>
          </p:cNvPr>
          <p:cNvCxnSpPr>
            <a:cxnSpLocks/>
            <a:endCxn id="43" idx="1"/>
          </p:cNvCxnSpPr>
          <p:nvPr/>
        </p:nvCxnSpPr>
        <p:spPr>
          <a:xfrm flipV="1">
            <a:off x="9799188" y="5312508"/>
            <a:ext cx="782222" cy="10815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3D15FAE3-F17F-BE0A-1973-2056CF43DAB2}"/>
              </a:ext>
            </a:extLst>
          </p:cNvPr>
          <p:cNvCxnSpPr>
            <a:cxnSpLocks/>
            <a:endCxn id="47" idx="1"/>
          </p:cNvCxnSpPr>
          <p:nvPr/>
        </p:nvCxnSpPr>
        <p:spPr>
          <a:xfrm>
            <a:off x="9801334" y="5424677"/>
            <a:ext cx="712694" cy="6701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F41A9D9F-5021-D06D-986D-B500D465EC7A}"/>
              </a:ext>
            </a:extLst>
          </p:cNvPr>
          <p:cNvSpPr txBox="1"/>
          <p:nvPr/>
        </p:nvSpPr>
        <p:spPr>
          <a:xfrm>
            <a:off x="4271195" y="4538520"/>
            <a:ext cx="19619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nn.AvgPool2d()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3F195CF-E962-4837-E507-15B63BB434ED}"/>
              </a:ext>
            </a:extLst>
          </p:cNvPr>
          <p:cNvSpPr txBox="1"/>
          <p:nvPr/>
        </p:nvSpPr>
        <p:spPr>
          <a:xfrm>
            <a:off x="6490006" y="4226120"/>
            <a:ext cx="19619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nn.AvgPool2d()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0AB98BA-1F5C-1C12-AF8D-269896303E89}"/>
              </a:ext>
            </a:extLst>
          </p:cNvPr>
          <p:cNvSpPr txBox="1"/>
          <p:nvPr/>
        </p:nvSpPr>
        <p:spPr>
          <a:xfrm>
            <a:off x="7531995" y="4660317"/>
            <a:ext cx="19619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nn.Flatten</a:t>
            </a:r>
            <a:r>
              <a:rPr lang="en-US" sz="1400" dirty="0"/>
              <a:t>()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BB7C45A-067A-520D-A858-798ADA1BE35B}"/>
              </a:ext>
            </a:extLst>
          </p:cNvPr>
          <p:cNvSpPr txBox="1"/>
          <p:nvPr/>
        </p:nvSpPr>
        <p:spPr>
          <a:xfrm>
            <a:off x="5358447" y="4026839"/>
            <a:ext cx="1961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nn.Conv2d() + </a:t>
            </a:r>
            <a:r>
              <a:rPr lang="en-US" sz="1400" dirty="0" err="1"/>
              <a:t>nn.Sigmoid</a:t>
            </a:r>
            <a:r>
              <a:rPr lang="en-US" sz="1400" dirty="0"/>
              <a:t>()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7B4919A-FCA6-B197-2029-54957574517E}"/>
              </a:ext>
            </a:extLst>
          </p:cNvPr>
          <p:cNvSpPr txBox="1"/>
          <p:nvPr/>
        </p:nvSpPr>
        <p:spPr>
          <a:xfrm>
            <a:off x="2735507" y="4091222"/>
            <a:ext cx="1961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nn.Conv2d() + </a:t>
            </a:r>
            <a:r>
              <a:rPr lang="en-US" sz="1400" dirty="0" err="1"/>
              <a:t>nn.Sigmoid</a:t>
            </a:r>
            <a:r>
              <a:rPr lang="en-US" sz="1400" dirty="0"/>
              <a:t>()</a:t>
            </a:r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4A7D3FC6-A7A4-F95B-A733-7A242AB38C60}"/>
              </a:ext>
            </a:extLst>
          </p:cNvPr>
          <p:cNvGrpSpPr/>
          <p:nvPr/>
        </p:nvGrpSpPr>
        <p:grpSpPr>
          <a:xfrm>
            <a:off x="9072520" y="4254280"/>
            <a:ext cx="957600" cy="734400"/>
            <a:chOff x="9072520" y="4254280"/>
            <a:chExt cx="957600" cy="73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C2EF7B72-4EAC-0755-0F8E-0E52E634FFEB}"/>
                    </a:ext>
                  </a:extLst>
                </p14:cNvPr>
                <p14:cNvContentPartPr/>
                <p14:nvPr/>
              </p14:nvContentPartPr>
              <p14:xfrm>
                <a:off x="9072520" y="4275880"/>
                <a:ext cx="520200" cy="2656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C2EF7B72-4EAC-0755-0F8E-0E52E634FFEB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054880" y="4258240"/>
                  <a:ext cx="55584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AEE3CF19-53E5-5077-0C22-32C64161A96A}"/>
                    </a:ext>
                  </a:extLst>
                </p14:cNvPr>
                <p14:cNvContentPartPr/>
                <p14:nvPr/>
              </p14:nvContentPartPr>
              <p14:xfrm>
                <a:off x="9484360" y="4254280"/>
                <a:ext cx="129600" cy="1188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AEE3CF19-53E5-5077-0C22-32C64161A96A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466360" y="4236280"/>
                  <a:ext cx="16524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D6733AAD-2BFE-DE7D-B59C-A9576B527150}"/>
                    </a:ext>
                  </a:extLst>
                </p14:cNvPr>
                <p14:cNvContentPartPr/>
                <p14:nvPr/>
              </p14:nvContentPartPr>
              <p14:xfrm>
                <a:off x="9499480" y="4333120"/>
                <a:ext cx="290880" cy="5032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D6733AAD-2BFE-DE7D-B59C-A9576B52715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481480" y="4315480"/>
                  <a:ext cx="326520" cy="53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669FBFB4-804D-93B4-8ED3-F72AE7169209}"/>
                    </a:ext>
                  </a:extLst>
                </p14:cNvPr>
                <p14:cNvContentPartPr/>
                <p14:nvPr/>
              </p14:nvContentPartPr>
              <p14:xfrm>
                <a:off x="9702520" y="4280920"/>
                <a:ext cx="118440" cy="1350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669FBFB4-804D-93B4-8ED3-F72AE7169209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684880" y="4263280"/>
                  <a:ext cx="15408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6D5D5F40-F460-16C8-E500-FCDD60FF50E0}"/>
                    </a:ext>
                  </a:extLst>
                </p14:cNvPr>
                <p14:cNvContentPartPr/>
                <p14:nvPr/>
              </p14:nvContentPartPr>
              <p14:xfrm>
                <a:off x="9840040" y="4278040"/>
                <a:ext cx="153000" cy="7106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6D5D5F40-F460-16C8-E500-FCDD60FF50E0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822040" y="4260400"/>
                  <a:ext cx="188640" cy="74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23A91143-A3E9-D13B-E9FA-47EDEE9D3582}"/>
                    </a:ext>
                  </a:extLst>
                </p14:cNvPr>
                <p14:cNvContentPartPr/>
                <p14:nvPr/>
              </p14:nvContentPartPr>
              <p14:xfrm>
                <a:off x="9880360" y="4269760"/>
                <a:ext cx="149760" cy="1047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23A91143-A3E9-D13B-E9FA-47EDEE9D3582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862720" y="4252120"/>
                  <a:ext cx="185400" cy="1404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20737FC3-2476-C894-142A-EEAB020E4965}"/>
              </a:ext>
            </a:extLst>
          </p:cNvPr>
          <p:cNvSpPr txBox="1"/>
          <p:nvPr/>
        </p:nvSpPr>
        <p:spPr>
          <a:xfrm>
            <a:off x="1612195" y="2783502"/>
            <a:ext cx="2659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you don’t need to memorize it </a:t>
            </a:r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 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69689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video game&#10;&#10;Description automatically generated">
            <a:extLst>
              <a:ext uri="{FF2B5EF4-FFF2-40B4-BE49-F238E27FC236}">
                <a16:creationId xmlns:a16="http://schemas.microsoft.com/office/drawing/2014/main" id="{ACBE0ECC-DAD8-0274-456B-F2F67A61FE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1805" y="982628"/>
            <a:ext cx="7828389" cy="4892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1948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A87E9-1A2B-E074-95D6-F62A25193F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8933" y="1130829"/>
            <a:ext cx="9144000" cy="2387600"/>
          </a:xfrm>
        </p:spPr>
        <p:txBody>
          <a:bodyPr/>
          <a:lstStyle/>
          <a:p>
            <a:r>
              <a:rPr lang="en-US" dirty="0"/>
              <a:t>6) </a:t>
            </a:r>
            <a:r>
              <a:rPr lang="en-US" dirty="0" err="1"/>
              <a:t>AlexNet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99736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460A82-B605-DA40-A334-A7F52A1357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96246"/>
            <a:ext cx="12109142" cy="666175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developed by </a:t>
            </a:r>
            <a:r>
              <a:rPr lang="en-US" b="1" dirty="0"/>
              <a:t>Alex </a:t>
            </a:r>
            <a:r>
              <a:rPr lang="en-US" b="1" dirty="0" err="1"/>
              <a:t>Krizhevsky</a:t>
            </a:r>
            <a:r>
              <a:rPr lang="en-US" b="1" dirty="0"/>
              <a:t> </a:t>
            </a:r>
            <a:r>
              <a:rPr lang="en-US" dirty="0"/>
              <a:t>and </a:t>
            </a:r>
            <a:r>
              <a:rPr lang="en-US" b="1" dirty="0"/>
              <a:t>Geoffrey Hinton </a:t>
            </a:r>
            <a:r>
              <a:rPr lang="en-US" dirty="0"/>
              <a:t>in 2012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dirty="0" err="1"/>
              <a:t>AlexNet</a:t>
            </a:r>
            <a:r>
              <a:rPr lang="en-US" dirty="0"/>
              <a:t> is a deep convolutional neural network designed to classify images into 1000 categories in the </a:t>
            </a:r>
            <a:r>
              <a:rPr lang="en-US" b="1" dirty="0"/>
              <a:t>ImageNet</a:t>
            </a:r>
            <a:r>
              <a:rPr lang="en-US" dirty="0"/>
              <a:t> dataset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its architecture builds on concepts from </a:t>
            </a:r>
            <a:r>
              <a:rPr lang="en-US" dirty="0" err="1"/>
              <a:t>LeNet</a:t>
            </a:r>
            <a:r>
              <a:rPr lang="en-US" dirty="0"/>
              <a:t> but scales them up significantly to handle the complexity of the ImageNet dataset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845E76-86F1-95AF-3339-E6438170D2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7647" y="771723"/>
            <a:ext cx="1794354" cy="20096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FBA7920-DDA2-A243-B7A8-A713B9A769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5326" y="771723"/>
            <a:ext cx="2283458" cy="200967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43728E0-3882-1165-8F2A-8A485D144060}"/>
                  </a:ext>
                </a:extLst>
              </p14:cNvPr>
              <p14:cNvContentPartPr/>
              <p14:nvPr/>
            </p14:nvContentPartPr>
            <p14:xfrm>
              <a:off x="7980739" y="1730915"/>
              <a:ext cx="33804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43728E0-3882-1165-8F2A-8A485D14406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963099" y="1712915"/>
                <a:ext cx="37368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518E37D3-5565-4B99-EAC2-40426B985EA9}"/>
                  </a:ext>
                </a:extLst>
              </p14:cNvPr>
              <p14:cNvContentPartPr/>
              <p14:nvPr/>
            </p14:nvContentPartPr>
            <p14:xfrm>
              <a:off x="8247139" y="1651355"/>
              <a:ext cx="139680" cy="1782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518E37D3-5565-4B99-EAC2-40426B985EA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229139" y="1633355"/>
                <a:ext cx="175320" cy="21384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90770D02-5193-7926-C903-4C62A22D062E}"/>
              </a:ext>
            </a:extLst>
          </p:cNvPr>
          <p:cNvSpPr txBox="1"/>
          <p:nvPr/>
        </p:nvSpPr>
        <p:spPr>
          <a:xfrm>
            <a:off x="8664606" y="949911"/>
            <a:ext cx="35273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“Godfather of AI” together with Yann LeCun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 won the Nobel Prize in 2024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3005CC8-C09D-4824-31FC-63DEA397D1D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7931" y="3638606"/>
            <a:ext cx="2121488" cy="2131519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B9759BB5-5594-DE16-6B9C-6013023D54A5}"/>
              </a:ext>
            </a:extLst>
          </p:cNvPr>
          <p:cNvGrpSpPr/>
          <p:nvPr/>
        </p:nvGrpSpPr>
        <p:grpSpPr>
          <a:xfrm>
            <a:off x="3151699" y="4572035"/>
            <a:ext cx="903960" cy="189720"/>
            <a:chOff x="3151699" y="4572035"/>
            <a:chExt cx="903960" cy="18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1457A32-6B08-1FE5-B9BC-8244F8397A1F}"/>
                    </a:ext>
                  </a:extLst>
                </p14:cNvPr>
                <p14:cNvContentPartPr/>
                <p14:nvPr/>
              </p14:nvContentPartPr>
              <p14:xfrm>
                <a:off x="3151699" y="4651595"/>
                <a:ext cx="751680" cy="3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1457A32-6B08-1FE5-B9BC-8244F8397A1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133699" y="4633955"/>
                  <a:ext cx="7873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E4408D3-B20E-27C9-80EA-3C0D7F8B38B4}"/>
                    </a:ext>
                  </a:extLst>
                </p14:cNvPr>
                <p14:cNvContentPartPr/>
                <p14:nvPr/>
              </p14:nvContentPartPr>
              <p14:xfrm>
                <a:off x="3770539" y="4572035"/>
                <a:ext cx="285120" cy="1897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E4408D3-B20E-27C9-80EA-3C0D7F8B38B4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752899" y="4554035"/>
                  <a:ext cx="320760" cy="2253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A803985F-135F-989B-B5AC-431B37B4F7E5}"/>
              </a:ext>
            </a:extLst>
          </p:cNvPr>
          <p:cNvSpPr txBox="1"/>
          <p:nvPr/>
        </p:nvSpPr>
        <p:spPr>
          <a:xfrm>
            <a:off x="4055658" y="3931252"/>
            <a:ext cx="805348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about ImageNet: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number of images: over 14 million images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number of categories: more than 20,000 categories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image sizes: varying resolutions, with most images being of sufficient quality for recognition tasks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A4139CAD-2C80-8F3A-7831-B1FA4B7987E8}"/>
                  </a:ext>
                </a:extLst>
              </p14:cNvPr>
              <p14:cNvContentPartPr/>
              <p14:nvPr/>
            </p14:nvContentPartPr>
            <p14:xfrm>
              <a:off x="2193019" y="1721915"/>
              <a:ext cx="399600" cy="3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A4139CAD-2C80-8F3A-7831-B1FA4B7987E8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175019" y="1704275"/>
                <a:ext cx="43524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168BA16E-DED6-CFAE-F84E-FCB999EBD614}"/>
                  </a:ext>
                </a:extLst>
              </p14:cNvPr>
              <p14:cNvContentPartPr/>
              <p14:nvPr/>
            </p14:nvContentPartPr>
            <p14:xfrm>
              <a:off x="2159539" y="1642355"/>
              <a:ext cx="172080" cy="17316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168BA16E-DED6-CFAE-F84E-FCB999EBD614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141899" y="1624715"/>
                <a:ext cx="207720" cy="208800"/>
              </a:xfrm>
              <a:prstGeom prst="rect">
                <a:avLst/>
              </a:prstGeom>
            </p:spPr>
          </p:pic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6C76AB61-7D14-1560-CFFB-405960F76E05}"/>
              </a:ext>
            </a:extLst>
          </p:cNvPr>
          <p:cNvSpPr txBox="1"/>
          <p:nvPr/>
        </p:nvSpPr>
        <p:spPr>
          <a:xfrm>
            <a:off x="517547" y="1517316"/>
            <a:ext cx="16560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he is Alex </a:t>
            </a:r>
            <a:r>
              <a:rPr lang="en-US" sz="2000" dirty="0">
                <a:sym typeface="Wingdings" panose="05000000000000000000" pitchFamily="2" charset="2"/>
              </a:rPr>
              <a:t>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3726145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5FDAA-52FA-7BD7-3F8F-EB1A2342F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89477"/>
            <a:ext cx="10515600" cy="1325563"/>
          </a:xfrm>
        </p:spPr>
        <p:txBody>
          <a:bodyPr/>
          <a:lstStyle/>
          <a:p>
            <a:r>
              <a:rPr lang="en-US" dirty="0"/>
              <a:t>What makes </a:t>
            </a:r>
            <a:r>
              <a:rPr lang="en-US" dirty="0" err="1"/>
              <a:t>AlexNet</a:t>
            </a:r>
            <a:r>
              <a:rPr lang="en-US" dirty="0"/>
              <a:t> so special?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B8642-2955-AC5C-E85A-E7D2CE2CA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36086"/>
            <a:ext cx="12192000" cy="6213547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winning the ImageNet Challenge </a:t>
            </a:r>
            <a:r>
              <a:rPr lang="en-US" dirty="0"/>
              <a:t>(2012): </a:t>
            </a:r>
            <a:r>
              <a:rPr lang="en-US" dirty="0" err="1"/>
              <a:t>AlexNet</a:t>
            </a:r>
            <a:r>
              <a:rPr lang="en-US" dirty="0"/>
              <a:t> achieved a top-5 error rate of </a:t>
            </a:r>
            <a:r>
              <a:rPr lang="en-US" b="1" dirty="0"/>
              <a:t>15.3%</a:t>
            </a:r>
            <a:r>
              <a:rPr lang="en-US" dirty="0"/>
              <a:t>, significantly outperforming the second-place model (26.2%). This dramatic improvement highlighted the potential of deep learning for solving complex visual recognition tasks</a:t>
            </a:r>
          </a:p>
          <a:p>
            <a:endParaRPr lang="en-US" dirty="0"/>
          </a:p>
          <a:p>
            <a:r>
              <a:rPr lang="en-US" b="1" dirty="0"/>
              <a:t>it was the first architecture to successfully scale deep learning to a large dataset like ImageNet</a:t>
            </a:r>
            <a:r>
              <a:rPr lang="en-US" dirty="0"/>
              <a:t>, which contains over 1.2 million high-resolution images across 1000 classes. This demonstrated that deep learning could be applied to large-scale problems effectively, given sufficient computational resources</a:t>
            </a:r>
          </a:p>
          <a:p>
            <a:endParaRPr lang="en-US" dirty="0"/>
          </a:p>
          <a:p>
            <a:r>
              <a:rPr lang="en-US" b="1" dirty="0"/>
              <a:t>it was the first major deep learning architecture to extensively use GPUs for training</a:t>
            </a:r>
            <a:r>
              <a:rPr lang="en-US" dirty="0"/>
              <a:t>, making it feasible to train a large, deep network on the massive ImageNet dataset</a:t>
            </a:r>
          </a:p>
          <a:p>
            <a:endParaRPr lang="en-US" dirty="0"/>
          </a:p>
          <a:p>
            <a:r>
              <a:rPr lang="en-US" dirty="0" err="1"/>
              <a:t>AlexNet</a:t>
            </a:r>
            <a:r>
              <a:rPr lang="en-US" dirty="0"/>
              <a:t> introduced or popularized several key innovations in deep learning:</a:t>
            </a:r>
          </a:p>
          <a:p>
            <a:pPr lvl="1"/>
            <a:r>
              <a:rPr lang="en-US" b="1" dirty="0" err="1"/>
              <a:t>ReLU</a:t>
            </a:r>
            <a:r>
              <a:rPr lang="en-US" b="1" dirty="0"/>
              <a:t> Activation Function (</a:t>
            </a:r>
            <a:r>
              <a:rPr lang="en-US" b="1" dirty="0">
                <a:solidFill>
                  <a:srgbClr val="FF0000"/>
                </a:solidFill>
              </a:rPr>
              <a:t>NOTE</a:t>
            </a:r>
            <a:r>
              <a:rPr lang="en-US" b="1" dirty="0"/>
              <a:t>: </a:t>
            </a:r>
            <a:r>
              <a:rPr lang="en-US" dirty="0" err="1"/>
              <a:t>LeNet</a:t>
            </a:r>
            <a:r>
              <a:rPr lang="en-US" dirty="0"/>
              <a:t> was using sigmoid</a:t>
            </a:r>
            <a:r>
              <a:rPr lang="en-US" b="1" dirty="0"/>
              <a:t>)</a:t>
            </a:r>
          </a:p>
          <a:p>
            <a:pPr lvl="1"/>
            <a:r>
              <a:rPr lang="en-US" b="1" dirty="0"/>
              <a:t>Dropout Regularization</a:t>
            </a:r>
          </a:p>
          <a:p>
            <a:pPr lvl="1"/>
            <a:r>
              <a:rPr lang="en-US" b="1" dirty="0"/>
              <a:t>Data Augmentation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79701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ADDF905-85D5-644C-C4C9-0B941A5D6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133" y="423506"/>
            <a:ext cx="9441805" cy="5858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58454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55E9549-3DC6-5FE7-9B58-76EBF015AA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560" y="637470"/>
            <a:ext cx="10224879" cy="7628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DEDE876-E59C-FEAC-3E55-4A11A94175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01" y="1884120"/>
            <a:ext cx="9025610" cy="308976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AFAF2A0-B63D-A93F-6962-3085B96D767D}"/>
                  </a:ext>
                </a:extLst>
              </p14:cNvPr>
              <p14:cNvContentPartPr/>
              <p14:nvPr/>
            </p14:nvContentPartPr>
            <p14:xfrm>
              <a:off x="9700587" y="1178360"/>
              <a:ext cx="36000" cy="579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AFAF2A0-B63D-A93F-6962-3085B96D767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637947" y="1115720"/>
                <a:ext cx="161640" cy="18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43612D0-D801-43CC-50D4-1BF9AF04606A}"/>
                  </a:ext>
                </a:extLst>
              </p14:cNvPr>
              <p14:cNvContentPartPr/>
              <p14:nvPr/>
            </p14:nvContentPartPr>
            <p14:xfrm>
              <a:off x="9698427" y="1117160"/>
              <a:ext cx="1782000" cy="3006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43612D0-D801-43CC-50D4-1BF9AF04606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635787" y="1054520"/>
                <a:ext cx="1907640" cy="426240"/>
              </a:xfrm>
              <a:prstGeom prst="rect">
                <a:avLst/>
              </a:prstGeom>
            </p:spPr>
          </p:pic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1D2A6A49-0C58-F633-FBEC-A3E11E1D7FC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5200" y="5571946"/>
            <a:ext cx="9269119" cy="1286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11043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6A25E8F-1C33-0901-96E4-CC4054231F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62" y="271022"/>
            <a:ext cx="6611273" cy="63159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87F8CA6-02BB-18DD-E251-7208155BA5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603" y="0"/>
            <a:ext cx="2333951" cy="6849431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548AA177-7AA2-CA96-636C-85B3C6244EE7}"/>
              </a:ext>
            </a:extLst>
          </p:cNvPr>
          <p:cNvSpPr/>
          <p:nvPr/>
        </p:nvSpPr>
        <p:spPr>
          <a:xfrm>
            <a:off x="7048987" y="3080551"/>
            <a:ext cx="1313777" cy="47939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BFD66B-B71F-10D3-0C52-6650A2B4A328}"/>
              </a:ext>
            </a:extLst>
          </p:cNvPr>
          <p:cNvSpPr txBox="1"/>
          <p:nvPr/>
        </p:nvSpPr>
        <p:spPr>
          <a:xfrm>
            <a:off x="6970080" y="3424715"/>
            <a:ext cx="13137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you don’t need to memorize it </a:t>
            </a:r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 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114781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A87E9-1A2B-E074-95D6-F62A25193F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8933" y="1130829"/>
            <a:ext cx="9144000" cy="2387600"/>
          </a:xfrm>
        </p:spPr>
        <p:txBody>
          <a:bodyPr/>
          <a:lstStyle/>
          <a:p>
            <a:r>
              <a:rPr lang="en-US" dirty="0"/>
              <a:t>7) VGG</a:t>
            </a:r>
          </a:p>
        </p:txBody>
      </p:sp>
    </p:spTree>
    <p:extLst>
      <p:ext uri="{BB962C8B-B14F-4D97-AF65-F5344CB8AC3E}">
        <p14:creationId xmlns:p14="http://schemas.microsoft.com/office/powerpoint/2010/main" val="295498617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5FDAA-52FA-7BD7-3F8F-EB1A2342F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62844"/>
            <a:ext cx="10515600" cy="1325563"/>
          </a:xfrm>
        </p:spPr>
        <p:txBody>
          <a:bodyPr/>
          <a:lstStyle/>
          <a:p>
            <a:r>
              <a:rPr lang="en-US" dirty="0"/>
              <a:t>What makes VGG so special?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B8642-2955-AC5C-E85A-E7D2CE2CA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7186"/>
            <a:ext cx="12192000" cy="6045694"/>
          </a:xfrm>
        </p:spPr>
        <p:txBody>
          <a:bodyPr>
            <a:normAutofit/>
          </a:bodyPr>
          <a:lstStyle/>
          <a:p>
            <a:r>
              <a:rPr lang="en-US" b="1" dirty="0"/>
              <a:t>uniform design</a:t>
            </a:r>
            <a:r>
              <a:rPr lang="en-US" dirty="0"/>
              <a:t>: </a:t>
            </a:r>
            <a:r>
              <a:rPr lang="en-US" dirty="0" err="1"/>
              <a:t>VGGNet's</a:t>
            </a:r>
            <a:r>
              <a:rPr lang="en-US" dirty="0"/>
              <a:t> architecture is elegant and simple, consisting of a series of stacked convolutional layers with </a:t>
            </a:r>
            <a:r>
              <a:rPr lang="en-US" b="1" dirty="0"/>
              <a:t>fixed filter sizes (3×3) and pooling layers (2×2): </a:t>
            </a:r>
            <a:r>
              <a:rPr lang="en-US" dirty="0"/>
              <a:t>showed that using </a:t>
            </a:r>
            <a:r>
              <a:rPr lang="en-US" b="1" dirty="0"/>
              <a:t>small kernels (3×3) </a:t>
            </a:r>
            <a:r>
              <a:rPr lang="en-US" dirty="0"/>
              <a:t>achieve the same or better performance than larger kernels</a:t>
            </a:r>
            <a:endParaRPr lang="en-US" b="1" dirty="0"/>
          </a:p>
          <a:p>
            <a:endParaRPr lang="en-US" dirty="0"/>
          </a:p>
          <a:p>
            <a:r>
              <a:rPr lang="en-US" b="1" dirty="0"/>
              <a:t>deep network</a:t>
            </a:r>
            <a:r>
              <a:rPr lang="en-US" dirty="0"/>
              <a:t>: </a:t>
            </a:r>
            <a:r>
              <a:rPr lang="en-US" dirty="0" err="1"/>
              <a:t>VGGNet</a:t>
            </a:r>
            <a:r>
              <a:rPr lang="en-US" dirty="0"/>
              <a:t> explored the effects of depth in neural networks by introducing architectures with </a:t>
            </a:r>
            <a:r>
              <a:rPr lang="en-US" b="1" dirty="0"/>
              <a:t>16</a:t>
            </a:r>
            <a:r>
              <a:rPr lang="en-US" dirty="0"/>
              <a:t> and </a:t>
            </a:r>
            <a:r>
              <a:rPr lang="en-US" b="1" dirty="0"/>
              <a:t>19 layers</a:t>
            </a:r>
            <a:r>
              <a:rPr lang="en-US" dirty="0"/>
              <a:t>, much deeper than predecessors like </a:t>
            </a:r>
            <a:r>
              <a:rPr lang="en-US" dirty="0" err="1"/>
              <a:t>AlexNet</a:t>
            </a:r>
            <a:r>
              <a:rPr lang="en-US" dirty="0"/>
              <a:t> (8 layers)</a:t>
            </a:r>
          </a:p>
          <a:p>
            <a:endParaRPr lang="en-US" dirty="0"/>
          </a:p>
          <a:p>
            <a:r>
              <a:rPr lang="en-US" b="1" dirty="0"/>
              <a:t>modularity</a:t>
            </a:r>
            <a:r>
              <a:rPr lang="en-US" dirty="0"/>
              <a:t>: the network is built from repeating blocks of convolution and pooling, making it straightforward to extend or modify for various tasks</a:t>
            </a:r>
          </a:p>
        </p:txBody>
      </p:sp>
    </p:spTree>
    <p:extLst>
      <p:ext uri="{BB962C8B-B14F-4D97-AF65-F5344CB8AC3E}">
        <p14:creationId xmlns:p14="http://schemas.microsoft.com/office/powerpoint/2010/main" val="210958354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51ACCE4-608C-3579-D9C5-439CC81E4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940" y="321733"/>
            <a:ext cx="4906060" cy="18766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A7DA89-72A6-5E71-EF4A-42414A3C9B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219" y="3046483"/>
            <a:ext cx="6287377" cy="328658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355C5DF-C284-CA4E-FB83-4486C5C7E7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930" y="0"/>
            <a:ext cx="1698418" cy="197273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AD1C7B3-5EEC-347E-AF72-5F517AE8F3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0604" y="2357770"/>
            <a:ext cx="2111070" cy="4422513"/>
          </a:xfrm>
          <a:prstGeom prst="rect">
            <a:avLst/>
          </a:prstGeom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63A10D9D-74DE-5D60-54E8-C7871BA1EC71}"/>
              </a:ext>
            </a:extLst>
          </p:cNvPr>
          <p:cNvSpPr/>
          <p:nvPr/>
        </p:nvSpPr>
        <p:spPr>
          <a:xfrm>
            <a:off x="6542196" y="1018775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716974C8-4634-134A-6A12-F4B0564328CC}"/>
              </a:ext>
            </a:extLst>
          </p:cNvPr>
          <p:cNvSpPr/>
          <p:nvPr/>
        </p:nvSpPr>
        <p:spPr>
          <a:xfrm>
            <a:off x="6563196" y="4447459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063332D-530B-F6C0-0ED2-3DF516D511DC}"/>
              </a:ext>
            </a:extLst>
          </p:cNvPr>
          <p:cNvGrpSpPr/>
          <p:nvPr/>
        </p:nvGrpSpPr>
        <p:grpSpPr>
          <a:xfrm>
            <a:off x="9448587" y="1041200"/>
            <a:ext cx="1425240" cy="4957920"/>
            <a:chOff x="9448587" y="1041200"/>
            <a:chExt cx="1425240" cy="495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964F198-C02F-4E10-5993-1D7C3DD48382}"/>
                    </a:ext>
                  </a:extLst>
                </p14:cNvPr>
                <p14:cNvContentPartPr/>
                <p14:nvPr/>
              </p14:nvContentPartPr>
              <p14:xfrm>
                <a:off x="9448587" y="1049840"/>
                <a:ext cx="789120" cy="34812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964F198-C02F-4E10-5993-1D7C3DD4838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430947" y="1031840"/>
                  <a:ext cx="824760" cy="351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E26C273-57E1-06B2-20AD-39D3A6784A94}"/>
                    </a:ext>
                  </a:extLst>
                </p14:cNvPr>
                <p14:cNvContentPartPr/>
                <p14:nvPr/>
              </p14:nvContentPartPr>
              <p14:xfrm>
                <a:off x="9583947" y="4402520"/>
                <a:ext cx="153360" cy="2145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E26C273-57E1-06B2-20AD-39D3A6784A9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565947" y="4384520"/>
                  <a:ext cx="18900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46D5B65-BE97-A9BD-4396-C8F55DDCA7D6}"/>
                    </a:ext>
                  </a:extLst>
                </p14:cNvPr>
                <p14:cNvContentPartPr/>
                <p14:nvPr/>
              </p14:nvContentPartPr>
              <p14:xfrm>
                <a:off x="9448587" y="1041200"/>
                <a:ext cx="1425240" cy="49482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46D5B65-BE97-A9BD-4396-C8F55DDCA7D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430947" y="1023560"/>
                  <a:ext cx="1460880" cy="498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53B7486-8645-EBAF-40E7-AED965774887}"/>
                    </a:ext>
                  </a:extLst>
                </p14:cNvPr>
                <p14:cNvContentPartPr/>
                <p14:nvPr/>
              </p14:nvContentPartPr>
              <p14:xfrm>
                <a:off x="9600507" y="5833160"/>
                <a:ext cx="229320" cy="1659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53B7486-8645-EBAF-40E7-AED96577488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582507" y="5815520"/>
                  <a:ext cx="264960" cy="2016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F4F1B159-0490-4A5B-5C7F-02ACAE14FDDE}"/>
              </a:ext>
            </a:extLst>
          </p:cNvPr>
          <p:cNvSpPr txBox="1"/>
          <p:nvPr/>
        </p:nvSpPr>
        <p:spPr>
          <a:xfrm>
            <a:off x="6412035" y="4927011"/>
            <a:ext cx="13137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you don’t need to memorize it </a:t>
            </a:r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 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821166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A87E9-1A2B-E074-95D6-F62A25193F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8933" y="1130829"/>
            <a:ext cx="9144000" cy="2387600"/>
          </a:xfrm>
        </p:spPr>
        <p:txBody>
          <a:bodyPr/>
          <a:lstStyle/>
          <a:p>
            <a:r>
              <a:rPr lang="en-US" dirty="0"/>
              <a:t>8) </a:t>
            </a:r>
            <a:r>
              <a:rPr lang="en-US" sz="6000" dirty="0"/>
              <a:t>Batch Normalization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486241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B3E4152-7BA7-FF84-47B0-706E06E822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8" y="2300468"/>
            <a:ext cx="5668296" cy="34550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4ED490D-4405-142A-FA08-CF2DDBEDF5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0768" y="2372809"/>
            <a:ext cx="5636436" cy="3382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64659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79AA89-88D1-CCD5-5C60-335ECCAEE6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8105"/>
            <a:ext cx="12100560" cy="4351338"/>
          </a:xfrm>
        </p:spPr>
        <p:txBody>
          <a:bodyPr>
            <a:normAutofit/>
          </a:bodyPr>
          <a:lstStyle/>
          <a:p>
            <a:r>
              <a:rPr lang="en-US" sz="2400" dirty="0"/>
              <a:t>is a technique introduced to stabilize and accelerate the training of deep neural networks</a:t>
            </a:r>
          </a:p>
          <a:p>
            <a:endParaRPr lang="en-US" sz="2400" dirty="0"/>
          </a:p>
          <a:p>
            <a:r>
              <a:rPr lang="en-US" sz="2400" dirty="0"/>
              <a:t>is applied to individual layers (</a:t>
            </a:r>
            <a:r>
              <a:rPr lang="en-US" sz="2400" i="1" dirty="0" err="1"/>
              <a:t>nn.Linear</a:t>
            </a:r>
            <a:r>
              <a:rPr lang="en-US" sz="2400" dirty="0"/>
              <a:t>, </a:t>
            </a:r>
            <a:r>
              <a:rPr lang="en-US" sz="2400" i="1" dirty="0"/>
              <a:t>nn.Conv2d</a:t>
            </a:r>
            <a:r>
              <a:rPr lang="en-US" sz="2400" dirty="0"/>
              <a:t>) and works as follows:</a:t>
            </a:r>
          </a:p>
          <a:p>
            <a:pPr lvl="1"/>
            <a:r>
              <a:rPr lang="en-US" sz="2000" dirty="0"/>
              <a:t>in each training iteration, we first normalize the inputs by subtracting their mean and dividing by their standard deviation, where both are estimated based on the statistics of the current mini-batch</a:t>
            </a:r>
          </a:p>
          <a:p>
            <a:pPr lvl="1"/>
            <a:r>
              <a:rPr lang="en-US" sz="2000" dirty="0"/>
              <a:t>next, we apply a scale coefficient and a scale offset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E2F2C67-1CAE-A578-2211-AF60F813CF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769" y="2475690"/>
            <a:ext cx="9185471" cy="4387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30560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3BC8BE1-2953-07FE-C057-5AC08ED480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683" y="185687"/>
            <a:ext cx="9662691" cy="6486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61875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709E533-85BA-D238-02DF-0B0A2B15EE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733" y="0"/>
            <a:ext cx="8880827" cy="29279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F4CFE31-C3B1-7749-0946-22365891D0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733" y="3101836"/>
            <a:ext cx="8992587" cy="3756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36941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32A7C53-643A-E111-FFF1-7DE2572496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9778" y="0"/>
            <a:ext cx="6887502" cy="35301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077371C-1E40-581B-8D11-7BE0A56A90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9778" y="3769360"/>
            <a:ext cx="7148451" cy="30886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6724111-7EA0-31D2-2940-99DB5EB8DF51}"/>
              </a:ext>
            </a:extLst>
          </p:cNvPr>
          <p:cNvSpPr txBox="1"/>
          <p:nvPr/>
        </p:nvSpPr>
        <p:spPr>
          <a:xfrm>
            <a:off x="8978229" y="3591280"/>
            <a:ext cx="327175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NOTE</a:t>
            </a:r>
            <a:r>
              <a:rPr lang="en-US" sz="2000" dirty="0"/>
              <a:t>: these parameters are </a:t>
            </a:r>
            <a:r>
              <a:rPr lang="en-US" sz="2000" b="1" dirty="0"/>
              <a:t>learnable</a:t>
            </a:r>
            <a:r>
              <a:rPr lang="en-US" sz="2000" dirty="0"/>
              <a:t>, the network learns them during training in the same way as it learns the weights </a:t>
            </a:r>
            <a:r>
              <a:rPr lang="en-US" sz="2000" i="1" dirty="0"/>
              <a:t>w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B5D868E-49A0-2192-62FE-A29E14C28875}"/>
              </a:ext>
            </a:extLst>
          </p:cNvPr>
          <p:cNvGrpSpPr/>
          <p:nvPr/>
        </p:nvGrpSpPr>
        <p:grpSpPr>
          <a:xfrm>
            <a:off x="4795280" y="4515040"/>
            <a:ext cx="4200120" cy="1713600"/>
            <a:chOff x="4795280" y="4515040"/>
            <a:chExt cx="4200120" cy="1713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33B2B0F-DB2E-1904-2621-5A95B6E43CFA}"/>
                    </a:ext>
                  </a:extLst>
                </p14:cNvPr>
                <p14:cNvContentPartPr/>
                <p14:nvPr/>
              </p14:nvContentPartPr>
              <p14:xfrm>
                <a:off x="4795280" y="4588840"/>
                <a:ext cx="4128480" cy="16398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33B2B0F-DB2E-1904-2621-5A95B6E43CF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777280" y="4570840"/>
                  <a:ext cx="4164120" cy="167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5459A5B-000E-0976-D9A9-5054BEA9C224}"/>
                    </a:ext>
                  </a:extLst>
                </p14:cNvPr>
                <p14:cNvContentPartPr/>
                <p14:nvPr/>
              </p14:nvContentPartPr>
              <p14:xfrm>
                <a:off x="8788400" y="4515040"/>
                <a:ext cx="207000" cy="216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5459A5B-000E-0976-D9A9-5054BEA9C22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770400" y="4497400"/>
                  <a:ext cx="242640" cy="252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96421355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01A73-BA7F-5923-772F-DBA4DD2F3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3800" y="2388658"/>
            <a:ext cx="10515600" cy="1325563"/>
          </a:xfrm>
        </p:spPr>
        <p:txBody>
          <a:bodyPr>
            <a:normAutofit/>
          </a:bodyPr>
          <a:lstStyle/>
          <a:p>
            <a:r>
              <a:rPr lang="en-US" sz="7200" dirty="0"/>
              <a:t>Code part</a:t>
            </a:r>
          </a:p>
        </p:txBody>
      </p:sp>
    </p:spTree>
    <p:extLst>
      <p:ext uri="{BB962C8B-B14F-4D97-AF65-F5344CB8AC3E}">
        <p14:creationId xmlns:p14="http://schemas.microsoft.com/office/powerpoint/2010/main" val="198776934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79AA89-88D1-CCD5-5C60-335ECCAEE6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599" y="287867"/>
            <a:ext cx="11751733" cy="5889096"/>
          </a:xfrm>
        </p:spPr>
        <p:txBody>
          <a:bodyPr/>
          <a:lstStyle/>
          <a:p>
            <a:r>
              <a:rPr lang="en-US" dirty="0"/>
              <a:t>we have 2 types of batch normalization in </a:t>
            </a:r>
            <a:r>
              <a:rPr lang="en-US" dirty="0" err="1"/>
              <a:t>PyTorch</a:t>
            </a:r>
            <a:r>
              <a:rPr lang="en-US" dirty="0"/>
              <a:t>:</a:t>
            </a:r>
          </a:p>
          <a:p>
            <a:endParaRPr lang="en-US" dirty="0"/>
          </a:p>
          <a:p>
            <a:pPr lvl="1"/>
            <a:r>
              <a:rPr lang="en-US" b="1" i="1" dirty="0"/>
              <a:t>nn.BatchNorm2d</a:t>
            </a:r>
            <a:r>
              <a:rPr lang="en-US" dirty="0"/>
              <a:t>: for batch normalization applied after convolutional layers</a:t>
            </a:r>
          </a:p>
          <a:p>
            <a:pPr lvl="1"/>
            <a:r>
              <a:rPr lang="en-US" b="1" i="1" dirty="0"/>
              <a:t>nn.BatchNorm1d</a:t>
            </a:r>
            <a:r>
              <a:rPr lang="en-US" dirty="0"/>
              <a:t>: for batch normalization applied after fully-connected layers</a:t>
            </a:r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2F1617-FBC2-A50D-E324-6CCF9F00B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178" y="2347268"/>
            <a:ext cx="9301680" cy="261419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2A5ADADE-EFE8-76B3-9E47-68742EC1EE2E}"/>
              </a:ext>
            </a:extLst>
          </p:cNvPr>
          <p:cNvGrpSpPr/>
          <p:nvPr/>
        </p:nvGrpSpPr>
        <p:grpSpPr>
          <a:xfrm>
            <a:off x="4045488" y="4546008"/>
            <a:ext cx="2488320" cy="173160"/>
            <a:chOff x="4045488" y="4546008"/>
            <a:chExt cx="2488320" cy="17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1A60991-0154-7D91-A525-DEA23B87D9D8}"/>
                    </a:ext>
                  </a:extLst>
                </p14:cNvPr>
                <p14:cNvContentPartPr/>
                <p14:nvPr/>
              </p14:nvContentPartPr>
              <p14:xfrm>
                <a:off x="4065648" y="4596048"/>
                <a:ext cx="2468160" cy="1231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1A60991-0154-7D91-A525-DEA23B87D9D8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048008" y="4578408"/>
                  <a:ext cx="250380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A4E4536-D728-060C-BD79-879CCE6795EF}"/>
                    </a:ext>
                  </a:extLst>
                </p14:cNvPr>
                <p14:cNvContentPartPr/>
                <p14:nvPr/>
              </p14:nvContentPartPr>
              <p14:xfrm>
                <a:off x="4045488" y="4546008"/>
                <a:ext cx="70200" cy="1177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A4E4536-D728-060C-BD79-879CCE6795EF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027488" y="4528008"/>
                  <a:ext cx="105840" cy="153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5F270A82-3321-9F85-E837-FE5B9DEEE30A}"/>
                  </a:ext>
                </a:extLst>
              </p14:cNvPr>
              <p14:cNvContentPartPr/>
              <p14:nvPr/>
            </p14:nvContentPartPr>
            <p14:xfrm>
              <a:off x="4120728" y="4273128"/>
              <a:ext cx="2559240" cy="986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5F270A82-3321-9F85-E837-FE5B9DEEE30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103088" y="4255128"/>
                <a:ext cx="2594880" cy="13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A189662E-1D7F-3752-A99D-8DC346C9F542}"/>
                  </a:ext>
                </a:extLst>
              </p14:cNvPr>
              <p14:cNvContentPartPr/>
              <p14:nvPr/>
            </p14:nvContentPartPr>
            <p14:xfrm>
              <a:off x="4107048" y="4223448"/>
              <a:ext cx="81360" cy="1170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A189662E-1D7F-3752-A99D-8DC346C9F54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089048" y="4205448"/>
                <a:ext cx="117000" cy="15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3565FFA-7523-40BC-266E-50ADB677DC83}"/>
                  </a:ext>
                </a:extLst>
              </p14:cNvPr>
              <p14:cNvContentPartPr/>
              <p14:nvPr/>
            </p14:nvContentPartPr>
            <p14:xfrm>
              <a:off x="3679008" y="2499048"/>
              <a:ext cx="4276800" cy="2505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3565FFA-7523-40BC-266E-50ADB677DC83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661008" y="2481048"/>
                <a:ext cx="4312440" cy="28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B5AAD971-2D8D-903F-56EB-980B6205DEDA}"/>
                  </a:ext>
                </a:extLst>
              </p14:cNvPr>
              <p14:cNvContentPartPr/>
              <p14:nvPr/>
            </p14:nvContentPartPr>
            <p14:xfrm>
              <a:off x="3631848" y="2639448"/>
              <a:ext cx="91080" cy="1123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B5AAD971-2D8D-903F-56EB-980B6205DEDA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614208" y="2621808"/>
                <a:ext cx="126720" cy="14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0D4DCAB0-EA56-F0E0-58C6-DC1F1FC71C08}"/>
                  </a:ext>
                </a:extLst>
              </p14:cNvPr>
              <p14:cNvContentPartPr/>
              <p14:nvPr/>
            </p14:nvContentPartPr>
            <p14:xfrm>
              <a:off x="3645168" y="2749248"/>
              <a:ext cx="1515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0D4DCAB0-EA56-F0E0-58C6-DC1F1FC71C08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627528" y="2731608"/>
                <a:ext cx="1872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4A4CA40C-736C-D905-5385-692D8CA03F0F}"/>
                  </a:ext>
                </a:extLst>
              </p14:cNvPr>
              <p14:cNvContentPartPr/>
              <p14:nvPr/>
            </p14:nvContentPartPr>
            <p14:xfrm>
              <a:off x="3838600" y="3356440"/>
              <a:ext cx="4309920" cy="925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4A4CA40C-736C-D905-5385-692D8CA03F0F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820600" y="3338440"/>
                <a:ext cx="4345560" cy="12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0BBB69E5-52A6-2599-E775-54630245F220}"/>
                  </a:ext>
                </a:extLst>
              </p14:cNvPr>
              <p14:cNvContentPartPr/>
              <p14:nvPr/>
            </p14:nvContentPartPr>
            <p14:xfrm>
              <a:off x="3796480" y="3367960"/>
              <a:ext cx="137520" cy="10908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0BBB69E5-52A6-2599-E775-54630245F220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778840" y="3349960"/>
                <a:ext cx="173160" cy="14472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88135922-856D-F89F-B10B-BC36BA7EF3C7}"/>
              </a:ext>
            </a:extLst>
          </p:cNvPr>
          <p:cNvSpPr txBox="1"/>
          <p:nvPr/>
        </p:nvSpPr>
        <p:spPr>
          <a:xfrm>
            <a:off x="355599" y="5486366"/>
            <a:ext cx="125069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 parameter of </a:t>
            </a:r>
            <a:r>
              <a:rPr lang="en-US" sz="2400" i="1" dirty="0" err="1"/>
              <a:t>BatchNorm</a:t>
            </a:r>
            <a:r>
              <a:rPr lang="en-US" sz="2400" dirty="0"/>
              <a:t> represents the number of output channels of the previous layer</a:t>
            </a:r>
          </a:p>
        </p:txBody>
      </p:sp>
    </p:spTree>
    <p:extLst>
      <p:ext uri="{BB962C8B-B14F-4D97-AF65-F5344CB8AC3E}">
        <p14:creationId xmlns:p14="http://schemas.microsoft.com/office/powerpoint/2010/main" val="47675238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A87E9-1A2B-E074-95D6-F62A25193F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8933" y="1130829"/>
            <a:ext cx="9144000" cy="2387600"/>
          </a:xfrm>
        </p:spPr>
        <p:txBody>
          <a:bodyPr/>
          <a:lstStyle/>
          <a:p>
            <a:r>
              <a:rPr lang="en-US" dirty="0"/>
              <a:t>9) </a:t>
            </a:r>
            <a:r>
              <a:rPr lang="en-US" dirty="0" err="1"/>
              <a:t>ResNet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696141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8B1D15D-9148-A32F-405D-255ED61621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89089"/>
            <a:ext cx="5850952" cy="36918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74B2B7D-D95E-2EA4-B696-8AADED8CC9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5267" y="1829822"/>
            <a:ext cx="6006733" cy="3684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07874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29B2D7-7B10-8D75-37AB-0D341D1877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25584"/>
            <a:ext cx="9533467" cy="4351338"/>
          </a:xfrm>
        </p:spPr>
        <p:txBody>
          <a:bodyPr/>
          <a:lstStyle/>
          <a:p>
            <a:r>
              <a:rPr lang="en-US" dirty="0"/>
              <a:t>introduced by </a:t>
            </a:r>
            <a:r>
              <a:rPr lang="en-US" dirty="0" err="1"/>
              <a:t>Kaiming</a:t>
            </a:r>
            <a:r>
              <a:rPr lang="en-US" dirty="0"/>
              <a:t> He and colleagues in 2015, is a groundbreaking DL architecture that addressed one of the major challenges in deep neural networks: the </a:t>
            </a:r>
            <a:r>
              <a:rPr lang="en-US" b="1" dirty="0"/>
              <a:t>degradation problem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33C49B-FE4E-14D8-7624-2E14862060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3467" y="225583"/>
            <a:ext cx="1662269" cy="16903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80C34B0-E0C0-41B4-E712-90EA666BFE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068" y="3933417"/>
            <a:ext cx="5334744" cy="292458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75E3B557-AA9D-A230-1C41-6A485C249C94}"/>
                  </a:ext>
                </a:extLst>
              </p14:cNvPr>
              <p14:cNvContentPartPr/>
              <p14:nvPr/>
            </p14:nvContentPartPr>
            <p14:xfrm>
              <a:off x="7829360" y="5597920"/>
              <a:ext cx="897120" cy="495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75E3B557-AA9D-A230-1C41-6A485C249C9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766720" y="5534920"/>
                <a:ext cx="1022760" cy="62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8FDA6B3-EBE0-1F2B-4683-0A00F91339C0}"/>
                  </a:ext>
                </a:extLst>
              </p14:cNvPr>
              <p14:cNvContentPartPr/>
              <p14:nvPr/>
            </p14:nvContentPartPr>
            <p14:xfrm>
              <a:off x="7731800" y="5760640"/>
              <a:ext cx="786960" cy="5058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8FDA6B3-EBE0-1F2B-4683-0A00F91339C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714160" y="5742640"/>
                <a:ext cx="822600" cy="54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E83443C3-1455-49A1-2AD3-AB8B9D93913A}"/>
                  </a:ext>
                </a:extLst>
              </p14:cNvPr>
              <p14:cNvContentPartPr/>
              <p14:nvPr/>
            </p14:nvContentPartPr>
            <p14:xfrm>
              <a:off x="7713080" y="5749480"/>
              <a:ext cx="228600" cy="2250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E83443C3-1455-49A1-2AD3-AB8B9D93913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695080" y="5731480"/>
                <a:ext cx="264240" cy="26064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195DFA9B-6D71-5A7F-70E6-618758D43300}"/>
              </a:ext>
            </a:extLst>
          </p:cNvPr>
          <p:cNvSpPr txBox="1"/>
          <p:nvPr/>
        </p:nvSpPr>
        <p:spPr>
          <a:xfrm>
            <a:off x="8537480" y="6118068"/>
            <a:ext cx="27588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this is the innovation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74CBEB-606D-C247-F950-834642B48C12}"/>
              </a:ext>
            </a:extLst>
          </p:cNvPr>
          <p:cNvSpPr txBox="1"/>
          <p:nvPr/>
        </p:nvSpPr>
        <p:spPr>
          <a:xfrm>
            <a:off x="0" y="2245360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 </a:t>
            </a:r>
            <a:r>
              <a:rPr lang="en-US" sz="2800" dirty="0" err="1"/>
              <a:t>ResNet</a:t>
            </a:r>
            <a:r>
              <a:rPr lang="en-US" sz="2800" dirty="0"/>
              <a:t> became famous for winning the </a:t>
            </a:r>
            <a:r>
              <a:rPr lang="en-US" sz="2800" b="1" dirty="0"/>
              <a:t>ImageNet Large Scale Visual Recognition Challenge (ILSVRC) 2015</a:t>
            </a:r>
            <a:r>
              <a:rPr lang="en-US" sz="2800" dirty="0"/>
              <a:t> with a top-5 error rate of just </a:t>
            </a:r>
            <a:r>
              <a:rPr lang="en-US" sz="2800" b="1" dirty="0"/>
              <a:t>3.57%</a:t>
            </a:r>
            <a:r>
              <a:rPr lang="en-US" sz="2800" dirty="0"/>
              <a:t>, </a:t>
            </a:r>
            <a:r>
              <a:rPr lang="en-US" sz="2800" dirty="0">
                <a:highlight>
                  <a:srgbClr val="FFFF00"/>
                </a:highlight>
              </a:rPr>
              <a:t>surpassing human-level performance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71202227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8C136-CDDD-EC3B-8849-573DF7B13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56235"/>
            <a:ext cx="10515600" cy="1325563"/>
          </a:xfrm>
        </p:spPr>
        <p:txBody>
          <a:bodyPr/>
          <a:lstStyle/>
          <a:p>
            <a:r>
              <a:rPr lang="en-US" dirty="0"/>
              <a:t>Degradation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FF98A-3A4E-D252-F1F0-E2BD4D1137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83945"/>
            <a:ext cx="12049760" cy="4351338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degradation problem</a:t>
            </a:r>
            <a:r>
              <a:rPr lang="en-US" dirty="0"/>
              <a:t> in deep learning refers to a phenomenon where increasing the depth of a neural network (i.e., adding more layers) leads to </a:t>
            </a:r>
            <a:r>
              <a:rPr lang="en-US" b="1" dirty="0"/>
              <a:t>worse performance</a:t>
            </a:r>
            <a:r>
              <a:rPr lang="en-US" dirty="0"/>
              <a:t> on the training dataset, despite the expectation that deeper networks should perform better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2A93F9-B61D-630D-1BAC-EC0851A6AF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197" y="3021396"/>
            <a:ext cx="9929606" cy="3379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43008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C855A-9C6B-8595-50A4-BA1165299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Watch this video to understand more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71054B-E55C-6C04-42B3-F1C3C3AAF7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0809" y="1398920"/>
            <a:ext cx="8043591" cy="4674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58298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5FDAA-52FA-7BD7-3F8F-EB1A2342F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62844"/>
            <a:ext cx="10515600" cy="1325563"/>
          </a:xfrm>
        </p:spPr>
        <p:txBody>
          <a:bodyPr/>
          <a:lstStyle/>
          <a:p>
            <a:r>
              <a:rPr lang="en-US" dirty="0"/>
              <a:t>What makes </a:t>
            </a:r>
            <a:r>
              <a:rPr lang="en-US" dirty="0" err="1"/>
              <a:t>ResNet</a:t>
            </a:r>
            <a:r>
              <a:rPr lang="en-US" dirty="0"/>
              <a:t> so special?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B8642-2955-AC5C-E85A-E7D2CE2CA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4706"/>
            <a:ext cx="12192000" cy="5134894"/>
          </a:xfrm>
        </p:spPr>
        <p:txBody>
          <a:bodyPr>
            <a:normAutofit/>
          </a:bodyPr>
          <a:lstStyle/>
          <a:p>
            <a:r>
              <a:rPr lang="en-US" b="1" dirty="0"/>
              <a:t>solved the degradation problem</a:t>
            </a:r>
            <a:r>
              <a:rPr lang="en-US" dirty="0"/>
              <a:t>: when increasing the depth of a neural network, deeper models sometimes perform worse than shallower ones due to the difficulty in optimizing very deep networks. </a:t>
            </a:r>
            <a:r>
              <a:rPr lang="en-US" dirty="0" err="1"/>
              <a:t>ResNet</a:t>
            </a:r>
            <a:r>
              <a:rPr lang="en-US" dirty="0"/>
              <a:t> solved this by introducing </a:t>
            </a:r>
            <a:r>
              <a:rPr lang="en-US" b="1" dirty="0"/>
              <a:t>residual connections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dirty="0" err="1"/>
              <a:t>ResNet</a:t>
            </a:r>
            <a:r>
              <a:rPr lang="en-US" dirty="0"/>
              <a:t> demonstrated that extremely deep networks (e.g., 152 layers in ResNet-152) could be trained effectively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10648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56A3C1B-A1BD-2127-BB71-543ED8977A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90" y="747704"/>
            <a:ext cx="6049219" cy="494416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B74E69B-C1FF-9556-B937-F0BE0429D4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7185" y="492353"/>
            <a:ext cx="3367281" cy="5241849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728AE735-59A7-5415-1685-968648B0247B}"/>
              </a:ext>
            </a:extLst>
          </p:cNvPr>
          <p:cNvSpPr/>
          <p:nvPr/>
        </p:nvSpPr>
        <p:spPr>
          <a:xfrm>
            <a:off x="6443133" y="2870961"/>
            <a:ext cx="1168400" cy="45643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59896A39-9558-B0BA-E274-12508DDBE3E0}"/>
                  </a:ext>
                </a:extLst>
              </p14:cNvPr>
              <p14:cNvContentPartPr/>
              <p14:nvPr/>
            </p14:nvContentPartPr>
            <p14:xfrm>
              <a:off x="1583307" y="3978440"/>
              <a:ext cx="10262880" cy="24411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59896A39-9558-B0BA-E274-12508DDBE3E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65307" y="3960440"/>
                <a:ext cx="10298520" cy="247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0A657FF8-1824-E0DB-574A-6CDC9C640F23}"/>
                  </a:ext>
                </a:extLst>
              </p14:cNvPr>
              <p14:cNvContentPartPr/>
              <p14:nvPr/>
            </p14:nvContentPartPr>
            <p14:xfrm>
              <a:off x="11272707" y="3902120"/>
              <a:ext cx="211680" cy="297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0A657FF8-1824-E0DB-574A-6CDC9C640F2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255067" y="3884480"/>
                <a:ext cx="247320" cy="333000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7F0AB094-0573-4527-8CFD-C8D479520332}"/>
              </a:ext>
            </a:extLst>
          </p:cNvPr>
          <p:cNvSpPr txBox="1"/>
          <p:nvPr/>
        </p:nvSpPr>
        <p:spPr>
          <a:xfrm>
            <a:off x="6554893" y="5957935"/>
            <a:ext cx="304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this is the innovation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D6C86DB0-FEA2-52AA-55F1-8E6A4ABD2686}"/>
                  </a:ext>
                </a:extLst>
              </p14:cNvPr>
              <p14:cNvContentPartPr/>
              <p14:nvPr/>
            </p14:nvContentPartPr>
            <p14:xfrm>
              <a:off x="8952507" y="1545560"/>
              <a:ext cx="309600" cy="1908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D6C86DB0-FEA2-52AA-55F1-8E6A4ABD268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889507" y="1482920"/>
                <a:ext cx="435240" cy="316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FD5C9997-ADE7-30EE-9A5E-17F6C71F35B4}"/>
              </a:ext>
            </a:extLst>
          </p:cNvPr>
          <p:cNvGrpSpPr/>
          <p:nvPr/>
        </p:nvGrpSpPr>
        <p:grpSpPr>
          <a:xfrm>
            <a:off x="8516907" y="2303000"/>
            <a:ext cx="695160" cy="203040"/>
            <a:chOff x="8516907" y="2303000"/>
            <a:chExt cx="695160" cy="20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334CB26-7FAE-7612-C18E-AEFE30B0D6A0}"/>
                    </a:ext>
                  </a:extLst>
                </p14:cNvPr>
                <p14:cNvContentPartPr/>
                <p14:nvPr/>
              </p14:nvContentPartPr>
              <p14:xfrm>
                <a:off x="8516907" y="2303000"/>
                <a:ext cx="680040" cy="2030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334CB26-7FAE-7612-C18E-AEFE30B0D6A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453907" y="2240000"/>
                  <a:ext cx="80568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7F17E06-E23B-4A16-A632-46B7A3C5DC57}"/>
                    </a:ext>
                  </a:extLst>
                </p14:cNvPr>
                <p14:cNvContentPartPr/>
                <p14:nvPr/>
              </p14:nvContentPartPr>
              <p14:xfrm>
                <a:off x="9211707" y="2353760"/>
                <a:ext cx="360" cy="3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7F17E06-E23B-4A16-A632-46B7A3C5DC5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148707" y="229076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23D1E82D-F6FD-8B17-4587-329BF3213572}"/>
                  </a:ext>
                </a:extLst>
              </p14:cNvPr>
              <p14:cNvContentPartPr/>
              <p14:nvPr/>
            </p14:nvContentPartPr>
            <p14:xfrm>
              <a:off x="9296307" y="2514320"/>
              <a:ext cx="360" cy="3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23D1E82D-F6FD-8B17-4587-329BF321357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233667" y="2451680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D81F3FCC-DEE4-8BA0-6C58-A05F2A628262}"/>
                  </a:ext>
                </a:extLst>
              </p14:cNvPr>
              <p14:cNvContentPartPr/>
              <p14:nvPr/>
            </p14:nvContentPartPr>
            <p14:xfrm>
              <a:off x="8971120" y="2219600"/>
              <a:ext cx="231120" cy="31788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D81F3FCC-DEE4-8BA0-6C58-A05F2A628262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953120" y="2201600"/>
                <a:ext cx="266760" cy="353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4109596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C9B9B68-3F90-604A-1EA9-AE10B26C35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3" y="83553"/>
            <a:ext cx="6030167" cy="7811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AD2A838-EBFC-C99E-B8D5-F086525DB3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753" y="1260349"/>
            <a:ext cx="5182323" cy="20672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2BED1A6-BBD1-A864-EE81-C2424DD77D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753" y="3736714"/>
            <a:ext cx="5210902" cy="86689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157E77D-61B8-7435-575D-2CC0F13D8E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700" y="5012762"/>
            <a:ext cx="4467849" cy="628738"/>
          </a:xfrm>
          <a:prstGeom prst="rect">
            <a:avLst/>
          </a:prstGeom>
        </p:spPr>
      </p:pic>
      <p:sp>
        <p:nvSpPr>
          <p:cNvPr id="12" name="Arrow: Down 11">
            <a:extLst>
              <a:ext uri="{FF2B5EF4-FFF2-40B4-BE49-F238E27FC236}">
                <a16:creationId xmlns:a16="http://schemas.microsoft.com/office/drawing/2014/main" id="{9C7A887C-6381-CC76-BF5B-B1BAA6827457}"/>
              </a:ext>
            </a:extLst>
          </p:cNvPr>
          <p:cNvSpPr/>
          <p:nvPr/>
        </p:nvSpPr>
        <p:spPr>
          <a:xfrm>
            <a:off x="2943859" y="913053"/>
            <a:ext cx="245532" cy="3074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ADCC10CF-6493-887E-650F-D6A98232CB66}"/>
              </a:ext>
            </a:extLst>
          </p:cNvPr>
          <p:cNvSpPr/>
          <p:nvPr/>
        </p:nvSpPr>
        <p:spPr>
          <a:xfrm>
            <a:off x="2958148" y="3376739"/>
            <a:ext cx="245532" cy="3074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A33B0894-3E61-1D46-8B6A-946D2760696D}"/>
              </a:ext>
            </a:extLst>
          </p:cNvPr>
          <p:cNvSpPr/>
          <p:nvPr/>
        </p:nvSpPr>
        <p:spPr>
          <a:xfrm>
            <a:off x="2958148" y="4656185"/>
            <a:ext cx="245532" cy="3074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BB6580-3379-2269-D442-AF793729E185}"/>
              </a:ext>
            </a:extLst>
          </p:cNvPr>
          <p:cNvSpPr txBox="1"/>
          <p:nvPr/>
        </p:nvSpPr>
        <p:spPr>
          <a:xfrm>
            <a:off x="1134534" y="6197600"/>
            <a:ext cx="41660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this is known as the famous </a:t>
            </a:r>
            <a:r>
              <a:rPr lang="en-US" b="1" dirty="0">
                <a:highlight>
                  <a:srgbClr val="FFFF00"/>
                </a:highlight>
              </a:rPr>
              <a:t>ResNet-18</a:t>
            </a:r>
            <a:r>
              <a:rPr lang="en-US" b="1" dirty="0"/>
              <a:t> – because we have 18 layers</a:t>
            </a:r>
          </a:p>
        </p:txBody>
      </p:sp>
      <p:sp>
        <p:nvSpPr>
          <p:cNvPr id="18" name="Right Brace 17">
            <a:extLst>
              <a:ext uri="{FF2B5EF4-FFF2-40B4-BE49-F238E27FC236}">
                <a16:creationId xmlns:a16="http://schemas.microsoft.com/office/drawing/2014/main" id="{34EA9766-8B8C-AFB9-E351-1877249B8647}"/>
              </a:ext>
            </a:extLst>
          </p:cNvPr>
          <p:cNvSpPr/>
          <p:nvPr/>
        </p:nvSpPr>
        <p:spPr>
          <a:xfrm rot="5400000">
            <a:off x="2917273" y="3002530"/>
            <a:ext cx="359973" cy="6030167"/>
          </a:xfrm>
          <a:prstGeom prst="rightBrac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A40032F-0236-6DED-AACB-E703A0877F05}"/>
              </a:ext>
            </a:extLst>
          </p:cNvPr>
          <p:cNvGrpSpPr/>
          <p:nvPr/>
        </p:nvGrpSpPr>
        <p:grpSpPr>
          <a:xfrm>
            <a:off x="6112827" y="101240"/>
            <a:ext cx="662400" cy="119520"/>
            <a:chOff x="6112827" y="101240"/>
            <a:chExt cx="662400" cy="119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AD91A6F-5BAE-25F1-9797-259162B08852}"/>
                    </a:ext>
                  </a:extLst>
                </p14:cNvPr>
                <p14:cNvContentPartPr/>
                <p14:nvPr/>
              </p14:nvContentPartPr>
              <p14:xfrm>
                <a:off x="6112827" y="162440"/>
                <a:ext cx="583920" cy="583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AD91A6F-5BAE-25F1-9797-259162B0885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094827" y="144440"/>
                  <a:ext cx="61956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0718B24-FDE7-511D-AD49-0C41F6640255}"/>
                    </a:ext>
                  </a:extLst>
                </p14:cNvPr>
                <p14:cNvContentPartPr/>
                <p14:nvPr/>
              </p14:nvContentPartPr>
              <p14:xfrm>
                <a:off x="6612507" y="101240"/>
                <a:ext cx="162720" cy="1083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0718B24-FDE7-511D-AD49-0C41F664025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594507" y="83240"/>
                  <a:ext cx="198360" cy="144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F2926B8-B9C6-BC80-0465-D6FCF081E543}"/>
              </a:ext>
            </a:extLst>
          </p:cNvPr>
          <p:cNvGrpSpPr/>
          <p:nvPr/>
        </p:nvGrpSpPr>
        <p:grpSpPr>
          <a:xfrm>
            <a:off x="4411107" y="5215400"/>
            <a:ext cx="1731960" cy="254160"/>
            <a:chOff x="4411107" y="5215400"/>
            <a:chExt cx="1731960" cy="254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CC07D31-EB95-4920-2193-1147BF3D34CB}"/>
                    </a:ext>
                  </a:extLst>
                </p14:cNvPr>
                <p14:cNvContentPartPr/>
                <p14:nvPr/>
              </p14:nvContentPartPr>
              <p14:xfrm>
                <a:off x="4411107" y="5279480"/>
                <a:ext cx="1616760" cy="1900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CC07D31-EB95-4920-2193-1147BF3D34C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393467" y="5261840"/>
                  <a:ext cx="165240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8212F01-AE36-EB96-CD06-E4CDDDAB926E}"/>
                    </a:ext>
                  </a:extLst>
                </p14:cNvPr>
                <p14:cNvContentPartPr/>
                <p14:nvPr/>
              </p14:nvContentPartPr>
              <p14:xfrm>
                <a:off x="5968827" y="5215400"/>
                <a:ext cx="174240" cy="1375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8212F01-AE36-EB96-CD06-E4CDDDAB926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950827" y="5197400"/>
                  <a:ext cx="209880" cy="1731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3029CA73-9BD2-1844-B9D2-300E45EF586D}"/>
              </a:ext>
            </a:extLst>
          </p:cNvPr>
          <p:cNvSpPr txBox="1"/>
          <p:nvPr/>
        </p:nvSpPr>
        <p:spPr>
          <a:xfrm>
            <a:off x="6775227" y="-22226"/>
            <a:ext cx="18883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1</a:t>
            </a:r>
            <a:r>
              <a:rPr lang="en-US" sz="2000" dirty="0"/>
              <a:t> layer here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D1CDA48-EE71-60B2-7B4F-3DFCB2A47A9B}"/>
              </a:ext>
            </a:extLst>
          </p:cNvPr>
          <p:cNvSpPr txBox="1"/>
          <p:nvPr/>
        </p:nvSpPr>
        <p:spPr>
          <a:xfrm>
            <a:off x="6112343" y="5107428"/>
            <a:ext cx="18883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1</a:t>
            </a:r>
            <a:r>
              <a:rPr lang="en-US" sz="2000" dirty="0"/>
              <a:t> layer here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37AC82A6-C07C-8715-819D-7E61E3D8F223}"/>
                  </a:ext>
                </a:extLst>
              </p14:cNvPr>
              <p14:cNvContentPartPr/>
              <p14:nvPr/>
            </p14:nvContentPartPr>
            <p14:xfrm>
              <a:off x="4021587" y="3614827"/>
              <a:ext cx="2162880" cy="16128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37AC82A6-C07C-8715-819D-7E61E3D8F22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003587" y="3597187"/>
                <a:ext cx="2198520" cy="19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8861B0DA-1E86-D9DD-9173-00EC8F17B222}"/>
                  </a:ext>
                </a:extLst>
              </p14:cNvPr>
              <p14:cNvContentPartPr/>
              <p14:nvPr/>
            </p14:nvContentPartPr>
            <p14:xfrm>
              <a:off x="6095907" y="3547507"/>
              <a:ext cx="222120" cy="15228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8861B0DA-1E86-D9DD-9173-00EC8F17B22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078267" y="3529507"/>
                <a:ext cx="257760" cy="187920"/>
              </a:xfrm>
              <a:prstGeom prst="rect">
                <a:avLst/>
              </a:prstGeom>
            </p:spPr>
          </p:pic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BF30FE5B-59A3-A0C9-E240-DF5A8473409F}"/>
              </a:ext>
            </a:extLst>
          </p:cNvPr>
          <p:cNvSpPr txBox="1"/>
          <p:nvPr/>
        </p:nvSpPr>
        <p:spPr>
          <a:xfrm>
            <a:off x="6318027" y="3406775"/>
            <a:ext cx="555759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4 </a:t>
            </a:r>
            <a:r>
              <a:rPr lang="en-US" sz="2000" i="1" dirty="0" err="1"/>
              <a:t>resnet_block</a:t>
            </a:r>
            <a:r>
              <a:rPr lang="en-US" sz="2000" dirty="0"/>
              <a:t>, each containing 2 </a:t>
            </a:r>
            <a:r>
              <a:rPr lang="en-US" sz="2000" i="1" dirty="0"/>
              <a:t>Residual </a:t>
            </a:r>
            <a:r>
              <a:rPr lang="en-US" sz="2000" dirty="0"/>
              <a:t>and each </a:t>
            </a:r>
            <a:r>
              <a:rPr lang="en-US" sz="2000" i="1" dirty="0"/>
              <a:t>Residual </a:t>
            </a:r>
            <a:r>
              <a:rPr lang="en-US" sz="2000" dirty="0"/>
              <a:t>contains 2 layers (see previous slide – we don’t count 1x1 conv)            </a:t>
            </a:r>
            <a:r>
              <a:rPr lang="en-US" sz="2000" b="1" dirty="0"/>
              <a:t>16</a:t>
            </a:r>
            <a:r>
              <a:rPr lang="en-US" sz="2000" dirty="0"/>
              <a:t> layers</a:t>
            </a:r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DDB7B566-B65B-321B-AFF7-4DCA3322CF5A}"/>
              </a:ext>
            </a:extLst>
          </p:cNvPr>
          <p:cNvSpPr/>
          <p:nvPr/>
        </p:nvSpPr>
        <p:spPr>
          <a:xfrm>
            <a:off x="9973056" y="4129483"/>
            <a:ext cx="387789" cy="1560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2ACE840F-1665-0945-0D9A-329AE88CA4A1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650481" y="950245"/>
            <a:ext cx="4472442" cy="2110797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D7076158-9C36-180E-6A01-A2D3E77E852D}"/>
              </a:ext>
            </a:extLst>
          </p:cNvPr>
          <p:cNvSpPr txBox="1"/>
          <p:nvPr/>
        </p:nvSpPr>
        <p:spPr>
          <a:xfrm>
            <a:off x="7650481" y="590290"/>
            <a:ext cx="15155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NOTE</a:t>
            </a:r>
            <a:r>
              <a:rPr lang="en-US" sz="2400" dirty="0"/>
              <a:t>: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438B65C-28F2-575F-84F1-3C1CEB6F6FAA}"/>
              </a:ext>
            </a:extLst>
          </p:cNvPr>
          <p:cNvCxnSpPr/>
          <p:nvPr/>
        </p:nvCxnSpPr>
        <p:spPr>
          <a:xfrm>
            <a:off x="7650481" y="590290"/>
            <a:ext cx="454151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540B0E7-1CF8-346B-C711-99EF02DC5766}"/>
              </a:ext>
            </a:extLst>
          </p:cNvPr>
          <p:cNvCxnSpPr/>
          <p:nvPr/>
        </p:nvCxnSpPr>
        <p:spPr>
          <a:xfrm>
            <a:off x="7650481" y="3132400"/>
            <a:ext cx="454151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2E64509-9307-8A2F-372D-EDB8DB6C04B9}"/>
              </a:ext>
            </a:extLst>
          </p:cNvPr>
          <p:cNvCxnSpPr>
            <a:cxnSpLocks/>
          </p:cNvCxnSpPr>
          <p:nvPr/>
        </p:nvCxnSpPr>
        <p:spPr>
          <a:xfrm flipV="1">
            <a:off x="7650481" y="590290"/>
            <a:ext cx="0" cy="25421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593614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41339-F51E-6D1F-BDF0-3E91B2AED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2739" y="2460625"/>
            <a:ext cx="6719993" cy="1325563"/>
          </a:xfrm>
        </p:spPr>
        <p:txBody>
          <a:bodyPr>
            <a:normAutofit fontScale="90000"/>
          </a:bodyPr>
          <a:lstStyle/>
          <a:p>
            <a:r>
              <a:rPr lang="en-US" sz="8800" dirty="0"/>
              <a:t> Old Exercises</a:t>
            </a:r>
            <a:br>
              <a:rPr lang="en-US" sz="8800" dirty="0"/>
            </a:br>
            <a:r>
              <a:rPr lang="en-US" sz="8800" dirty="0"/>
              <a:t>(same as for PI)</a:t>
            </a:r>
          </a:p>
        </p:txBody>
      </p:sp>
    </p:spTree>
    <p:extLst>
      <p:ext uri="{BB962C8B-B14F-4D97-AF65-F5344CB8AC3E}">
        <p14:creationId xmlns:p14="http://schemas.microsoft.com/office/powerpoint/2010/main" val="164975832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72398C-659C-A0AB-9204-942C9E6FD7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5810" y="0"/>
            <a:ext cx="47568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37626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07B60-8B65-CF2E-1553-7AF220328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79941"/>
            <a:ext cx="10515600" cy="1325563"/>
          </a:xfrm>
        </p:spPr>
        <p:txBody>
          <a:bodyPr/>
          <a:lstStyle/>
          <a:p>
            <a:r>
              <a:rPr lang="en-US" dirty="0"/>
              <a:t>Solutions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9EEDCF-D427-BDEE-8B9E-F1CAC3B132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6535" y="1738210"/>
            <a:ext cx="9362113" cy="5108428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55478FDE-0B2C-CE3B-E0A6-DB7B0F473F8D}"/>
              </a:ext>
            </a:extLst>
          </p:cNvPr>
          <p:cNvGrpSpPr/>
          <p:nvPr/>
        </p:nvGrpSpPr>
        <p:grpSpPr>
          <a:xfrm>
            <a:off x="4287859" y="1285724"/>
            <a:ext cx="3240000" cy="1058040"/>
            <a:chOff x="4287859" y="1285724"/>
            <a:chExt cx="3240000" cy="105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E1671C6-F84B-067F-0F79-2B8534C9DDAB}"/>
                    </a:ext>
                  </a:extLst>
                </p14:cNvPr>
                <p14:cNvContentPartPr/>
                <p14:nvPr/>
              </p14:nvContentPartPr>
              <p14:xfrm>
                <a:off x="4287859" y="1339364"/>
                <a:ext cx="3009960" cy="10044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E1671C6-F84B-067F-0F79-2B8534C9DDA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269859" y="1321364"/>
                  <a:ext cx="3045600" cy="10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7B0FF80-1510-909C-B8D2-7AD1A6D53C65}"/>
                    </a:ext>
                  </a:extLst>
                </p14:cNvPr>
                <p14:cNvContentPartPr/>
                <p14:nvPr/>
              </p14:nvContentPartPr>
              <p14:xfrm>
                <a:off x="7110979" y="1285724"/>
                <a:ext cx="416880" cy="1695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7B0FF80-1510-909C-B8D2-7AD1A6D53C6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092979" y="1268084"/>
                  <a:ext cx="452520" cy="2052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AC0E7F6A-7868-84F3-180E-2DE7C75B8824}"/>
              </a:ext>
            </a:extLst>
          </p:cNvPr>
          <p:cNvSpPr txBox="1"/>
          <p:nvPr/>
        </p:nvSpPr>
        <p:spPr>
          <a:xfrm>
            <a:off x="7527859" y="1042749"/>
            <a:ext cx="3897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you also have an example in lab </a:t>
            </a:r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 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D2D003-634F-8196-31E1-97A17662B91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74" y="518801"/>
            <a:ext cx="5696745" cy="1047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06819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0FEE75-63CA-8634-ABB5-4D08EFA80B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8" y="1685996"/>
            <a:ext cx="8951323" cy="5084595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F51B1C45-28D0-52A1-6AD9-9E2B42F2391E}"/>
              </a:ext>
            </a:extLst>
          </p:cNvPr>
          <p:cNvGrpSpPr/>
          <p:nvPr/>
        </p:nvGrpSpPr>
        <p:grpSpPr>
          <a:xfrm>
            <a:off x="1358179" y="1393595"/>
            <a:ext cx="4814640" cy="1545120"/>
            <a:chOff x="1358179" y="1393595"/>
            <a:chExt cx="4814640" cy="1545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48C345E-6F84-652F-EFE0-634852DB4376}"/>
                    </a:ext>
                  </a:extLst>
                </p14:cNvPr>
                <p14:cNvContentPartPr/>
                <p14:nvPr/>
              </p14:nvContentPartPr>
              <p14:xfrm>
                <a:off x="1358179" y="1456955"/>
                <a:ext cx="4340880" cy="6206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48C345E-6F84-652F-EFE0-634852DB437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340179" y="1438955"/>
                  <a:ext cx="4376520" cy="65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B9DEE0F-1D5A-1C0A-EB07-1499B68508D9}"/>
                    </a:ext>
                  </a:extLst>
                </p14:cNvPr>
                <p14:cNvContentPartPr/>
                <p14:nvPr/>
              </p14:nvContentPartPr>
              <p14:xfrm>
                <a:off x="5512939" y="1393595"/>
                <a:ext cx="285840" cy="1688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B9DEE0F-1D5A-1C0A-EB07-1499B68508D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494939" y="1375955"/>
                  <a:ext cx="32148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4B32452-1E8D-21E2-A21E-CFEE70D71DE2}"/>
                    </a:ext>
                  </a:extLst>
                </p14:cNvPr>
                <p14:cNvContentPartPr/>
                <p14:nvPr/>
              </p14:nvContentPartPr>
              <p14:xfrm>
                <a:off x="1873339" y="1682675"/>
                <a:ext cx="4189680" cy="12560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4B32452-1E8D-21E2-A21E-CFEE70D71DE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855339" y="1664675"/>
                  <a:ext cx="4225320" cy="129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CAFAA73-2C6A-D9B6-9276-1F74E655D85F}"/>
                    </a:ext>
                  </a:extLst>
                </p14:cNvPr>
                <p14:cNvContentPartPr/>
                <p14:nvPr/>
              </p14:nvContentPartPr>
              <p14:xfrm>
                <a:off x="5885899" y="1570355"/>
                <a:ext cx="286920" cy="2138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CAFAA73-2C6A-D9B6-9276-1F74E655D85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867899" y="1552355"/>
                  <a:ext cx="322560" cy="2494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5B32C1F7-888D-C13F-74CF-36BAF5E12033}"/>
              </a:ext>
            </a:extLst>
          </p:cNvPr>
          <p:cNvSpPr txBox="1"/>
          <p:nvPr/>
        </p:nvSpPr>
        <p:spPr>
          <a:xfrm>
            <a:off x="5929639" y="1131917"/>
            <a:ext cx="5780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how did I know to change them? </a:t>
            </a:r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 (see next slides)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EA39B8-6CA8-8BCF-F0C7-374C87D58E5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6445108" cy="947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44210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A84A988-DE6B-9757-A69B-B37254832F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1662" y="0"/>
            <a:ext cx="5469981" cy="199580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216C83F-F5AD-8998-7ABD-13054FF71693}"/>
              </a:ext>
            </a:extLst>
          </p:cNvPr>
          <p:cNvSpPr txBox="1"/>
          <p:nvPr/>
        </p:nvSpPr>
        <p:spPr>
          <a:xfrm>
            <a:off x="-35296" y="-37181"/>
            <a:ext cx="274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LeNet</a:t>
            </a:r>
            <a:r>
              <a:rPr lang="en-US" sz="2400" dirty="0"/>
              <a:t> from the lab: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0B044D-4CAD-645F-35C8-A41433FA15D9}"/>
              </a:ext>
            </a:extLst>
          </p:cNvPr>
          <p:cNvSpPr txBox="1"/>
          <p:nvPr/>
        </p:nvSpPr>
        <p:spPr>
          <a:xfrm>
            <a:off x="257453" y="2334378"/>
            <a:ext cx="783898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now we are working with SVHN dataset which contains RGB images (3 channels) so we need to change from 1 channel to 3 channels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A7E5E3B-17DD-0BB5-B8AD-57C5BD1D8E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4970" y="2070363"/>
            <a:ext cx="3477030" cy="128761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CED65E2-310F-A654-921E-6977F90253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53" y="3127539"/>
            <a:ext cx="6383045" cy="3714052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D6BE91DB-316A-66B2-E1D3-58533D8FB48D}"/>
              </a:ext>
            </a:extLst>
          </p:cNvPr>
          <p:cNvGrpSpPr/>
          <p:nvPr/>
        </p:nvGrpSpPr>
        <p:grpSpPr>
          <a:xfrm>
            <a:off x="7963099" y="2734364"/>
            <a:ext cx="573480" cy="158040"/>
            <a:chOff x="7963099" y="2734364"/>
            <a:chExt cx="573480" cy="15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6CF0FFD-26AE-FBBB-AC15-34BF356031F0}"/>
                    </a:ext>
                  </a:extLst>
                </p14:cNvPr>
                <p14:cNvContentPartPr/>
                <p14:nvPr/>
              </p14:nvContentPartPr>
              <p14:xfrm>
                <a:off x="7963099" y="2805284"/>
                <a:ext cx="470160" cy="9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6CF0FFD-26AE-FBBB-AC15-34BF356031F0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945459" y="2787284"/>
                  <a:ext cx="50580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E84C054-3CDC-90EA-4C77-0DECDE1777AA}"/>
                    </a:ext>
                  </a:extLst>
                </p14:cNvPr>
                <p14:cNvContentPartPr/>
                <p14:nvPr/>
              </p14:nvContentPartPr>
              <p14:xfrm>
                <a:off x="8362339" y="2734364"/>
                <a:ext cx="174240" cy="1580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E84C054-3CDC-90EA-4C77-0DECDE1777A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344699" y="2716364"/>
                  <a:ext cx="209880" cy="19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4AC8E89-DE4D-DF2F-0EDD-8191CF5CBD4C}"/>
              </a:ext>
            </a:extLst>
          </p:cNvPr>
          <p:cNvGrpSpPr/>
          <p:nvPr/>
        </p:nvGrpSpPr>
        <p:grpSpPr>
          <a:xfrm>
            <a:off x="1632859" y="451964"/>
            <a:ext cx="2628360" cy="1924920"/>
            <a:chOff x="1632859" y="451964"/>
            <a:chExt cx="2628360" cy="1924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9E75B8B-8B35-9276-DE01-6432ACDACCED}"/>
                    </a:ext>
                  </a:extLst>
                </p14:cNvPr>
                <p14:cNvContentPartPr/>
                <p14:nvPr/>
              </p14:nvContentPartPr>
              <p14:xfrm>
                <a:off x="1700899" y="451964"/>
                <a:ext cx="2560320" cy="18561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9E75B8B-8B35-9276-DE01-6432ACDACCE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683259" y="433964"/>
                  <a:ext cx="2595960" cy="18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BA64559-6743-C108-0444-6F01425BE1F0}"/>
                    </a:ext>
                  </a:extLst>
                </p14:cNvPr>
                <p14:cNvContentPartPr/>
                <p14:nvPr/>
              </p14:nvContentPartPr>
              <p14:xfrm>
                <a:off x="1632859" y="2165924"/>
                <a:ext cx="258840" cy="2109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BA64559-6743-C108-0444-6F01425BE1F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614859" y="2148284"/>
                  <a:ext cx="294480" cy="2466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803A0679-6E92-9CC4-CBA0-47391A14CF7B}"/>
              </a:ext>
            </a:extLst>
          </p:cNvPr>
          <p:cNvSpPr txBox="1"/>
          <p:nvPr/>
        </p:nvSpPr>
        <p:spPr>
          <a:xfrm>
            <a:off x="6619839" y="4630622"/>
            <a:ext cx="499215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next if we run the code in this form we will have an error; Why? </a:t>
            </a:r>
            <a:r>
              <a:rPr lang="en-US" sz="2000" dirty="0">
                <a:sym typeface="Wingdings" panose="05000000000000000000" pitchFamily="2" charset="2"/>
              </a:rPr>
              <a:t>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58418318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E1DE527-7865-7347-6FC3-85D9107AC9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9376" y="142043"/>
            <a:ext cx="8650914" cy="503363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154F07A-3B89-FC44-58D5-91BA3BB56DD0}"/>
              </a:ext>
            </a:extLst>
          </p:cNvPr>
          <p:cNvSpPr txBox="1"/>
          <p:nvPr/>
        </p:nvSpPr>
        <p:spPr>
          <a:xfrm>
            <a:off x="365911" y="5318897"/>
            <a:ext cx="1104382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originally, </a:t>
            </a:r>
            <a:r>
              <a:rPr lang="en-US" sz="2000" dirty="0" err="1"/>
              <a:t>LeNet</a:t>
            </a:r>
            <a:r>
              <a:rPr lang="en-US" sz="2000" dirty="0"/>
              <a:t> was developed to work with single-channel (black and white) </a:t>
            </a:r>
            <a:r>
              <a:rPr lang="en-US" sz="2000" b="1" dirty="0"/>
              <a:t>28x28</a:t>
            </a:r>
            <a:r>
              <a:rPr lang="en-US" sz="2000" dirty="0"/>
              <a:t> images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now we are working with SVHN dataset which contains RGB images of </a:t>
            </a:r>
            <a:r>
              <a:rPr lang="en-US" sz="2000" b="1" dirty="0"/>
              <a:t>32x32</a:t>
            </a:r>
            <a:r>
              <a:rPr lang="en-US" sz="2000" dirty="0"/>
              <a:t>, so we need to change the number of input neurons for the first </a:t>
            </a:r>
            <a:r>
              <a:rPr lang="en-US" sz="2000" i="1" dirty="0" err="1"/>
              <a:t>nn.Linear</a:t>
            </a:r>
            <a:r>
              <a:rPr lang="en-US" sz="2000" i="1" dirty="0"/>
              <a:t> </a:t>
            </a:r>
            <a:r>
              <a:rPr lang="en-US" sz="2000" dirty="0"/>
              <a:t>after </a:t>
            </a:r>
            <a:r>
              <a:rPr lang="en-US" sz="2000" i="1" dirty="0" err="1"/>
              <a:t>nn.Flatten</a:t>
            </a:r>
            <a:endParaRPr lang="en-US" sz="2000" i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BD24FF3-3D38-E9C2-F1FB-ABA498AC8C13}"/>
              </a:ext>
            </a:extLst>
          </p:cNvPr>
          <p:cNvGrpSpPr/>
          <p:nvPr/>
        </p:nvGrpSpPr>
        <p:grpSpPr>
          <a:xfrm>
            <a:off x="3213476" y="1251300"/>
            <a:ext cx="6987960" cy="2584800"/>
            <a:chOff x="3124699" y="1348955"/>
            <a:chExt cx="6987960" cy="258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365DF6F-E0D5-0AAC-E988-96F87326167D}"/>
                    </a:ext>
                  </a:extLst>
                </p14:cNvPr>
                <p14:cNvContentPartPr/>
                <p14:nvPr/>
              </p14:nvContentPartPr>
              <p14:xfrm>
                <a:off x="3124699" y="1348955"/>
                <a:ext cx="6987960" cy="25221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365DF6F-E0D5-0AAC-E988-96F87326167D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107059" y="1331315"/>
                  <a:ext cx="7023600" cy="255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3B4D121-2A60-2631-3E0E-2B42913CD40E}"/>
                    </a:ext>
                  </a:extLst>
                </p14:cNvPr>
                <p14:cNvContentPartPr/>
                <p14:nvPr/>
              </p14:nvContentPartPr>
              <p14:xfrm>
                <a:off x="5067979" y="3746195"/>
                <a:ext cx="275760" cy="1875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3B4D121-2A60-2631-3E0E-2B42913CD40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050339" y="3728555"/>
                  <a:ext cx="311400" cy="2232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0" name="Arrow: Right 9">
            <a:extLst>
              <a:ext uri="{FF2B5EF4-FFF2-40B4-BE49-F238E27FC236}">
                <a16:creationId xmlns:a16="http://schemas.microsoft.com/office/drawing/2014/main" id="{B2A42383-7463-BFAB-E0BE-D375EB1E28CE}"/>
              </a:ext>
            </a:extLst>
          </p:cNvPr>
          <p:cNvSpPr/>
          <p:nvPr/>
        </p:nvSpPr>
        <p:spPr>
          <a:xfrm>
            <a:off x="10573023" y="2707688"/>
            <a:ext cx="1323054" cy="5149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03271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A3CE902-F842-8797-1C7D-8FA64DD8A3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7707" y="291970"/>
            <a:ext cx="10536920" cy="6037808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10226DCB-F572-F3F2-905E-7839CB1707CE}"/>
              </a:ext>
            </a:extLst>
          </p:cNvPr>
          <p:cNvSpPr/>
          <p:nvPr/>
        </p:nvSpPr>
        <p:spPr>
          <a:xfrm>
            <a:off x="97373" y="3171547"/>
            <a:ext cx="1323054" cy="5149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FE18E64-96D7-8231-E6CE-3A3AFDC154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73" y="3826276"/>
            <a:ext cx="1277218" cy="1330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47965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23707D5-D234-AF98-9100-94AC7B9705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710" y="566872"/>
            <a:ext cx="11206579" cy="30420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ACCF035-072E-6CB5-E519-8EC292C0E90C}"/>
              </a:ext>
            </a:extLst>
          </p:cNvPr>
          <p:cNvSpPr txBox="1"/>
          <p:nvPr/>
        </p:nvSpPr>
        <p:spPr>
          <a:xfrm>
            <a:off x="0" y="71022"/>
            <a:ext cx="82198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use functions from this lab: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BD16E8E-B646-1C76-2BCD-63922E5DF6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1242" y="3806482"/>
            <a:ext cx="6462039" cy="3051518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B7D8939F-91E2-063B-3FF6-D569AE380140}"/>
              </a:ext>
            </a:extLst>
          </p:cNvPr>
          <p:cNvGrpSpPr/>
          <p:nvPr/>
        </p:nvGrpSpPr>
        <p:grpSpPr>
          <a:xfrm>
            <a:off x="5228899" y="336995"/>
            <a:ext cx="851400" cy="213480"/>
            <a:chOff x="5228899" y="336995"/>
            <a:chExt cx="851400" cy="213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67A117A-47A0-D15D-8547-8EFC1A960B84}"/>
                    </a:ext>
                  </a:extLst>
                </p14:cNvPr>
                <p14:cNvContentPartPr/>
                <p14:nvPr/>
              </p14:nvContentPartPr>
              <p14:xfrm>
                <a:off x="5228899" y="398915"/>
                <a:ext cx="744840" cy="1515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67A117A-47A0-D15D-8547-8EFC1A960B8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211259" y="381275"/>
                  <a:ext cx="78048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754F54A-7F2A-2AB2-FE4B-D8061C8D89DB}"/>
                    </a:ext>
                  </a:extLst>
                </p14:cNvPr>
                <p14:cNvContentPartPr/>
                <p14:nvPr/>
              </p14:nvContentPartPr>
              <p14:xfrm>
                <a:off x="5850259" y="336995"/>
                <a:ext cx="230040" cy="1519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754F54A-7F2A-2AB2-FE4B-D8061C8D89D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832259" y="319355"/>
                  <a:ext cx="265680" cy="1875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0C81610B-1739-3366-CE5C-9B6F2B6B0527}"/>
              </a:ext>
            </a:extLst>
          </p:cNvPr>
          <p:cNvSpPr txBox="1"/>
          <p:nvPr/>
        </p:nvSpPr>
        <p:spPr>
          <a:xfrm>
            <a:off x="6120755" y="118197"/>
            <a:ext cx="5440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adaptation from </a:t>
            </a:r>
            <a:r>
              <a:rPr lang="en-US" i="1" dirty="0" err="1"/>
              <a:t>load_data_fashion_mnist</a:t>
            </a:r>
            <a:r>
              <a:rPr lang="en-US" i="1" dirty="0"/>
              <a:t>() </a:t>
            </a:r>
            <a:r>
              <a:rPr lang="en-US" dirty="0"/>
              <a:t>function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445B2F4-AE8E-541D-7320-9EEF82C3500B}"/>
              </a:ext>
            </a:extLst>
          </p:cNvPr>
          <p:cNvGrpSpPr/>
          <p:nvPr/>
        </p:nvGrpSpPr>
        <p:grpSpPr>
          <a:xfrm>
            <a:off x="4114667" y="1675520"/>
            <a:ext cx="2269800" cy="390240"/>
            <a:chOff x="4114667" y="1675520"/>
            <a:chExt cx="2269800" cy="390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A9B8114-B908-FDEA-D4E5-79A1D77CCAF7}"/>
                    </a:ext>
                  </a:extLst>
                </p14:cNvPr>
                <p14:cNvContentPartPr/>
                <p14:nvPr/>
              </p14:nvContentPartPr>
              <p14:xfrm>
                <a:off x="4114667" y="1709720"/>
                <a:ext cx="2075400" cy="3560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A9B8114-B908-FDEA-D4E5-79A1D77CCAF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096667" y="1692080"/>
                  <a:ext cx="2111040" cy="39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C7E1D6C-EB7C-4065-018D-57AA78B16EA4}"/>
                    </a:ext>
                  </a:extLst>
                </p14:cNvPr>
                <p14:cNvContentPartPr/>
                <p14:nvPr/>
              </p14:nvContentPartPr>
              <p14:xfrm>
                <a:off x="6078827" y="1675520"/>
                <a:ext cx="142920" cy="860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C7E1D6C-EB7C-4065-018D-57AA78B16EA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061187" y="1657520"/>
                  <a:ext cx="17856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CA72971-9128-1DB3-3F7A-B04B69643198}"/>
                    </a:ext>
                  </a:extLst>
                </p14:cNvPr>
                <p14:cNvContentPartPr/>
                <p14:nvPr/>
              </p14:nvContentPartPr>
              <p14:xfrm>
                <a:off x="5934827" y="1836440"/>
                <a:ext cx="366480" cy="2127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CA72971-9128-1DB3-3F7A-B04B6964319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917187" y="1818440"/>
                  <a:ext cx="40212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DF8EBB2-3899-7796-3AD0-E1674190E42F}"/>
                    </a:ext>
                  </a:extLst>
                </p14:cNvPr>
                <p14:cNvContentPartPr/>
                <p14:nvPr/>
              </p14:nvContentPartPr>
              <p14:xfrm>
                <a:off x="6206267" y="1778480"/>
                <a:ext cx="178200" cy="1004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DF8EBB2-3899-7796-3AD0-E1674190E42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188267" y="1760840"/>
                  <a:ext cx="213840" cy="1360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5CF8ECF4-0E14-6D8A-4494-2D84F4214593}"/>
              </a:ext>
            </a:extLst>
          </p:cNvPr>
          <p:cNvSpPr txBox="1"/>
          <p:nvPr/>
        </p:nvSpPr>
        <p:spPr>
          <a:xfrm>
            <a:off x="6221747" y="1454200"/>
            <a:ext cx="2150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I changed these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EB4167-9C61-D766-9D33-29F9F55EE6A5}"/>
              </a:ext>
            </a:extLst>
          </p:cNvPr>
          <p:cNvGrpSpPr/>
          <p:nvPr/>
        </p:nvGrpSpPr>
        <p:grpSpPr>
          <a:xfrm>
            <a:off x="7863780" y="1660260"/>
            <a:ext cx="1706040" cy="1075320"/>
            <a:chOff x="7863780" y="1660260"/>
            <a:chExt cx="1706040" cy="1075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14A8672-BE8A-9DCE-0C95-493F0C32E0FE}"/>
                    </a:ext>
                  </a:extLst>
                </p14:cNvPr>
                <p14:cNvContentPartPr/>
                <p14:nvPr/>
              </p14:nvContentPartPr>
              <p14:xfrm>
                <a:off x="7863780" y="1710660"/>
                <a:ext cx="1706040" cy="10249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14A8672-BE8A-9DCE-0C95-493F0C32E0F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845780" y="1693020"/>
                  <a:ext cx="1741680" cy="10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0E285A4-4C81-7153-5870-ECADC519AB9F}"/>
                    </a:ext>
                  </a:extLst>
                </p14:cNvPr>
                <p14:cNvContentPartPr/>
                <p14:nvPr/>
              </p14:nvContentPartPr>
              <p14:xfrm>
                <a:off x="8069340" y="1660260"/>
                <a:ext cx="167040" cy="1378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0E285A4-4C81-7153-5870-ECADC519AB9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051700" y="1642620"/>
                  <a:ext cx="202680" cy="173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57094890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FCEF153-2851-E412-C015-67A596F996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783" y="0"/>
            <a:ext cx="5122415" cy="31439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84F5E48-960A-432E-3813-EF84538BED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783" y="3235328"/>
            <a:ext cx="8806649" cy="36226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4A52AE3-6BA6-26CC-FE4D-A15E454680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5161" y="843225"/>
            <a:ext cx="6125430" cy="1457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2768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6911F7E-2C60-9DB9-24E2-7BBC696368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2533"/>
            <a:ext cx="6068272" cy="21053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5DAC308-FC32-1C30-4808-77B3468E81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2307" y="112533"/>
            <a:ext cx="6039693" cy="210531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E040AC3-9DC1-115C-8F32-2FAE3CB0A0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7820" y="2390323"/>
            <a:ext cx="1770520" cy="132559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B5EC178-C974-3319-7210-1FE3E1248D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986" y="3878867"/>
            <a:ext cx="5714300" cy="263285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246EF07-46A7-BE1D-35DA-752A80BBC5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0678" y="3888391"/>
            <a:ext cx="4904336" cy="262333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D745F68-4059-16A0-311C-7B9FA2BDFCA9}"/>
              </a:ext>
            </a:extLst>
          </p:cNvPr>
          <p:cNvSpPr txBox="1"/>
          <p:nvPr/>
        </p:nvSpPr>
        <p:spPr>
          <a:xfrm>
            <a:off x="0" y="3186921"/>
            <a:ext cx="83805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NOTE</a:t>
            </a:r>
            <a:r>
              <a:rPr lang="en-US" sz="2400" dirty="0"/>
              <a:t>: don’t forget to change the runtime from CPU to GPU: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183D8534-72FD-5582-82EE-99D5364DC52A}"/>
              </a:ext>
            </a:extLst>
          </p:cNvPr>
          <p:cNvSpPr/>
          <p:nvPr/>
        </p:nvSpPr>
        <p:spPr>
          <a:xfrm>
            <a:off x="6011778" y="4952978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98416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68CBFBA-5179-D05A-F15B-C970EE5812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422" y="48611"/>
            <a:ext cx="8560018" cy="33803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DC8D16F-3C69-DD45-F67A-AE46C8A962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422" y="3560765"/>
            <a:ext cx="3937574" cy="32184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3326CA1-DA2C-450E-7F87-790F831ED7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641" y="3560765"/>
            <a:ext cx="3797719" cy="322071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5ECDEBC-5922-408E-3513-AD06A99227E8}"/>
              </a:ext>
            </a:extLst>
          </p:cNvPr>
          <p:cNvSpPr txBox="1"/>
          <p:nvPr/>
        </p:nvSpPr>
        <p:spPr>
          <a:xfrm>
            <a:off x="8949872" y="4353245"/>
            <a:ext cx="288260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NOTE</a:t>
            </a:r>
            <a:r>
              <a:rPr lang="en-US" sz="2000" dirty="0"/>
              <a:t>: the model is too dumb to learn this task, this is why we have so bad performance </a:t>
            </a:r>
            <a:r>
              <a:rPr lang="en-US" sz="2000" dirty="0">
                <a:sym typeface="Wingdings" panose="05000000000000000000" pitchFamily="2" charset="2"/>
              </a:rPr>
              <a:t> </a:t>
            </a:r>
            <a:endParaRPr lang="en-US" sz="2000" dirty="0"/>
          </a:p>
        </p:txBody>
      </p:sp>
      <p:pic>
        <p:nvPicPr>
          <p:cNvPr id="3" name="Picture 2" descr="A cartoon of a person with a monkey on his head&#10;&#10;Description automatically generated">
            <a:extLst>
              <a:ext uri="{FF2B5EF4-FFF2-40B4-BE49-F238E27FC236}">
                <a16:creationId xmlns:a16="http://schemas.microsoft.com/office/drawing/2014/main" id="{110653AD-EBC5-0559-12CC-A13ECBEF998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3177" y="941683"/>
            <a:ext cx="2529299" cy="2336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11089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2C8EB-B4A6-CEB7-5303-65CE5D894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33316"/>
            <a:ext cx="10515600" cy="1325563"/>
          </a:xfrm>
        </p:spPr>
        <p:txBody>
          <a:bodyPr/>
          <a:lstStyle/>
          <a:p>
            <a:r>
              <a:rPr lang="en-US" dirty="0"/>
              <a:t>Optional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42C5090-DF7E-5BF8-1479-A1EAC0028E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5653" y="992247"/>
            <a:ext cx="6315956" cy="1028844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928087F-2739-0A29-2DD4-F6E46E588E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653" y="2267958"/>
            <a:ext cx="6144482" cy="411537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A42A4B2-E4CB-8BA8-836A-1AD9AC4E0B21}"/>
              </a:ext>
            </a:extLst>
          </p:cNvPr>
          <p:cNvSpPr txBox="1"/>
          <p:nvPr/>
        </p:nvSpPr>
        <p:spPr>
          <a:xfrm>
            <a:off x="5889936" y="371322"/>
            <a:ext cx="6427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adaptation from </a:t>
            </a:r>
            <a:r>
              <a:rPr lang="en-US" i="1" dirty="0" err="1"/>
              <a:t>get_fashion_mnist_labels</a:t>
            </a:r>
            <a:r>
              <a:rPr lang="en-US" i="1" dirty="0"/>
              <a:t>() </a:t>
            </a:r>
            <a:r>
              <a:rPr lang="en-US" dirty="0"/>
              <a:t>function</a:t>
            </a:r>
            <a:r>
              <a:rPr lang="en-US" i="1" dirty="0"/>
              <a:t> </a:t>
            </a:r>
            <a:r>
              <a:rPr lang="en-US" dirty="0"/>
              <a:t>from lab 8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F2ADEA2-5A6D-66C3-CBAE-6DA65AFC557B}"/>
              </a:ext>
            </a:extLst>
          </p:cNvPr>
          <p:cNvGrpSpPr/>
          <p:nvPr/>
        </p:nvGrpSpPr>
        <p:grpSpPr>
          <a:xfrm>
            <a:off x="3559579" y="523604"/>
            <a:ext cx="2328480" cy="381960"/>
            <a:chOff x="3559579" y="523604"/>
            <a:chExt cx="2328480" cy="381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9C96F92-A5EC-9551-AFD0-AA74BBA2D130}"/>
                    </a:ext>
                  </a:extLst>
                </p14:cNvPr>
                <p14:cNvContentPartPr/>
                <p14:nvPr/>
              </p14:nvContentPartPr>
              <p14:xfrm>
                <a:off x="3559579" y="603164"/>
                <a:ext cx="2299680" cy="3024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9C96F92-A5EC-9551-AFD0-AA74BBA2D13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541939" y="585524"/>
                  <a:ext cx="233532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E84484B-F1E1-7D50-858B-8EB7C78E4EB0}"/>
                    </a:ext>
                  </a:extLst>
                </p14:cNvPr>
                <p14:cNvContentPartPr/>
                <p14:nvPr/>
              </p14:nvContentPartPr>
              <p14:xfrm>
                <a:off x="5770339" y="523604"/>
                <a:ext cx="117720" cy="1663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E84484B-F1E1-7D50-858B-8EB7C78E4EB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752699" y="505604"/>
                  <a:ext cx="153360" cy="2019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52B566E2-08C9-A8D7-F91B-9DA2931FEDA1}"/>
              </a:ext>
            </a:extLst>
          </p:cNvPr>
          <p:cNvSpPr txBox="1"/>
          <p:nvPr/>
        </p:nvSpPr>
        <p:spPr>
          <a:xfrm>
            <a:off x="8610412" y="4140979"/>
            <a:ext cx="5440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function from lab 8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714BD14-3DAB-423B-41D0-2883ED4C22C9}"/>
              </a:ext>
            </a:extLst>
          </p:cNvPr>
          <p:cNvGrpSpPr/>
          <p:nvPr/>
        </p:nvGrpSpPr>
        <p:grpSpPr>
          <a:xfrm>
            <a:off x="7571160" y="4178592"/>
            <a:ext cx="952920" cy="242640"/>
            <a:chOff x="7571160" y="4178592"/>
            <a:chExt cx="952920" cy="24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4A18AA8-CE44-DE99-A2BB-235CD26A2157}"/>
                    </a:ext>
                  </a:extLst>
                </p14:cNvPr>
                <p14:cNvContentPartPr/>
                <p14:nvPr/>
              </p14:nvContentPartPr>
              <p14:xfrm>
                <a:off x="7571160" y="4306392"/>
                <a:ext cx="891000" cy="100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4A18AA8-CE44-DE99-A2BB-235CD26A215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553160" y="4288392"/>
                  <a:ext cx="9266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AD4372E-7347-F34B-856C-96FBCE939F8D}"/>
                    </a:ext>
                  </a:extLst>
                </p14:cNvPr>
                <p14:cNvContentPartPr/>
                <p14:nvPr/>
              </p14:nvContentPartPr>
              <p14:xfrm>
                <a:off x="8348400" y="4178592"/>
                <a:ext cx="175680" cy="2426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AD4372E-7347-F34B-856C-96FBCE939F8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330400" y="4160952"/>
                  <a:ext cx="211320" cy="278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06791925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998BCB7-4078-AE51-2561-D8E90B9BCF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78" y="1750343"/>
            <a:ext cx="11709646" cy="4558499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041283C6-D32E-1B1C-E795-B882745A2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33316"/>
            <a:ext cx="10515600" cy="1325563"/>
          </a:xfrm>
        </p:spPr>
        <p:txBody>
          <a:bodyPr/>
          <a:lstStyle/>
          <a:p>
            <a:r>
              <a:rPr lang="en-US" dirty="0"/>
              <a:t>Optional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CE571C-9594-4827-4949-A18F1095275B}"/>
              </a:ext>
            </a:extLst>
          </p:cNvPr>
          <p:cNvSpPr txBox="1"/>
          <p:nvPr/>
        </p:nvSpPr>
        <p:spPr>
          <a:xfrm>
            <a:off x="0" y="992247"/>
            <a:ext cx="113989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our model to classify some images. Given a series of images, we will compare their </a:t>
            </a:r>
            <a:r>
              <a:rPr lang="en-US" b="1" dirty="0"/>
              <a:t>actual labels (first line of text output) </a:t>
            </a:r>
            <a:r>
              <a:rPr lang="en-US" dirty="0"/>
              <a:t>and the </a:t>
            </a:r>
            <a:r>
              <a:rPr lang="en-US" b="1" dirty="0"/>
              <a:t>predictions from the model (second line of text output)</a:t>
            </a:r>
            <a:r>
              <a:rPr lang="en-US" dirty="0"/>
              <a:t>: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023AB97-15CA-BB77-AFA0-104BC571BC14}"/>
              </a:ext>
            </a:extLst>
          </p:cNvPr>
          <p:cNvGrpSpPr/>
          <p:nvPr/>
        </p:nvGrpSpPr>
        <p:grpSpPr>
          <a:xfrm>
            <a:off x="2121379" y="2852804"/>
            <a:ext cx="5617080" cy="496080"/>
            <a:chOff x="2121379" y="2852804"/>
            <a:chExt cx="5617080" cy="49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0733176-A15E-1704-6F75-3032D568FA6F}"/>
                    </a:ext>
                  </a:extLst>
                </p14:cNvPr>
                <p14:cNvContentPartPr/>
                <p14:nvPr/>
              </p14:nvContentPartPr>
              <p14:xfrm>
                <a:off x="2121379" y="2871164"/>
                <a:ext cx="5434920" cy="4777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0733176-A15E-1704-6F75-3032D568FA6F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103739" y="2853164"/>
                  <a:ext cx="5470560" cy="51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C1A2B6F-7137-12C3-282B-114E278D4616}"/>
                    </a:ext>
                  </a:extLst>
                </p14:cNvPr>
                <p14:cNvContentPartPr/>
                <p14:nvPr/>
              </p14:nvContentPartPr>
              <p14:xfrm>
                <a:off x="7332739" y="2852804"/>
                <a:ext cx="405720" cy="2102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C1A2B6F-7137-12C3-282B-114E278D4616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315099" y="2834804"/>
                  <a:ext cx="441360" cy="245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2DD8E479-CB37-775A-0FE0-41A04AD1475E}"/>
                  </a:ext>
                </a:extLst>
              </p14:cNvPr>
              <p14:cNvContentPartPr/>
              <p14:nvPr/>
            </p14:nvContentPartPr>
            <p14:xfrm>
              <a:off x="2707459" y="2440964"/>
              <a:ext cx="4824000" cy="1072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2DD8E479-CB37-775A-0FE0-41A04AD1475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689459" y="2422964"/>
                <a:ext cx="4859640" cy="14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0AA16FA7-162E-263F-A9F3-F95E55E13BC3}"/>
                  </a:ext>
                </a:extLst>
              </p14:cNvPr>
              <p14:cNvContentPartPr/>
              <p14:nvPr/>
            </p14:nvContentPartPr>
            <p14:xfrm>
              <a:off x="7408339" y="2361404"/>
              <a:ext cx="208800" cy="21204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0AA16FA7-162E-263F-A9F3-F95E55E13BC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390699" y="2343764"/>
                <a:ext cx="244440" cy="247680"/>
              </a:xfrm>
              <a:prstGeom prst="rect">
                <a:avLst/>
              </a:prstGeom>
            </p:spPr>
          </p:pic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4EB321E0-385E-E520-5B75-A4292892BB20}"/>
              </a:ext>
            </a:extLst>
          </p:cNvPr>
          <p:cNvSpPr txBox="1"/>
          <p:nvPr/>
        </p:nvSpPr>
        <p:spPr>
          <a:xfrm>
            <a:off x="7738459" y="2327553"/>
            <a:ext cx="22990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I needed to change these 2 things</a:t>
            </a:r>
          </a:p>
        </p:txBody>
      </p:sp>
    </p:spTree>
    <p:extLst>
      <p:ext uri="{BB962C8B-B14F-4D97-AF65-F5344CB8AC3E}">
        <p14:creationId xmlns:p14="http://schemas.microsoft.com/office/powerpoint/2010/main" val="38722109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7B86E93-9091-F8DE-DE91-27CC253274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1376" y="0"/>
            <a:ext cx="7009838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8C13B88-1FBE-C379-77AD-3FCC26FB66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5008880" cy="4566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8048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D915F-363A-78BC-BC8A-33156B573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71722"/>
            <a:ext cx="10515600" cy="1325563"/>
          </a:xfrm>
        </p:spPr>
        <p:txBody>
          <a:bodyPr/>
          <a:lstStyle/>
          <a:p>
            <a:r>
              <a:rPr lang="en-US" dirty="0"/>
              <a:t>NOTES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49CE3C-474A-79DF-03C5-B1CDFD6D26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7452" y="968"/>
            <a:ext cx="7192379" cy="25721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9C5D7CA-4A11-259D-B9E0-EAC8C9033518}"/>
              </a:ext>
            </a:extLst>
          </p:cNvPr>
          <p:cNvSpPr txBox="1"/>
          <p:nvPr/>
        </p:nvSpPr>
        <p:spPr>
          <a:xfrm>
            <a:off x="0" y="784164"/>
            <a:ext cx="48294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input image (from SVHN dataset) is a color image, so I set the number of input channels for </a:t>
            </a:r>
            <a:r>
              <a:rPr lang="en-US" i="1" dirty="0"/>
              <a:t>self.conv1 </a:t>
            </a:r>
            <a:r>
              <a:rPr lang="en-US" dirty="0"/>
              <a:t>and </a:t>
            </a:r>
            <a:r>
              <a:rPr lang="en-US" i="1" dirty="0"/>
              <a:t>self.conv2 </a:t>
            </a:r>
            <a:r>
              <a:rPr lang="en-US" dirty="0"/>
              <a:t>to </a:t>
            </a:r>
            <a:r>
              <a:rPr lang="en-US" b="1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0B8839-37D7-140A-F153-45E9F2E87019}"/>
              </a:ext>
            </a:extLst>
          </p:cNvPr>
          <p:cNvSpPr txBox="1"/>
          <p:nvPr/>
        </p:nvSpPr>
        <p:spPr>
          <a:xfrm>
            <a:off x="-35511" y="1807262"/>
            <a:ext cx="49004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how did I know to add </a:t>
            </a:r>
            <a:r>
              <a:rPr lang="en-US" i="1" dirty="0"/>
              <a:t>padding=1 </a:t>
            </a:r>
            <a:r>
              <a:rPr lang="en-US" dirty="0"/>
              <a:t>for </a:t>
            </a:r>
            <a:r>
              <a:rPr lang="en-US" i="1" dirty="0"/>
              <a:t>self.conv3</a:t>
            </a:r>
            <a:r>
              <a:rPr lang="en-US" dirty="0"/>
              <a:t>?</a:t>
            </a:r>
            <a:endParaRPr lang="en-US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2107230-4072-8E0B-9C02-AA74398ACD86}"/>
              </a:ext>
            </a:extLst>
          </p:cNvPr>
          <p:cNvSpPr txBox="1"/>
          <p:nvPr/>
        </p:nvSpPr>
        <p:spPr>
          <a:xfrm>
            <a:off x="-35511" y="2636376"/>
            <a:ext cx="2788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let’s do it without </a:t>
            </a:r>
            <a:r>
              <a:rPr lang="en-US" i="1" dirty="0"/>
              <a:t>padding=1</a:t>
            </a:r>
            <a:r>
              <a:rPr lang="en-US" dirty="0"/>
              <a:t>:</a:t>
            </a:r>
            <a:endParaRPr lang="en-US" b="1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5BC84E28-F689-F15C-8D33-7915874F03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0266" y="2715291"/>
            <a:ext cx="4659445" cy="413500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CA80A481-F803-617B-BF48-2871560335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0348" y="3752165"/>
            <a:ext cx="5169483" cy="1959280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6CA3DB19-1B5F-E655-6E18-6D57B4229D4C}"/>
              </a:ext>
            </a:extLst>
          </p:cNvPr>
          <p:cNvGrpSpPr/>
          <p:nvPr/>
        </p:nvGrpSpPr>
        <p:grpSpPr>
          <a:xfrm>
            <a:off x="3240259" y="2034287"/>
            <a:ext cx="5526360" cy="275040"/>
            <a:chOff x="3240259" y="2034287"/>
            <a:chExt cx="5526360" cy="27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F06FF83-D409-D245-F200-F95D100143F7}"/>
                    </a:ext>
                  </a:extLst>
                </p14:cNvPr>
                <p14:cNvContentPartPr/>
                <p14:nvPr/>
              </p14:nvContentPartPr>
              <p14:xfrm>
                <a:off x="3240259" y="2085407"/>
                <a:ext cx="5463360" cy="2239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F06FF83-D409-D245-F200-F95D100143F7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222259" y="2067767"/>
                  <a:ext cx="549900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FC9BCD1-7D07-7887-0F91-FE7702C71AE3}"/>
                    </a:ext>
                  </a:extLst>
                </p14:cNvPr>
                <p14:cNvContentPartPr/>
                <p14:nvPr/>
              </p14:nvContentPartPr>
              <p14:xfrm>
                <a:off x="8549179" y="2034287"/>
                <a:ext cx="217440" cy="1562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FC9BCD1-7D07-7887-0F91-FE7702C71AE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531179" y="2016647"/>
                  <a:ext cx="253080" cy="19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ADE32943-2565-E106-ABC7-10B8C9A612FB}"/>
              </a:ext>
            </a:extLst>
          </p:cNvPr>
          <p:cNvGrpSpPr/>
          <p:nvPr/>
        </p:nvGrpSpPr>
        <p:grpSpPr>
          <a:xfrm>
            <a:off x="4633819" y="1187940"/>
            <a:ext cx="2479320" cy="508667"/>
            <a:chOff x="4633819" y="1187940"/>
            <a:chExt cx="2479320" cy="508667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C6E46C7-8BE9-60E1-C55E-488D8F0C1463}"/>
                    </a:ext>
                  </a:extLst>
                </p14:cNvPr>
                <p14:cNvContentPartPr/>
                <p14:nvPr/>
              </p14:nvContentPartPr>
              <p14:xfrm>
                <a:off x="4633819" y="1526687"/>
                <a:ext cx="2453040" cy="1699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C6E46C7-8BE9-60E1-C55E-488D8F0C1463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616179" y="1509047"/>
                  <a:ext cx="248868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7631B83-A352-0106-E132-4256B91EEE90}"/>
                    </a:ext>
                  </a:extLst>
                </p14:cNvPr>
                <p14:cNvContentPartPr/>
                <p14:nvPr/>
              </p14:nvContentPartPr>
              <p14:xfrm>
                <a:off x="7004419" y="1552607"/>
                <a:ext cx="108720" cy="1065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7631B83-A352-0106-E132-4256B91EEE9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986419" y="1534607"/>
                  <a:ext cx="14436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D84A5A9-AC74-C91A-7DD1-6FFE4EF4AE2D}"/>
                    </a:ext>
                  </a:extLst>
                </p14:cNvPr>
                <p14:cNvContentPartPr/>
                <p14:nvPr/>
              </p14:nvContentPartPr>
              <p14:xfrm>
                <a:off x="4648320" y="1202700"/>
                <a:ext cx="2461680" cy="3218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D84A5A9-AC74-C91A-7DD1-6FFE4EF4AE2D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630320" y="1185060"/>
                  <a:ext cx="249732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237CCFA0-E7E7-DDBA-1420-D61F2C5A22F1}"/>
                    </a:ext>
                  </a:extLst>
                </p14:cNvPr>
                <p14:cNvContentPartPr/>
                <p14:nvPr/>
              </p14:nvContentPartPr>
              <p14:xfrm>
                <a:off x="6934320" y="1187940"/>
                <a:ext cx="160920" cy="910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237CCFA0-E7E7-DDBA-1420-D61F2C5A22F1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916320" y="1169940"/>
                  <a:ext cx="196560" cy="12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E2153065-EDD2-CF17-2E74-3B650759D8FA}"/>
              </a:ext>
            </a:extLst>
          </p:cNvPr>
          <p:cNvGrpSpPr/>
          <p:nvPr/>
        </p:nvGrpSpPr>
        <p:grpSpPr>
          <a:xfrm>
            <a:off x="1525219" y="5423924"/>
            <a:ext cx="952200" cy="209160"/>
            <a:chOff x="1525219" y="5423924"/>
            <a:chExt cx="952200" cy="209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9921D987-A06E-B983-6E78-94352AE52209}"/>
                    </a:ext>
                  </a:extLst>
                </p14:cNvPr>
                <p14:cNvContentPartPr/>
                <p14:nvPr/>
              </p14:nvContentPartPr>
              <p14:xfrm>
                <a:off x="1576699" y="5500604"/>
                <a:ext cx="900720" cy="396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9921D987-A06E-B983-6E78-94352AE52209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558699" y="5482604"/>
                  <a:ext cx="93636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22CC637-836A-9543-91AB-3333BB790360}"/>
                    </a:ext>
                  </a:extLst>
                </p14:cNvPr>
                <p14:cNvContentPartPr/>
                <p14:nvPr/>
              </p14:nvContentPartPr>
              <p14:xfrm>
                <a:off x="1525219" y="5423924"/>
                <a:ext cx="200880" cy="2091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22CC637-836A-9543-91AB-3333BB790360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507219" y="5406284"/>
                  <a:ext cx="236520" cy="244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8A504D5E-6C99-C023-F5E2-4B41B20FF13F}"/>
                  </a:ext>
                </a:extLst>
              </p14:cNvPr>
              <p14:cNvContentPartPr/>
              <p14:nvPr/>
            </p14:nvContentPartPr>
            <p14:xfrm>
              <a:off x="7580779" y="5343644"/>
              <a:ext cx="4573800" cy="53460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8A504D5E-6C99-C023-F5E2-4B41B20FF13F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7563139" y="5325644"/>
                <a:ext cx="4609440" cy="570240"/>
              </a:xfrm>
              <a:prstGeom prst="rect">
                <a:avLst/>
              </a:prstGeom>
            </p:spPr>
          </p:pic>
        </mc:Fallback>
      </mc:AlternateContent>
      <p:sp>
        <p:nvSpPr>
          <p:cNvPr id="54" name="TextBox 53">
            <a:extLst>
              <a:ext uri="{FF2B5EF4-FFF2-40B4-BE49-F238E27FC236}">
                <a16:creationId xmlns:a16="http://schemas.microsoft.com/office/drawing/2014/main" id="{D2B9A6E9-B07E-70A0-8BCF-092E9CC7CB4D}"/>
              </a:ext>
            </a:extLst>
          </p:cNvPr>
          <p:cNvSpPr txBox="1"/>
          <p:nvPr/>
        </p:nvSpPr>
        <p:spPr>
          <a:xfrm>
            <a:off x="469491" y="5008425"/>
            <a:ext cx="10404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rgbClr val="FF0000"/>
                </a:solidFill>
              </a:rPr>
              <a:t>aici</a:t>
            </a:r>
            <a:r>
              <a:rPr lang="en-US" sz="2400" b="1" dirty="0">
                <a:solidFill>
                  <a:srgbClr val="FF0000"/>
                </a:solidFill>
              </a:rPr>
              <a:t> e </a:t>
            </a:r>
            <a:r>
              <a:rPr lang="en-US" sz="2400" b="1" dirty="0" err="1">
                <a:solidFill>
                  <a:srgbClr val="FF0000"/>
                </a:solidFill>
              </a:rPr>
              <a:t>buba</a:t>
            </a:r>
            <a:r>
              <a:rPr lang="en-US" sz="2400" b="1" dirty="0">
                <a:solidFill>
                  <a:srgbClr val="FF0000"/>
                </a:solidFill>
              </a:rPr>
              <a:t> !</a:t>
            </a:r>
          </a:p>
        </p:txBody>
      </p:sp>
    </p:spTree>
    <p:extLst>
      <p:ext uri="{BB962C8B-B14F-4D97-AF65-F5344CB8AC3E}">
        <p14:creationId xmlns:p14="http://schemas.microsoft.com/office/powerpoint/2010/main" val="413267853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7EE86-C702-7112-7776-2992F556F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03357"/>
            <a:ext cx="5140171" cy="4351338"/>
          </a:xfrm>
        </p:spPr>
        <p:txBody>
          <a:bodyPr>
            <a:normAutofit/>
          </a:bodyPr>
          <a:lstStyle/>
          <a:p>
            <a:r>
              <a:rPr lang="en-US" sz="2400" dirty="0"/>
              <a:t>let’s print the shapes to debug: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76B3F2-6B73-1AE3-27ED-C62500A1F6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2881" y="0"/>
            <a:ext cx="5431231" cy="3769259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E69C5CD8-B687-C193-3811-892488F4D689}"/>
              </a:ext>
            </a:extLst>
          </p:cNvPr>
          <p:cNvGrpSpPr/>
          <p:nvPr/>
        </p:nvGrpSpPr>
        <p:grpSpPr>
          <a:xfrm>
            <a:off x="2556619" y="2085875"/>
            <a:ext cx="1864440" cy="1527840"/>
            <a:chOff x="2556619" y="2085875"/>
            <a:chExt cx="1864440" cy="1527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11861EA-1C62-2ABC-C07A-EF90D3E4B647}"/>
                    </a:ext>
                  </a:extLst>
                </p14:cNvPr>
                <p14:cNvContentPartPr/>
                <p14:nvPr/>
              </p14:nvContentPartPr>
              <p14:xfrm>
                <a:off x="2668939" y="2166875"/>
                <a:ext cx="1752120" cy="14468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11861EA-1C62-2ABC-C07A-EF90D3E4B647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650939" y="2148875"/>
                  <a:ext cx="1787760" cy="148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0C53875-0E44-9F05-1185-49EC9E87D746}"/>
                    </a:ext>
                  </a:extLst>
                </p14:cNvPr>
                <p14:cNvContentPartPr/>
                <p14:nvPr/>
              </p14:nvContentPartPr>
              <p14:xfrm>
                <a:off x="2556619" y="2085875"/>
                <a:ext cx="214200" cy="2671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0C53875-0E44-9F05-1185-49EC9E87D746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538619" y="2067875"/>
                  <a:ext cx="249840" cy="3027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07D845E5-DB94-C783-8CA4-280925C543A2}"/>
              </a:ext>
            </a:extLst>
          </p:cNvPr>
          <p:cNvSpPr txBox="1"/>
          <p:nvPr/>
        </p:nvSpPr>
        <p:spPr>
          <a:xfrm>
            <a:off x="568170" y="1362129"/>
            <a:ext cx="37641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y3 has the (spatial) shape 28x28 and y1 has the (spatial) shape 30x30 !</a:t>
            </a:r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1A243E5C-324A-89BC-1306-007523B0D3B3}"/>
              </a:ext>
            </a:extLst>
          </p:cNvPr>
          <p:cNvSpPr/>
          <p:nvPr/>
        </p:nvSpPr>
        <p:spPr>
          <a:xfrm>
            <a:off x="1448272" y="2085875"/>
            <a:ext cx="484632" cy="97840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006BE4B-584B-4BA2-AD42-468D69B6E746}"/>
              </a:ext>
            </a:extLst>
          </p:cNvPr>
          <p:cNvSpPr txBox="1"/>
          <p:nvPr/>
        </p:nvSpPr>
        <p:spPr>
          <a:xfrm>
            <a:off x="292963" y="3074692"/>
            <a:ext cx="34179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we need to add some </a:t>
            </a:r>
            <a:r>
              <a:rPr lang="en-US" b="1" i="1" dirty="0">
                <a:solidFill>
                  <a:srgbClr val="FF0000"/>
                </a:solidFill>
              </a:rPr>
              <a:t>padding</a:t>
            </a:r>
            <a:r>
              <a:rPr lang="en-US" b="1" dirty="0">
                <a:solidFill>
                  <a:srgbClr val="FF0000"/>
                </a:solidFill>
              </a:rPr>
              <a:t> or </a:t>
            </a:r>
            <a:r>
              <a:rPr lang="en-US" b="1" i="1" dirty="0">
                <a:solidFill>
                  <a:srgbClr val="FF0000"/>
                </a:solidFill>
              </a:rPr>
              <a:t>stride</a:t>
            </a:r>
            <a:r>
              <a:rPr lang="en-US" b="1" dirty="0">
                <a:solidFill>
                  <a:srgbClr val="FF0000"/>
                </a:solidFill>
              </a:rPr>
              <a:t> to self.conv3 to change the spatial shape of y3 from 28x28 to 30x30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3FF4225-A004-4FD3-3216-2D2B7A01D53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4168" y="4285430"/>
            <a:ext cx="2062451" cy="251971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88DBB6A-B47D-CEDF-295A-6A6D4829141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04022" y="4005028"/>
            <a:ext cx="4726409" cy="2749615"/>
          </a:xfrm>
          <a:prstGeom prst="rect">
            <a:avLst/>
          </a:prstGeom>
        </p:spPr>
      </p:pic>
      <p:sp>
        <p:nvSpPr>
          <p:cNvPr id="18" name="Arrow: Right 17">
            <a:extLst>
              <a:ext uri="{FF2B5EF4-FFF2-40B4-BE49-F238E27FC236}">
                <a16:creationId xmlns:a16="http://schemas.microsoft.com/office/drawing/2014/main" id="{2F28C455-C9AF-3F44-1769-52D4109F4C78}"/>
              </a:ext>
            </a:extLst>
          </p:cNvPr>
          <p:cNvSpPr/>
          <p:nvPr/>
        </p:nvSpPr>
        <p:spPr>
          <a:xfrm>
            <a:off x="2931507" y="5228835"/>
            <a:ext cx="12765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E05DB164-AD56-F3A2-2C53-50EE52DAE852}"/>
                  </a:ext>
                </a:extLst>
              </p14:cNvPr>
              <p14:cNvContentPartPr/>
              <p14:nvPr/>
            </p14:nvContentPartPr>
            <p14:xfrm>
              <a:off x="5684160" y="4941760"/>
              <a:ext cx="2490480" cy="27108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E05DB164-AD56-F3A2-2C53-50EE52DAE85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666520" y="4924120"/>
                <a:ext cx="2526120" cy="306720"/>
              </a:xfrm>
              <a:prstGeom prst="rect">
                <a:avLst/>
              </a:prstGeom>
            </p:spPr>
          </p:pic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7286C708-1CC4-F825-DBC0-333844DFF068}"/>
              </a:ext>
            </a:extLst>
          </p:cNvPr>
          <p:cNvSpPr txBox="1"/>
          <p:nvPr/>
        </p:nvSpPr>
        <p:spPr>
          <a:xfrm>
            <a:off x="9330431" y="4872003"/>
            <a:ext cx="293850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memorize this slide for the exam </a:t>
            </a:r>
            <a:r>
              <a:rPr lang="en-US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</a:t>
            </a:r>
          </a:p>
          <a:p>
            <a:endParaRPr lang="en-US" sz="2000" b="1" dirty="0">
              <a:solidFill>
                <a:srgbClr val="FF0000"/>
              </a:solidFill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48564999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605A0E-4115-0534-E9B2-0DA000D919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42" y="-447059"/>
            <a:ext cx="12126157" cy="7238476"/>
          </a:xfrm>
        </p:spPr>
        <p:txBody>
          <a:bodyPr>
            <a:normAutofit/>
          </a:bodyPr>
          <a:lstStyle/>
          <a:p>
            <a:endParaRPr lang="en-US" sz="2800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i</a:t>
            </a:r>
            <a:r>
              <a:rPr lang="en-US" sz="2800" dirty="0">
                <a:sym typeface="Wingdings" panose="05000000000000000000" pitchFamily="2" charset="2"/>
              </a:rPr>
              <a:t>n our case:</a:t>
            </a:r>
          </a:p>
          <a:p>
            <a:pPr marL="800100" lvl="1" indent="-342900"/>
            <a:r>
              <a:rPr lang="en-US" i="1" dirty="0" err="1">
                <a:sym typeface="Wingdings" panose="05000000000000000000" pitchFamily="2" charset="2"/>
              </a:rPr>
              <a:t>n</a:t>
            </a:r>
            <a:r>
              <a:rPr lang="en-US" i="1" baseline="-25000" dirty="0" err="1">
                <a:sym typeface="Wingdings" panose="05000000000000000000" pitchFamily="2" charset="2"/>
              </a:rPr>
              <a:t>h</a:t>
            </a:r>
            <a:r>
              <a:rPr lang="en-US" dirty="0">
                <a:sym typeface="Wingdings" panose="05000000000000000000" pitchFamily="2" charset="2"/>
              </a:rPr>
              <a:t> = </a:t>
            </a:r>
            <a:r>
              <a:rPr lang="en-US" i="1" dirty="0" err="1">
                <a:sym typeface="Wingdings" panose="05000000000000000000" pitchFamily="2" charset="2"/>
              </a:rPr>
              <a:t>n</a:t>
            </a:r>
            <a:r>
              <a:rPr lang="en-US" i="1" baseline="-25000" dirty="0" err="1">
                <a:sym typeface="Wingdings" panose="05000000000000000000" pitchFamily="2" charset="2"/>
              </a:rPr>
              <a:t>w</a:t>
            </a:r>
            <a:r>
              <a:rPr lang="en-US" dirty="0">
                <a:sym typeface="Wingdings" panose="05000000000000000000" pitchFamily="2" charset="2"/>
              </a:rPr>
              <a:t> = 30 (because y2 has the spatial shape 30x30</a:t>
            </a:r>
          </a:p>
          <a:p>
            <a:pPr marL="800100" lvl="1" indent="-342900"/>
            <a:r>
              <a:rPr lang="en-US" i="1" dirty="0" err="1">
                <a:sym typeface="Wingdings" panose="05000000000000000000" pitchFamily="2" charset="2"/>
              </a:rPr>
              <a:t>k</a:t>
            </a:r>
            <a:r>
              <a:rPr lang="en-US" i="1" baseline="-25000" dirty="0" err="1">
                <a:sym typeface="Wingdings" panose="05000000000000000000" pitchFamily="2" charset="2"/>
              </a:rPr>
              <a:t>h</a:t>
            </a:r>
            <a:r>
              <a:rPr lang="en-US" dirty="0">
                <a:sym typeface="Wingdings" panose="05000000000000000000" pitchFamily="2" charset="2"/>
              </a:rPr>
              <a:t> = </a:t>
            </a:r>
            <a:r>
              <a:rPr lang="en-US" i="1" dirty="0">
                <a:sym typeface="Wingdings" panose="05000000000000000000" pitchFamily="2" charset="2"/>
              </a:rPr>
              <a:t>k</a:t>
            </a:r>
            <a:r>
              <a:rPr lang="en-US" i="1" baseline="-25000" dirty="0">
                <a:sym typeface="Wingdings" panose="05000000000000000000" pitchFamily="2" charset="2"/>
              </a:rPr>
              <a:t>w</a:t>
            </a:r>
            <a:r>
              <a:rPr lang="en-US" dirty="0">
                <a:sym typeface="Wingdings" panose="05000000000000000000" pitchFamily="2" charset="2"/>
              </a:rPr>
              <a:t> = 3 (because the </a:t>
            </a:r>
            <a:r>
              <a:rPr lang="en-US" i="1" dirty="0" err="1">
                <a:sym typeface="Wingdings" panose="05000000000000000000" pitchFamily="2" charset="2"/>
              </a:rPr>
              <a:t>kernel_size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i="1" dirty="0">
                <a:sym typeface="Wingdings" panose="05000000000000000000" pitchFamily="2" charset="2"/>
              </a:rPr>
              <a:t>= 3 </a:t>
            </a:r>
            <a:r>
              <a:rPr lang="en-US" dirty="0">
                <a:sym typeface="Wingdings" panose="05000000000000000000" pitchFamily="2" charset="2"/>
              </a:rPr>
              <a:t>for self.conv3)</a:t>
            </a:r>
          </a:p>
          <a:p>
            <a:pPr marL="800100" lvl="1" indent="-342900"/>
            <a:r>
              <a:rPr lang="en-US" i="1" dirty="0" err="1">
                <a:sym typeface="Wingdings" panose="05000000000000000000" pitchFamily="2" charset="2"/>
              </a:rPr>
              <a:t>p</a:t>
            </a:r>
            <a:r>
              <a:rPr lang="en-US" i="1" baseline="-25000" dirty="0" err="1">
                <a:sym typeface="Wingdings" panose="05000000000000000000" pitchFamily="2" charset="2"/>
              </a:rPr>
              <a:t>h</a:t>
            </a:r>
            <a:r>
              <a:rPr lang="en-US" dirty="0">
                <a:sym typeface="Wingdings" panose="05000000000000000000" pitchFamily="2" charset="2"/>
              </a:rPr>
              <a:t> = </a:t>
            </a:r>
            <a:r>
              <a:rPr lang="en-US" i="1" dirty="0">
                <a:sym typeface="Wingdings" panose="05000000000000000000" pitchFamily="2" charset="2"/>
              </a:rPr>
              <a:t>p</a:t>
            </a:r>
            <a:r>
              <a:rPr lang="en-US" i="1" baseline="-25000" dirty="0">
                <a:sym typeface="Wingdings" panose="05000000000000000000" pitchFamily="2" charset="2"/>
              </a:rPr>
              <a:t>w</a:t>
            </a:r>
            <a:r>
              <a:rPr lang="en-US" dirty="0">
                <a:sym typeface="Wingdings" panose="05000000000000000000" pitchFamily="2" charset="2"/>
              </a:rPr>
              <a:t> (because by default </a:t>
            </a:r>
            <a:r>
              <a:rPr lang="en-US" i="1" dirty="0">
                <a:sym typeface="Wingdings" panose="05000000000000000000" pitchFamily="2" charset="2"/>
              </a:rPr>
              <a:t>padding = 0 </a:t>
            </a:r>
            <a:r>
              <a:rPr lang="en-US" dirty="0">
                <a:sym typeface="Wingdings" panose="05000000000000000000" pitchFamily="2" charset="2"/>
              </a:rPr>
              <a:t>for torch.nn.Conv2d)</a:t>
            </a:r>
          </a:p>
          <a:p>
            <a:pPr marL="800100" lvl="1" indent="-342900"/>
            <a:r>
              <a:rPr lang="en-US" i="1" dirty="0" err="1">
                <a:sym typeface="Wingdings" panose="05000000000000000000" pitchFamily="2" charset="2"/>
              </a:rPr>
              <a:t>s</a:t>
            </a:r>
            <a:r>
              <a:rPr lang="en-US" i="1" baseline="-25000" dirty="0" err="1">
                <a:sym typeface="Wingdings" panose="05000000000000000000" pitchFamily="2" charset="2"/>
              </a:rPr>
              <a:t>h</a:t>
            </a:r>
            <a:r>
              <a:rPr lang="en-US" dirty="0">
                <a:sym typeface="Wingdings" panose="05000000000000000000" pitchFamily="2" charset="2"/>
              </a:rPr>
              <a:t> = </a:t>
            </a:r>
            <a:r>
              <a:rPr lang="en-US" i="1" dirty="0" err="1">
                <a:sym typeface="Wingdings" panose="05000000000000000000" pitchFamily="2" charset="2"/>
              </a:rPr>
              <a:t>s</a:t>
            </a:r>
            <a:r>
              <a:rPr lang="en-US" i="1" baseline="-25000" dirty="0" err="1">
                <a:sym typeface="Wingdings" panose="05000000000000000000" pitchFamily="2" charset="2"/>
              </a:rPr>
              <a:t>w</a:t>
            </a:r>
            <a:r>
              <a:rPr lang="en-US" dirty="0">
                <a:sym typeface="Wingdings" panose="05000000000000000000" pitchFamily="2" charset="2"/>
              </a:rPr>
              <a:t> = 0 (because by default </a:t>
            </a:r>
            <a:r>
              <a:rPr lang="en-US" i="1" dirty="0">
                <a:sym typeface="Wingdings" panose="05000000000000000000" pitchFamily="2" charset="2"/>
              </a:rPr>
              <a:t>stride = 1 </a:t>
            </a:r>
            <a:r>
              <a:rPr lang="en-US" dirty="0">
                <a:sym typeface="Wingdings" panose="05000000000000000000" pitchFamily="2" charset="2"/>
              </a:rPr>
              <a:t>for torch.nn.Conv2d)</a:t>
            </a: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NOTE</a:t>
            </a:r>
            <a:r>
              <a:rPr lang="en-US" dirty="0">
                <a:sym typeface="Wingdings" panose="05000000000000000000" pitchFamily="2" charset="2"/>
              </a:rPr>
              <a:t>: if </a:t>
            </a:r>
            <a:r>
              <a:rPr lang="en-US" i="1" dirty="0">
                <a:sym typeface="Wingdings" panose="05000000000000000000" pitchFamily="2" charset="2"/>
              </a:rPr>
              <a:t>padding</a:t>
            </a:r>
            <a:r>
              <a:rPr lang="en-US" dirty="0">
                <a:sym typeface="Wingdings" panose="05000000000000000000" pitchFamily="2" charset="2"/>
              </a:rPr>
              <a:t> = 𝑝, </a:t>
            </a:r>
            <a:r>
              <a:rPr lang="en-US" dirty="0" err="1">
                <a:sym typeface="Wingdings" panose="05000000000000000000" pitchFamily="2" charset="2"/>
              </a:rPr>
              <a:t>PyTorch</a:t>
            </a:r>
            <a:r>
              <a:rPr lang="en-US" dirty="0">
                <a:sym typeface="Wingdings" panose="05000000000000000000" pitchFamily="2" charset="2"/>
              </a:rPr>
              <a:t> applies 𝑝 pixels of padding to both sides of the input (top and bottom, left and right). Therefore, the total padding added to the input along one dimension is 2 × 𝑝, so if I set </a:t>
            </a:r>
            <a:r>
              <a:rPr lang="en-US" i="1" dirty="0">
                <a:sym typeface="Wingdings" panose="05000000000000000000" pitchFamily="2" charset="2"/>
              </a:rPr>
              <a:t>padding</a:t>
            </a:r>
            <a:r>
              <a:rPr lang="en-US" dirty="0">
                <a:sym typeface="Wingdings" panose="05000000000000000000" pitchFamily="2" charset="2"/>
              </a:rPr>
              <a:t>=1, the </a:t>
            </a:r>
            <a:r>
              <a:rPr lang="en-US" i="1" dirty="0" err="1">
                <a:sym typeface="Wingdings" panose="05000000000000000000" pitchFamily="2" charset="2"/>
              </a:rPr>
              <a:t>p</a:t>
            </a:r>
            <a:r>
              <a:rPr lang="en-US" i="1" baseline="-25000" dirty="0" err="1">
                <a:sym typeface="Wingdings" panose="05000000000000000000" pitchFamily="2" charset="2"/>
              </a:rPr>
              <a:t>h</a:t>
            </a:r>
            <a:r>
              <a:rPr lang="en-US" i="1" baseline="-25000" dirty="0">
                <a:sym typeface="Wingdings" panose="05000000000000000000" pitchFamily="2" charset="2"/>
              </a:rPr>
              <a:t> </a:t>
            </a:r>
            <a:r>
              <a:rPr lang="en-US" dirty="0">
                <a:sym typeface="Wingdings" panose="05000000000000000000" pitchFamily="2" charset="2"/>
              </a:rPr>
              <a:t>and </a:t>
            </a:r>
            <a:r>
              <a:rPr lang="en-US" i="1" dirty="0">
                <a:sym typeface="Wingdings" panose="05000000000000000000" pitchFamily="2" charset="2"/>
              </a:rPr>
              <a:t>p</a:t>
            </a:r>
            <a:r>
              <a:rPr lang="en-US" i="1" baseline="-25000" dirty="0">
                <a:sym typeface="Wingdings" panose="05000000000000000000" pitchFamily="2" charset="2"/>
              </a:rPr>
              <a:t>w</a:t>
            </a:r>
            <a:r>
              <a:rPr lang="en-US" dirty="0">
                <a:sym typeface="Wingdings" panose="05000000000000000000" pitchFamily="2" charset="2"/>
              </a:rPr>
              <a:t> from the formula from the course will be 2</a:t>
            </a: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ok, next how did I know to set this number?</a:t>
            </a:r>
          </a:p>
          <a:p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52AE85F-3BCE-3CE7-D9A0-3C4D91C6B6BF}"/>
              </a:ext>
            </a:extLst>
          </p:cNvPr>
          <p:cNvGrpSpPr/>
          <p:nvPr/>
        </p:nvGrpSpPr>
        <p:grpSpPr>
          <a:xfrm>
            <a:off x="9019699" y="1402724"/>
            <a:ext cx="506520" cy="163440"/>
            <a:chOff x="9019699" y="1402724"/>
            <a:chExt cx="506520" cy="163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844D5CE-D001-A980-8AE0-0663DA95EAA4}"/>
                    </a:ext>
                  </a:extLst>
                </p14:cNvPr>
                <p14:cNvContentPartPr/>
                <p14:nvPr/>
              </p14:nvContentPartPr>
              <p14:xfrm>
                <a:off x="9019699" y="1473644"/>
                <a:ext cx="366480" cy="3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844D5CE-D001-A980-8AE0-0663DA95EAA4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001699" y="1455644"/>
                  <a:ext cx="4021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B9991BA-CB76-61B7-A6F0-6A1B1025A241}"/>
                    </a:ext>
                  </a:extLst>
                </p14:cNvPr>
                <p14:cNvContentPartPr/>
                <p14:nvPr/>
              </p14:nvContentPartPr>
              <p14:xfrm>
                <a:off x="9339379" y="1402724"/>
                <a:ext cx="186840" cy="1634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B9991BA-CB76-61B7-A6F0-6A1B1025A24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321379" y="1384724"/>
                  <a:ext cx="222480" cy="1990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2001858-3B66-7184-0BAD-DF6C35FA4666}"/>
              </a:ext>
            </a:extLst>
          </p:cNvPr>
          <p:cNvSpPr txBox="1"/>
          <p:nvPr/>
        </p:nvSpPr>
        <p:spPr>
          <a:xfrm>
            <a:off x="9526219" y="1242998"/>
            <a:ext cx="25999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if we change this to 1 will solve the problem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F8C2EB0-93A0-65DB-2D1E-7FA13B819C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52709" y="5340875"/>
            <a:ext cx="8086581" cy="1325301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E9B4D0FD-66C4-E1EF-F75E-04D6426B5B34}"/>
              </a:ext>
            </a:extLst>
          </p:cNvPr>
          <p:cNvGrpSpPr/>
          <p:nvPr/>
        </p:nvGrpSpPr>
        <p:grpSpPr>
          <a:xfrm>
            <a:off x="6267499" y="5264084"/>
            <a:ext cx="271440" cy="1112040"/>
            <a:chOff x="6267499" y="5264084"/>
            <a:chExt cx="271440" cy="111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95B3545-C0B6-0D0F-6027-27E3789D1364}"/>
                    </a:ext>
                  </a:extLst>
                </p14:cNvPr>
                <p14:cNvContentPartPr/>
                <p14:nvPr/>
              </p14:nvContentPartPr>
              <p14:xfrm>
                <a:off x="6350659" y="5264084"/>
                <a:ext cx="138960" cy="10728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95B3545-C0B6-0D0F-6027-27E3789D136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333019" y="5246444"/>
                  <a:ext cx="174600" cy="11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067B457-A3AC-6D51-E71C-309382264413}"/>
                    </a:ext>
                  </a:extLst>
                </p14:cNvPr>
                <p14:cNvContentPartPr/>
                <p14:nvPr/>
              </p14:nvContentPartPr>
              <p14:xfrm>
                <a:off x="6267499" y="6223124"/>
                <a:ext cx="271440" cy="1530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067B457-A3AC-6D51-E71C-30938226441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249499" y="6205124"/>
                  <a:ext cx="307080" cy="188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93103064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125095C-6740-59B7-9FA9-D588A47939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449" y="657275"/>
            <a:ext cx="4866212" cy="14981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EBAD21-9A30-A0E3-7998-8B37C605DE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4134" y="531598"/>
            <a:ext cx="5787866" cy="1749541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707EFD90-CF2C-BF1C-577F-8A002B21052E}"/>
              </a:ext>
            </a:extLst>
          </p:cNvPr>
          <p:cNvSpPr/>
          <p:nvPr/>
        </p:nvSpPr>
        <p:spPr>
          <a:xfrm>
            <a:off x="5298663" y="1164052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9535BE7-15E2-328B-AE3A-B44D78032FF2}"/>
              </a:ext>
            </a:extLst>
          </p:cNvPr>
          <p:cNvGrpSpPr/>
          <p:nvPr/>
        </p:nvGrpSpPr>
        <p:grpSpPr>
          <a:xfrm>
            <a:off x="4341139" y="665315"/>
            <a:ext cx="2169720" cy="1030680"/>
            <a:chOff x="4341139" y="665315"/>
            <a:chExt cx="2169720" cy="1030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6AEFE9A-3774-748F-6C67-B8419CBAA7AE}"/>
                    </a:ext>
                  </a:extLst>
                </p14:cNvPr>
                <p14:cNvContentPartPr/>
                <p14:nvPr/>
              </p14:nvContentPartPr>
              <p14:xfrm>
                <a:off x="4341139" y="766835"/>
                <a:ext cx="2086920" cy="9291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6AEFE9A-3774-748F-6C67-B8419CBAA7A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323139" y="749195"/>
                  <a:ext cx="2122560" cy="9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B96E403-5CDC-3A69-A635-9779D07815F2}"/>
                    </a:ext>
                  </a:extLst>
                </p14:cNvPr>
                <p14:cNvContentPartPr/>
                <p14:nvPr/>
              </p14:nvContentPartPr>
              <p14:xfrm>
                <a:off x="6196579" y="665315"/>
                <a:ext cx="314280" cy="1720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B96E403-5CDC-3A69-A635-9779D07815F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178579" y="647675"/>
                  <a:ext cx="349920" cy="20772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35B61D56-B833-B0E4-32EC-923193D7DD0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85687" y="2889108"/>
            <a:ext cx="3986461" cy="3804431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D4DF0FFB-1AAA-7EC9-7414-0141B7CF96F7}"/>
              </a:ext>
            </a:extLst>
          </p:cNvPr>
          <p:cNvGrpSpPr/>
          <p:nvPr/>
        </p:nvGrpSpPr>
        <p:grpSpPr>
          <a:xfrm>
            <a:off x="4305499" y="1730915"/>
            <a:ext cx="1628640" cy="2351160"/>
            <a:chOff x="4305499" y="1730915"/>
            <a:chExt cx="1628640" cy="235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067A6AF-967E-5E75-3CD4-65BFCBC4BF80}"/>
                    </a:ext>
                  </a:extLst>
                </p14:cNvPr>
                <p14:cNvContentPartPr/>
                <p14:nvPr/>
              </p14:nvContentPartPr>
              <p14:xfrm>
                <a:off x="4305499" y="1730915"/>
                <a:ext cx="1519200" cy="22996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067A6AF-967E-5E75-3CD4-65BFCBC4BF8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287499" y="1712915"/>
                  <a:ext cx="1554840" cy="233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301F6EF-1871-4D52-AC5B-39C7C71B89F7}"/>
                    </a:ext>
                  </a:extLst>
                </p14:cNvPr>
                <p14:cNvContentPartPr/>
                <p14:nvPr/>
              </p14:nvContentPartPr>
              <p14:xfrm>
                <a:off x="5730019" y="3941675"/>
                <a:ext cx="204120" cy="1404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301F6EF-1871-4D52-AC5B-39C7C71B89F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712019" y="3923675"/>
                  <a:ext cx="239760" cy="176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94922280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23707D5-D234-AF98-9100-94AC7B9705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710" y="566872"/>
            <a:ext cx="11206579" cy="30420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ACCF035-072E-6CB5-E519-8EC292C0E90C}"/>
              </a:ext>
            </a:extLst>
          </p:cNvPr>
          <p:cNvSpPr txBox="1"/>
          <p:nvPr/>
        </p:nvSpPr>
        <p:spPr>
          <a:xfrm>
            <a:off x="0" y="71022"/>
            <a:ext cx="82198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use functions from this lab: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BD16E8E-B646-1C76-2BCD-63922E5DF6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1242" y="3806482"/>
            <a:ext cx="6462039" cy="3051518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B7D8939F-91E2-063B-3FF6-D569AE380140}"/>
              </a:ext>
            </a:extLst>
          </p:cNvPr>
          <p:cNvGrpSpPr/>
          <p:nvPr/>
        </p:nvGrpSpPr>
        <p:grpSpPr>
          <a:xfrm>
            <a:off x="5228899" y="336995"/>
            <a:ext cx="851400" cy="213480"/>
            <a:chOff x="5228899" y="336995"/>
            <a:chExt cx="851400" cy="213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67A117A-47A0-D15D-8547-8EFC1A960B84}"/>
                    </a:ext>
                  </a:extLst>
                </p14:cNvPr>
                <p14:cNvContentPartPr/>
                <p14:nvPr/>
              </p14:nvContentPartPr>
              <p14:xfrm>
                <a:off x="5228899" y="398915"/>
                <a:ext cx="744840" cy="1515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67A117A-47A0-D15D-8547-8EFC1A960B8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211259" y="381275"/>
                  <a:ext cx="78048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754F54A-7F2A-2AB2-FE4B-D8061C8D89DB}"/>
                    </a:ext>
                  </a:extLst>
                </p14:cNvPr>
                <p14:cNvContentPartPr/>
                <p14:nvPr/>
              </p14:nvContentPartPr>
              <p14:xfrm>
                <a:off x="5850259" y="336995"/>
                <a:ext cx="230040" cy="1519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754F54A-7F2A-2AB2-FE4B-D8061C8D89D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832259" y="319355"/>
                  <a:ext cx="265680" cy="1875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0C81610B-1739-3366-CE5C-9B6F2B6B0527}"/>
              </a:ext>
            </a:extLst>
          </p:cNvPr>
          <p:cNvSpPr txBox="1"/>
          <p:nvPr/>
        </p:nvSpPr>
        <p:spPr>
          <a:xfrm>
            <a:off x="6120755" y="118197"/>
            <a:ext cx="5440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adaptation from </a:t>
            </a:r>
            <a:r>
              <a:rPr lang="en-US" i="1" dirty="0" err="1"/>
              <a:t>load_data_fashion_mnist</a:t>
            </a:r>
            <a:r>
              <a:rPr lang="en-US" i="1" dirty="0"/>
              <a:t>() </a:t>
            </a:r>
            <a:r>
              <a:rPr lang="en-US" dirty="0"/>
              <a:t>function</a:t>
            </a:r>
          </a:p>
        </p:txBody>
      </p:sp>
    </p:spTree>
    <p:extLst>
      <p:ext uri="{BB962C8B-B14F-4D97-AF65-F5344CB8AC3E}">
        <p14:creationId xmlns:p14="http://schemas.microsoft.com/office/powerpoint/2010/main" val="89687306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FCEF153-2851-E412-C015-67A596F996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783" y="0"/>
            <a:ext cx="5122415" cy="31439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84F5E48-960A-432E-3813-EF84538BED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783" y="3235328"/>
            <a:ext cx="8806649" cy="36226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4A52AE3-6BA6-26CC-FE4D-A15E454680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5161" y="843225"/>
            <a:ext cx="6125430" cy="1457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42742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6911F7E-2C60-9DB9-24E2-7BBC696368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2533"/>
            <a:ext cx="6068272" cy="21053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5DAC308-FC32-1C30-4808-77B3468E81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2307" y="112533"/>
            <a:ext cx="6039693" cy="210531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E040AC3-9DC1-115C-8F32-2FAE3CB0A0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7820" y="2390323"/>
            <a:ext cx="1770520" cy="132559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B5EC178-C974-3319-7210-1FE3E1248D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986" y="3878867"/>
            <a:ext cx="5714300" cy="263285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246EF07-46A7-BE1D-35DA-752A80BBC5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0678" y="3888391"/>
            <a:ext cx="4904336" cy="262333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D745F68-4059-16A0-311C-7B9FA2BDFCA9}"/>
              </a:ext>
            </a:extLst>
          </p:cNvPr>
          <p:cNvSpPr txBox="1"/>
          <p:nvPr/>
        </p:nvSpPr>
        <p:spPr>
          <a:xfrm>
            <a:off x="0" y="3186921"/>
            <a:ext cx="83805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NOTE</a:t>
            </a:r>
            <a:r>
              <a:rPr lang="en-US" sz="2400" dirty="0"/>
              <a:t>: don’t forget to change the runtime from CPU to GPU: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183D8534-72FD-5582-82EE-99D5364DC52A}"/>
              </a:ext>
            </a:extLst>
          </p:cNvPr>
          <p:cNvSpPr/>
          <p:nvPr/>
        </p:nvSpPr>
        <p:spPr>
          <a:xfrm>
            <a:off x="6011778" y="4952978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30046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718778-71B6-8C46-9DA7-70444848C7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37" y="96656"/>
            <a:ext cx="10570026" cy="2891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A20CAB-07C9-74F8-8A9A-D93E596F71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37" y="3101712"/>
            <a:ext cx="4399118" cy="375628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AF7EC28-8E40-9325-B073-4551D1254A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3101712"/>
            <a:ext cx="4388534" cy="375628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5ADAFF0-DFEC-F9CF-5C93-B16502353210}"/>
              </a:ext>
            </a:extLst>
          </p:cNvPr>
          <p:cNvSpPr txBox="1"/>
          <p:nvPr/>
        </p:nvSpPr>
        <p:spPr>
          <a:xfrm>
            <a:off x="9227821" y="3040864"/>
            <a:ext cx="285524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NOTE</a:t>
            </a:r>
            <a:r>
              <a:rPr lang="en-US" sz="2000" dirty="0"/>
              <a:t>: the model is too dumb to learn this task, this is why we have so bad performance </a:t>
            </a:r>
            <a:r>
              <a:rPr lang="en-US" sz="2000" dirty="0">
                <a:sym typeface="Wingdings" panose="05000000000000000000" pitchFamily="2" charset="2"/>
              </a:rPr>
              <a:t> </a:t>
            </a:r>
            <a:endParaRPr lang="en-US" sz="2000" dirty="0"/>
          </a:p>
        </p:txBody>
      </p:sp>
      <p:pic>
        <p:nvPicPr>
          <p:cNvPr id="4" name="Picture 3" descr="A cartoon of a person with a monkey on his head&#10;&#10;Description automatically generated">
            <a:extLst>
              <a:ext uri="{FF2B5EF4-FFF2-40B4-BE49-F238E27FC236}">
                <a16:creationId xmlns:a16="http://schemas.microsoft.com/office/drawing/2014/main" id="{AA0DE42D-4539-D387-1175-6F2AAF6025A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0240" y="4592819"/>
            <a:ext cx="2316480" cy="2139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40941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2C8EB-B4A6-CEB7-5303-65CE5D894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33316"/>
            <a:ext cx="10515600" cy="1325563"/>
          </a:xfrm>
        </p:spPr>
        <p:txBody>
          <a:bodyPr/>
          <a:lstStyle/>
          <a:p>
            <a:r>
              <a:rPr lang="en-US" dirty="0"/>
              <a:t>Optional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42C5090-DF7E-5BF8-1479-A1EAC0028E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5653" y="992247"/>
            <a:ext cx="6315956" cy="1028844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928087F-2739-0A29-2DD4-F6E46E588E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653" y="2267958"/>
            <a:ext cx="6144482" cy="411537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A42A4B2-E4CB-8BA8-836A-1AD9AC4E0B21}"/>
              </a:ext>
            </a:extLst>
          </p:cNvPr>
          <p:cNvSpPr txBox="1"/>
          <p:nvPr/>
        </p:nvSpPr>
        <p:spPr>
          <a:xfrm>
            <a:off x="5889936" y="371322"/>
            <a:ext cx="6427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adaptation from </a:t>
            </a:r>
            <a:r>
              <a:rPr lang="en-US" i="1" dirty="0" err="1"/>
              <a:t>get_fashion_mnist_labels</a:t>
            </a:r>
            <a:r>
              <a:rPr lang="en-US" i="1" dirty="0"/>
              <a:t>() </a:t>
            </a:r>
            <a:r>
              <a:rPr lang="en-US" dirty="0"/>
              <a:t>function</a:t>
            </a:r>
            <a:r>
              <a:rPr lang="en-US" i="1" dirty="0"/>
              <a:t> </a:t>
            </a:r>
            <a:r>
              <a:rPr lang="en-US" dirty="0"/>
              <a:t>from lab 8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F2ADEA2-5A6D-66C3-CBAE-6DA65AFC557B}"/>
              </a:ext>
            </a:extLst>
          </p:cNvPr>
          <p:cNvGrpSpPr/>
          <p:nvPr/>
        </p:nvGrpSpPr>
        <p:grpSpPr>
          <a:xfrm>
            <a:off x="3559579" y="523604"/>
            <a:ext cx="2328480" cy="381960"/>
            <a:chOff x="3559579" y="523604"/>
            <a:chExt cx="2328480" cy="381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9C96F92-A5EC-9551-AFD0-AA74BBA2D130}"/>
                    </a:ext>
                  </a:extLst>
                </p14:cNvPr>
                <p14:cNvContentPartPr/>
                <p14:nvPr/>
              </p14:nvContentPartPr>
              <p14:xfrm>
                <a:off x="3559579" y="603164"/>
                <a:ext cx="2299680" cy="3024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9C96F92-A5EC-9551-AFD0-AA74BBA2D13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541939" y="585524"/>
                  <a:ext cx="233532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E84484B-F1E1-7D50-858B-8EB7C78E4EB0}"/>
                    </a:ext>
                  </a:extLst>
                </p14:cNvPr>
                <p14:cNvContentPartPr/>
                <p14:nvPr/>
              </p14:nvContentPartPr>
              <p14:xfrm>
                <a:off x="5770339" y="523604"/>
                <a:ext cx="117720" cy="1663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E84484B-F1E1-7D50-858B-8EB7C78E4EB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752699" y="505604"/>
                  <a:ext cx="153360" cy="2019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52B566E2-08C9-A8D7-F91B-9DA2931FEDA1}"/>
              </a:ext>
            </a:extLst>
          </p:cNvPr>
          <p:cNvSpPr txBox="1"/>
          <p:nvPr/>
        </p:nvSpPr>
        <p:spPr>
          <a:xfrm>
            <a:off x="8610412" y="4140979"/>
            <a:ext cx="5440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function from lab 8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714BD14-3DAB-423B-41D0-2883ED4C22C9}"/>
              </a:ext>
            </a:extLst>
          </p:cNvPr>
          <p:cNvGrpSpPr/>
          <p:nvPr/>
        </p:nvGrpSpPr>
        <p:grpSpPr>
          <a:xfrm>
            <a:off x="7571160" y="4178592"/>
            <a:ext cx="952920" cy="242640"/>
            <a:chOff x="7571160" y="4178592"/>
            <a:chExt cx="952920" cy="24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4A18AA8-CE44-DE99-A2BB-235CD26A2157}"/>
                    </a:ext>
                  </a:extLst>
                </p14:cNvPr>
                <p14:cNvContentPartPr/>
                <p14:nvPr/>
              </p14:nvContentPartPr>
              <p14:xfrm>
                <a:off x="7571160" y="4306392"/>
                <a:ext cx="891000" cy="100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4A18AA8-CE44-DE99-A2BB-235CD26A215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553160" y="4288392"/>
                  <a:ext cx="9266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AD4372E-7347-F34B-856C-96FBCE939F8D}"/>
                    </a:ext>
                  </a:extLst>
                </p14:cNvPr>
                <p14:cNvContentPartPr/>
                <p14:nvPr/>
              </p14:nvContentPartPr>
              <p14:xfrm>
                <a:off x="8348400" y="4178592"/>
                <a:ext cx="175680" cy="2426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AD4372E-7347-F34B-856C-96FBCE939F8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330400" y="4160952"/>
                  <a:ext cx="211320" cy="278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7367367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998BCB7-4078-AE51-2561-D8E90B9BCF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78" y="1750343"/>
            <a:ext cx="11709646" cy="4558499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041283C6-D32E-1B1C-E795-B882745A2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33316"/>
            <a:ext cx="10515600" cy="1325563"/>
          </a:xfrm>
        </p:spPr>
        <p:txBody>
          <a:bodyPr/>
          <a:lstStyle/>
          <a:p>
            <a:r>
              <a:rPr lang="en-US" dirty="0"/>
              <a:t>Optional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CE571C-9594-4827-4949-A18F1095275B}"/>
              </a:ext>
            </a:extLst>
          </p:cNvPr>
          <p:cNvSpPr txBox="1"/>
          <p:nvPr/>
        </p:nvSpPr>
        <p:spPr>
          <a:xfrm>
            <a:off x="0" y="992247"/>
            <a:ext cx="113989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our model to classify some images. Given a series of images, we will compare their </a:t>
            </a:r>
            <a:r>
              <a:rPr lang="en-US" b="1" dirty="0"/>
              <a:t>actual labels (first line of text output) </a:t>
            </a:r>
            <a:r>
              <a:rPr lang="en-US" dirty="0"/>
              <a:t>and the </a:t>
            </a:r>
            <a:r>
              <a:rPr lang="en-US" b="1" dirty="0"/>
              <a:t>predictions from the model (second line of text output)</a:t>
            </a:r>
            <a:r>
              <a:rPr lang="en-US" dirty="0"/>
              <a:t>: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023AB97-15CA-BB77-AFA0-104BC571BC14}"/>
              </a:ext>
            </a:extLst>
          </p:cNvPr>
          <p:cNvGrpSpPr/>
          <p:nvPr/>
        </p:nvGrpSpPr>
        <p:grpSpPr>
          <a:xfrm>
            <a:off x="2121379" y="2852804"/>
            <a:ext cx="5617080" cy="496080"/>
            <a:chOff x="2121379" y="2852804"/>
            <a:chExt cx="5617080" cy="49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0733176-A15E-1704-6F75-3032D568FA6F}"/>
                    </a:ext>
                  </a:extLst>
                </p14:cNvPr>
                <p14:cNvContentPartPr/>
                <p14:nvPr/>
              </p14:nvContentPartPr>
              <p14:xfrm>
                <a:off x="2121379" y="2871164"/>
                <a:ext cx="5434920" cy="4777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0733176-A15E-1704-6F75-3032D568FA6F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103739" y="2853164"/>
                  <a:ext cx="5470560" cy="51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C1A2B6F-7137-12C3-282B-114E278D4616}"/>
                    </a:ext>
                  </a:extLst>
                </p14:cNvPr>
                <p14:cNvContentPartPr/>
                <p14:nvPr/>
              </p14:nvContentPartPr>
              <p14:xfrm>
                <a:off x="7332739" y="2852804"/>
                <a:ext cx="405720" cy="2102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C1A2B6F-7137-12C3-282B-114E278D4616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315099" y="2834804"/>
                  <a:ext cx="441360" cy="245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2DD8E479-CB37-775A-0FE0-41A04AD1475E}"/>
                  </a:ext>
                </a:extLst>
              </p14:cNvPr>
              <p14:cNvContentPartPr/>
              <p14:nvPr/>
            </p14:nvContentPartPr>
            <p14:xfrm>
              <a:off x="2707459" y="2440964"/>
              <a:ext cx="4824000" cy="1072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2DD8E479-CB37-775A-0FE0-41A04AD1475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689459" y="2422964"/>
                <a:ext cx="4859640" cy="14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0AA16FA7-162E-263F-A9F3-F95E55E13BC3}"/>
                  </a:ext>
                </a:extLst>
              </p14:cNvPr>
              <p14:cNvContentPartPr/>
              <p14:nvPr/>
            </p14:nvContentPartPr>
            <p14:xfrm>
              <a:off x="7408339" y="2361404"/>
              <a:ext cx="208800" cy="21204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0AA16FA7-162E-263F-A9F3-F95E55E13BC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390699" y="2343764"/>
                <a:ext cx="244440" cy="247680"/>
              </a:xfrm>
              <a:prstGeom prst="rect">
                <a:avLst/>
              </a:prstGeom>
            </p:spPr>
          </p:pic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4EB321E0-385E-E520-5B75-A4292892BB20}"/>
              </a:ext>
            </a:extLst>
          </p:cNvPr>
          <p:cNvSpPr txBox="1"/>
          <p:nvPr/>
        </p:nvSpPr>
        <p:spPr>
          <a:xfrm>
            <a:off x="7738459" y="2327553"/>
            <a:ext cx="22990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I needed to change these 2 things</a:t>
            </a:r>
          </a:p>
        </p:txBody>
      </p:sp>
    </p:spTree>
    <p:extLst>
      <p:ext uri="{BB962C8B-B14F-4D97-AF65-F5344CB8AC3E}">
        <p14:creationId xmlns:p14="http://schemas.microsoft.com/office/powerpoint/2010/main" val="248828899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41339-F51E-6D1F-BDF0-3E91B2AED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5467" y="2435225"/>
            <a:ext cx="6600613" cy="1325563"/>
          </a:xfrm>
        </p:spPr>
        <p:txBody>
          <a:bodyPr>
            <a:normAutofit fontScale="90000"/>
          </a:bodyPr>
          <a:lstStyle/>
          <a:p>
            <a:r>
              <a:rPr lang="en-US" sz="8800" dirty="0"/>
              <a:t>New Exercises</a:t>
            </a:r>
          </a:p>
        </p:txBody>
      </p:sp>
    </p:spTree>
    <p:extLst>
      <p:ext uri="{BB962C8B-B14F-4D97-AF65-F5344CB8AC3E}">
        <p14:creationId xmlns:p14="http://schemas.microsoft.com/office/powerpoint/2010/main" val="306760090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F5C65AF-018E-889E-5D8E-F8828B2BAA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7280" y="0"/>
            <a:ext cx="47875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74797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07B60-8B65-CF2E-1553-7AF220328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79941"/>
            <a:ext cx="10515600" cy="1325563"/>
          </a:xfrm>
        </p:spPr>
        <p:txBody>
          <a:bodyPr/>
          <a:lstStyle/>
          <a:p>
            <a:r>
              <a:rPr lang="en-US" dirty="0"/>
              <a:t>Solutions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0B1443-3B76-C42E-4C57-8D88A9006A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7884"/>
            <a:ext cx="5677692" cy="8954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1FC9D98-26FB-F3DA-C2CC-A8A89115AF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12412"/>
            <a:ext cx="12192000" cy="514558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A916F553-26F9-5FDA-7F5B-E180913752B6}"/>
                  </a:ext>
                </a:extLst>
              </p14:cNvPr>
              <p14:cNvContentPartPr/>
              <p14:nvPr/>
            </p14:nvContentPartPr>
            <p14:xfrm>
              <a:off x="2142227" y="4791840"/>
              <a:ext cx="5158440" cy="2376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A916F553-26F9-5FDA-7F5B-E180913752B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24227" y="4773840"/>
                <a:ext cx="5194080" cy="27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3D19D0FD-9DC4-7423-2041-5843A88A9467}"/>
                  </a:ext>
                </a:extLst>
              </p14:cNvPr>
              <p14:cNvContentPartPr/>
              <p14:nvPr/>
            </p14:nvContentPartPr>
            <p14:xfrm>
              <a:off x="7162427" y="4707600"/>
              <a:ext cx="222480" cy="1735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3D19D0FD-9DC4-7423-2041-5843A88A946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144787" y="4689600"/>
                <a:ext cx="258120" cy="20916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494D0673-C89C-5C9A-B1C2-D6F3B6DE917E}"/>
              </a:ext>
            </a:extLst>
          </p:cNvPr>
          <p:cNvSpPr txBox="1"/>
          <p:nvPr/>
        </p:nvSpPr>
        <p:spPr>
          <a:xfrm>
            <a:off x="7384907" y="4510530"/>
            <a:ext cx="31580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How did I know that? </a:t>
            </a:r>
            <a:r>
              <a:rPr lang="en-US" sz="2000" b="1" dirty="0">
                <a:solidFill>
                  <a:schemeClr val="bg1"/>
                </a:solidFill>
                <a:sym typeface="Wingdings" panose="05000000000000000000" pitchFamily="2" charset="2"/>
              </a:rPr>
              <a:t> </a:t>
            </a:r>
            <a:endParaRPr lang="en-US" sz="2000" b="1" dirty="0">
              <a:solidFill>
                <a:schemeClr val="bg1"/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4FADFCD-0E4D-5A86-377C-608A25DC6DA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30330" y="4881120"/>
            <a:ext cx="1762403" cy="1113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96082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F491187-45D6-D2A2-4866-0C3139E6AC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28510" cy="315806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8D75086-A7BE-0F74-595D-CE564349D3E8}"/>
              </a:ext>
            </a:extLst>
          </p:cNvPr>
          <p:cNvSpPr txBox="1"/>
          <p:nvPr/>
        </p:nvSpPr>
        <p:spPr>
          <a:xfrm>
            <a:off x="5603217" y="361054"/>
            <a:ext cx="56877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memorize this slide for the exam </a:t>
            </a:r>
            <a:r>
              <a:rPr lang="en-US" sz="2400" b="1" dirty="0">
                <a:solidFill>
                  <a:srgbClr val="FF0000"/>
                </a:solidFill>
                <a:sym typeface="Wingdings" panose="05000000000000000000" pitchFamily="2" charset="2"/>
              </a:rPr>
              <a:t></a:t>
            </a:r>
          </a:p>
          <a:p>
            <a:endParaRPr lang="en-US" sz="2400" b="1" dirty="0">
              <a:solidFill>
                <a:srgbClr val="FF0000"/>
              </a:solidFill>
              <a:sym typeface="Wingdings" panose="05000000000000000000" pitchFamily="2" charset="2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0D070AF-BACD-16CC-4939-77399AF97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455333"/>
            <a:ext cx="12126157" cy="4504267"/>
          </a:xfrm>
        </p:spPr>
        <p:txBody>
          <a:bodyPr>
            <a:normAutofit fontScale="92500" lnSpcReduction="10000"/>
          </a:bodyPr>
          <a:lstStyle/>
          <a:p>
            <a:endParaRPr lang="en-US" sz="2800" dirty="0">
              <a:sym typeface="Wingdings" panose="05000000000000000000" pitchFamily="2" charset="2"/>
            </a:endParaRP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i</a:t>
            </a:r>
            <a:r>
              <a:rPr lang="en-US" sz="2800" dirty="0">
                <a:sym typeface="Wingdings" panose="05000000000000000000" pitchFamily="2" charset="2"/>
              </a:rPr>
              <a:t>n our case:</a:t>
            </a:r>
          </a:p>
          <a:p>
            <a:pPr marL="800100" lvl="1" indent="-342900"/>
            <a:r>
              <a:rPr lang="en-US" i="1" dirty="0" err="1">
                <a:sym typeface="Wingdings" panose="05000000000000000000" pitchFamily="2" charset="2"/>
              </a:rPr>
              <a:t>n</a:t>
            </a:r>
            <a:r>
              <a:rPr lang="en-US" i="1" baseline="-25000" dirty="0" err="1">
                <a:sym typeface="Wingdings" panose="05000000000000000000" pitchFamily="2" charset="2"/>
              </a:rPr>
              <a:t>h</a:t>
            </a:r>
            <a:r>
              <a:rPr lang="en-US" dirty="0">
                <a:sym typeface="Wingdings" panose="05000000000000000000" pitchFamily="2" charset="2"/>
              </a:rPr>
              <a:t> = </a:t>
            </a:r>
            <a:r>
              <a:rPr lang="en-US" i="1" dirty="0" err="1">
                <a:sym typeface="Wingdings" panose="05000000000000000000" pitchFamily="2" charset="2"/>
              </a:rPr>
              <a:t>n</a:t>
            </a:r>
            <a:r>
              <a:rPr lang="en-US" i="1" baseline="-25000" dirty="0" err="1">
                <a:sym typeface="Wingdings" panose="05000000000000000000" pitchFamily="2" charset="2"/>
              </a:rPr>
              <a:t>w</a:t>
            </a:r>
            <a:r>
              <a:rPr lang="en-US" dirty="0">
                <a:sym typeface="Wingdings" panose="05000000000000000000" pitchFamily="2" charset="2"/>
              </a:rPr>
              <a:t> = 7</a:t>
            </a:r>
          </a:p>
          <a:p>
            <a:pPr marL="800100" lvl="1" indent="-342900"/>
            <a:r>
              <a:rPr lang="en-US" i="1" dirty="0" err="1">
                <a:sym typeface="Wingdings" panose="05000000000000000000" pitchFamily="2" charset="2"/>
              </a:rPr>
              <a:t>k</a:t>
            </a:r>
            <a:r>
              <a:rPr lang="en-US" i="1" baseline="-25000" dirty="0" err="1">
                <a:sym typeface="Wingdings" panose="05000000000000000000" pitchFamily="2" charset="2"/>
              </a:rPr>
              <a:t>h</a:t>
            </a:r>
            <a:r>
              <a:rPr lang="en-US" dirty="0">
                <a:sym typeface="Wingdings" panose="05000000000000000000" pitchFamily="2" charset="2"/>
              </a:rPr>
              <a:t> = ?, </a:t>
            </a:r>
            <a:r>
              <a:rPr lang="en-US" i="1" dirty="0">
                <a:sym typeface="Wingdings" panose="05000000000000000000" pitchFamily="2" charset="2"/>
              </a:rPr>
              <a:t>k</a:t>
            </a:r>
            <a:r>
              <a:rPr lang="en-US" i="1" baseline="-25000" dirty="0">
                <a:sym typeface="Wingdings" panose="05000000000000000000" pitchFamily="2" charset="2"/>
              </a:rPr>
              <a:t>w</a:t>
            </a:r>
            <a:r>
              <a:rPr lang="en-US" dirty="0">
                <a:sym typeface="Wingdings" panose="05000000000000000000" pitchFamily="2" charset="2"/>
              </a:rPr>
              <a:t> = ?</a:t>
            </a:r>
          </a:p>
          <a:p>
            <a:pPr marL="800100" lvl="1" indent="-342900"/>
            <a:r>
              <a:rPr lang="en-US" i="1" dirty="0" err="1">
                <a:sym typeface="Wingdings" panose="05000000000000000000" pitchFamily="2" charset="2"/>
              </a:rPr>
              <a:t>p</a:t>
            </a:r>
            <a:r>
              <a:rPr lang="en-US" i="1" baseline="-25000" dirty="0" err="1">
                <a:sym typeface="Wingdings" panose="05000000000000000000" pitchFamily="2" charset="2"/>
              </a:rPr>
              <a:t>h</a:t>
            </a:r>
            <a:r>
              <a:rPr lang="en-US" dirty="0">
                <a:sym typeface="Wingdings" panose="05000000000000000000" pitchFamily="2" charset="2"/>
              </a:rPr>
              <a:t> = 2, </a:t>
            </a:r>
            <a:r>
              <a:rPr lang="en-US" i="1" dirty="0">
                <a:sym typeface="Wingdings" panose="05000000000000000000" pitchFamily="2" charset="2"/>
              </a:rPr>
              <a:t>p</a:t>
            </a:r>
            <a:r>
              <a:rPr lang="en-US" i="1" baseline="-25000" dirty="0">
                <a:sym typeface="Wingdings" panose="05000000000000000000" pitchFamily="2" charset="2"/>
              </a:rPr>
              <a:t>w</a:t>
            </a:r>
            <a:r>
              <a:rPr lang="en-US" dirty="0">
                <a:sym typeface="Wingdings" panose="05000000000000000000" pitchFamily="2" charset="2"/>
              </a:rPr>
              <a:t> = 1</a:t>
            </a:r>
          </a:p>
          <a:p>
            <a:pPr marL="800100" lvl="1" indent="-342900"/>
            <a:r>
              <a:rPr lang="en-US" i="1" dirty="0" err="1">
                <a:sym typeface="Wingdings" panose="05000000000000000000" pitchFamily="2" charset="2"/>
              </a:rPr>
              <a:t>s</a:t>
            </a:r>
            <a:r>
              <a:rPr lang="en-US" i="1" baseline="-25000" dirty="0" err="1">
                <a:sym typeface="Wingdings" panose="05000000000000000000" pitchFamily="2" charset="2"/>
              </a:rPr>
              <a:t>h</a:t>
            </a:r>
            <a:r>
              <a:rPr lang="en-US" dirty="0">
                <a:sym typeface="Wingdings" panose="05000000000000000000" pitchFamily="2" charset="2"/>
              </a:rPr>
              <a:t> = </a:t>
            </a:r>
            <a:r>
              <a:rPr lang="en-US" i="1" dirty="0" err="1">
                <a:sym typeface="Wingdings" panose="05000000000000000000" pitchFamily="2" charset="2"/>
              </a:rPr>
              <a:t>s</a:t>
            </a:r>
            <a:r>
              <a:rPr lang="en-US" i="1" baseline="-25000" dirty="0" err="1">
                <a:sym typeface="Wingdings" panose="05000000000000000000" pitchFamily="2" charset="2"/>
              </a:rPr>
              <a:t>w</a:t>
            </a:r>
            <a:r>
              <a:rPr lang="en-US" dirty="0">
                <a:sym typeface="Wingdings" panose="05000000000000000000" pitchFamily="2" charset="2"/>
              </a:rPr>
              <a:t> = 3</a:t>
            </a: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NOTE</a:t>
            </a:r>
            <a:r>
              <a:rPr lang="en-US" dirty="0">
                <a:sym typeface="Wingdings" panose="05000000000000000000" pitchFamily="2" charset="2"/>
              </a:rPr>
              <a:t>: if </a:t>
            </a:r>
            <a:r>
              <a:rPr lang="en-US" i="1" dirty="0">
                <a:sym typeface="Wingdings" panose="05000000000000000000" pitchFamily="2" charset="2"/>
              </a:rPr>
              <a:t>padding</a:t>
            </a:r>
            <a:r>
              <a:rPr lang="en-US" dirty="0">
                <a:sym typeface="Wingdings" panose="05000000000000000000" pitchFamily="2" charset="2"/>
              </a:rPr>
              <a:t> = 𝑝, </a:t>
            </a:r>
            <a:r>
              <a:rPr lang="en-US" dirty="0" err="1">
                <a:sym typeface="Wingdings" panose="05000000000000000000" pitchFamily="2" charset="2"/>
              </a:rPr>
              <a:t>PyTorch</a:t>
            </a:r>
            <a:r>
              <a:rPr lang="en-US" dirty="0">
                <a:sym typeface="Wingdings" panose="05000000000000000000" pitchFamily="2" charset="2"/>
              </a:rPr>
              <a:t> applies 𝑝 pixels of padding to both sides of the input (top and bottom, left and right). Therefore, the total padding added to the input along one dimension is 2 × 𝑝, so if I set </a:t>
            </a:r>
            <a:r>
              <a:rPr lang="en-US" i="1" dirty="0">
                <a:sym typeface="Wingdings" panose="05000000000000000000" pitchFamily="2" charset="2"/>
              </a:rPr>
              <a:t>padding</a:t>
            </a:r>
            <a:r>
              <a:rPr lang="en-US" dirty="0">
                <a:sym typeface="Wingdings" panose="05000000000000000000" pitchFamily="2" charset="2"/>
              </a:rPr>
              <a:t>=(2, 1), the </a:t>
            </a:r>
            <a:r>
              <a:rPr lang="en-US" i="1" dirty="0" err="1">
                <a:sym typeface="Wingdings" panose="05000000000000000000" pitchFamily="2" charset="2"/>
              </a:rPr>
              <a:t>p</a:t>
            </a:r>
            <a:r>
              <a:rPr lang="en-US" i="1" baseline="-25000" dirty="0" err="1">
                <a:sym typeface="Wingdings" panose="05000000000000000000" pitchFamily="2" charset="2"/>
              </a:rPr>
              <a:t>h</a:t>
            </a:r>
            <a:r>
              <a:rPr lang="en-US" i="1" baseline="-25000" dirty="0">
                <a:sym typeface="Wingdings" panose="05000000000000000000" pitchFamily="2" charset="2"/>
              </a:rPr>
              <a:t> </a:t>
            </a:r>
            <a:r>
              <a:rPr lang="en-US" dirty="0">
                <a:sym typeface="Wingdings" panose="05000000000000000000" pitchFamily="2" charset="2"/>
              </a:rPr>
              <a:t>and </a:t>
            </a:r>
            <a:r>
              <a:rPr lang="en-US" i="1" dirty="0">
                <a:sym typeface="Wingdings" panose="05000000000000000000" pitchFamily="2" charset="2"/>
              </a:rPr>
              <a:t>p</a:t>
            </a:r>
            <a:r>
              <a:rPr lang="en-US" i="1" baseline="-25000" dirty="0">
                <a:sym typeface="Wingdings" panose="05000000000000000000" pitchFamily="2" charset="2"/>
              </a:rPr>
              <a:t>w</a:t>
            </a:r>
            <a:r>
              <a:rPr lang="en-US" dirty="0">
                <a:sym typeface="Wingdings" panose="05000000000000000000" pitchFamily="2" charset="2"/>
              </a:rPr>
              <a:t> from the formula from the course will be </a:t>
            </a:r>
            <a:r>
              <a:rPr lang="en-US" sz="2800" dirty="0"/>
              <a:t>2×2 and 2×1</a:t>
            </a: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45B730E3-7029-5B94-D7FC-D648B6FD3E27}"/>
                  </a:ext>
                </a:extLst>
              </p14:cNvPr>
              <p14:cNvContentPartPr/>
              <p14:nvPr/>
            </p14:nvContentPartPr>
            <p14:xfrm>
              <a:off x="1228080" y="1065408"/>
              <a:ext cx="2845440" cy="30708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45B730E3-7029-5B94-D7FC-D648B6FD3E2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10440" y="1047768"/>
                <a:ext cx="2881080" cy="342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C2D117CF-436C-A08D-C2BE-8EB692EC9F54}"/>
              </a:ext>
            </a:extLst>
          </p:cNvPr>
          <p:cNvGrpSpPr/>
          <p:nvPr/>
        </p:nvGrpSpPr>
        <p:grpSpPr>
          <a:xfrm>
            <a:off x="4122600" y="1280280"/>
            <a:ext cx="1932480" cy="975240"/>
            <a:chOff x="4122600" y="1280280"/>
            <a:chExt cx="1932480" cy="97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820FCBF-C1F1-B010-867D-37534C1B2C1D}"/>
                    </a:ext>
                  </a:extLst>
                </p14:cNvPr>
                <p14:cNvContentPartPr/>
                <p14:nvPr/>
              </p14:nvContentPartPr>
              <p14:xfrm>
                <a:off x="4122600" y="1280280"/>
                <a:ext cx="1911600" cy="9478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820FCBF-C1F1-B010-867D-37534C1B2C1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104600" y="1262280"/>
                  <a:ext cx="1947240" cy="9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DE371C9-8168-C776-33D2-64192645909B}"/>
                    </a:ext>
                  </a:extLst>
                </p14:cNvPr>
                <p14:cNvContentPartPr/>
                <p14:nvPr/>
              </p14:nvContentPartPr>
              <p14:xfrm>
                <a:off x="5821800" y="2072640"/>
                <a:ext cx="233280" cy="1828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DE371C9-8168-C776-33D2-64192645909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804160" y="2054640"/>
                  <a:ext cx="268920" cy="2185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F504D770-4DB2-BC35-138B-34C1719B5B87}"/>
              </a:ext>
            </a:extLst>
          </p:cNvPr>
          <p:cNvSpPr txBox="1"/>
          <p:nvPr/>
        </p:nvSpPr>
        <p:spPr>
          <a:xfrm>
            <a:off x="6301740" y="1785418"/>
            <a:ext cx="582441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202122"/>
                </a:solidFill>
                <a:effectLst/>
                <a:latin typeface="Nimbus Roman No9 L"/>
              </a:rPr>
              <a:t>⌊</a:t>
            </a:r>
            <a:r>
              <a:rPr lang="en-US" sz="2800" dirty="0"/>
              <a:t>(7 – </a:t>
            </a:r>
            <a:r>
              <a:rPr lang="en-US" sz="2800" i="1" dirty="0" err="1">
                <a:sym typeface="Wingdings" panose="05000000000000000000" pitchFamily="2" charset="2"/>
              </a:rPr>
              <a:t>k</a:t>
            </a:r>
            <a:r>
              <a:rPr lang="en-US" sz="2800" i="1" baseline="-25000" dirty="0" err="1">
                <a:sym typeface="Wingdings" panose="05000000000000000000" pitchFamily="2" charset="2"/>
              </a:rPr>
              <a:t>h</a:t>
            </a:r>
            <a:r>
              <a:rPr lang="en-US" sz="2800" i="1" baseline="-25000" dirty="0">
                <a:sym typeface="Wingdings" panose="05000000000000000000" pitchFamily="2" charset="2"/>
              </a:rPr>
              <a:t> </a:t>
            </a:r>
            <a:r>
              <a:rPr lang="en-US" sz="2800" dirty="0"/>
              <a:t>+ 2×2 + 3) / 3</a:t>
            </a:r>
            <a:r>
              <a:rPr lang="en-US" sz="2800" b="0" i="0" dirty="0">
                <a:solidFill>
                  <a:srgbClr val="202122"/>
                </a:solidFill>
                <a:effectLst/>
                <a:latin typeface="Nimbus Roman No9 L"/>
              </a:rPr>
              <a:t>⌋</a:t>
            </a:r>
            <a:r>
              <a:rPr lang="en-US" sz="2800" dirty="0"/>
              <a:t> = 3 </a:t>
            </a:r>
            <a:r>
              <a:rPr lang="en-US" sz="2800" b="0" i="0" dirty="0">
                <a:solidFill>
                  <a:srgbClr val="1A1A1A"/>
                </a:solidFill>
                <a:effectLst/>
                <a:latin typeface="Noto Serif" panose="020F0502020204030204" pitchFamily="18" charset="0"/>
              </a:rPr>
              <a:t>⇒</a:t>
            </a:r>
            <a:r>
              <a:rPr lang="en-US" sz="2800" dirty="0"/>
              <a:t> </a:t>
            </a:r>
            <a:r>
              <a:rPr lang="en-US" sz="2800" i="1" dirty="0" err="1">
                <a:sym typeface="Wingdings" panose="05000000000000000000" pitchFamily="2" charset="2"/>
              </a:rPr>
              <a:t>k</a:t>
            </a:r>
            <a:r>
              <a:rPr lang="en-US" sz="2800" i="1" baseline="-25000" dirty="0" err="1">
                <a:sym typeface="Wingdings" panose="05000000000000000000" pitchFamily="2" charset="2"/>
              </a:rPr>
              <a:t>h</a:t>
            </a:r>
            <a:r>
              <a:rPr lang="en-US" sz="2800" dirty="0"/>
              <a:t> = 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202122"/>
                </a:solidFill>
                <a:effectLst/>
                <a:latin typeface="Nimbus Roman No9 L"/>
              </a:rPr>
              <a:t>⌊</a:t>
            </a:r>
            <a:r>
              <a:rPr lang="en-US" sz="2800" dirty="0"/>
              <a:t>(7 – </a:t>
            </a:r>
            <a:r>
              <a:rPr lang="en-US" sz="2800" i="1" dirty="0">
                <a:sym typeface="Wingdings" panose="05000000000000000000" pitchFamily="2" charset="2"/>
              </a:rPr>
              <a:t>k</a:t>
            </a:r>
            <a:r>
              <a:rPr lang="en-US" sz="2800" i="1" baseline="-25000" dirty="0">
                <a:sym typeface="Wingdings" panose="05000000000000000000" pitchFamily="2" charset="2"/>
              </a:rPr>
              <a:t>w </a:t>
            </a:r>
            <a:r>
              <a:rPr lang="en-US" sz="2800" dirty="0"/>
              <a:t>+ 2×1 + 3) / 3</a:t>
            </a:r>
            <a:r>
              <a:rPr lang="en-US" sz="2800" b="0" i="0" dirty="0">
                <a:solidFill>
                  <a:srgbClr val="202122"/>
                </a:solidFill>
                <a:effectLst/>
                <a:latin typeface="Nimbus Roman No9 L"/>
              </a:rPr>
              <a:t>⌋</a:t>
            </a:r>
            <a:r>
              <a:rPr lang="en-US" sz="2800" dirty="0"/>
              <a:t> = 2 </a:t>
            </a:r>
            <a:r>
              <a:rPr lang="en-US" sz="2800" b="0" i="0" dirty="0">
                <a:solidFill>
                  <a:srgbClr val="1A1A1A"/>
                </a:solidFill>
                <a:effectLst/>
                <a:latin typeface="Noto Serif" panose="02020600060500020200" pitchFamily="18" charset="0"/>
              </a:rPr>
              <a:t>⇒</a:t>
            </a:r>
            <a:r>
              <a:rPr lang="en-US" sz="2800" dirty="0"/>
              <a:t> </a:t>
            </a:r>
            <a:r>
              <a:rPr lang="en-US" sz="2800" i="1" dirty="0">
                <a:sym typeface="Wingdings" panose="05000000000000000000" pitchFamily="2" charset="2"/>
              </a:rPr>
              <a:t>k</a:t>
            </a:r>
            <a:r>
              <a:rPr lang="en-US" sz="2800" i="1" baseline="-25000" dirty="0">
                <a:sym typeface="Wingdings" panose="05000000000000000000" pitchFamily="2" charset="2"/>
              </a:rPr>
              <a:t>w</a:t>
            </a:r>
            <a:r>
              <a:rPr lang="en-US" sz="2800" dirty="0"/>
              <a:t> = 5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0333297-DC22-DCF1-C743-F49FBE182090}"/>
              </a:ext>
            </a:extLst>
          </p:cNvPr>
          <p:cNvGrpSpPr/>
          <p:nvPr/>
        </p:nvGrpSpPr>
        <p:grpSpPr>
          <a:xfrm>
            <a:off x="8060267" y="2229227"/>
            <a:ext cx="184680" cy="83160"/>
            <a:chOff x="8060267" y="2229227"/>
            <a:chExt cx="184680" cy="8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21D9024-1767-D6BF-D47C-B0E7C173AB0B}"/>
                    </a:ext>
                  </a:extLst>
                </p14:cNvPr>
                <p14:cNvContentPartPr/>
                <p14:nvPr/>
              </p14:nvContentPartPr>
              <p14:xfrm>
                <a:off x="8060267" y="2229227"/>
                <a:ext cx="130320" cy="234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21D9024-1767-D6BF-D47C-B0E7C173AB0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042267" y="2211227"/>
                  <a:ext cx="16596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4E56F97-A552-4EA3-8B5F-FA1F572FD774}"/>
                    </a:ext>
                  </a:extLst>
                </p14:cNvPr>
                <p14:cNvContentPartPr/>
                <p14:nvPr/>
              </p14:nvContentPartPr>
              <p14:xfrm>
                <a:off x="8060267" y="2288267"/>
                <a:ext cx="184680" cy="241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4E56F97-A552-4EA3-8B5F-FA1F572FD77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042267" y="2270267"/>
                  <a:ext cx="220320" cy="5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BE8991A-D2B2-37C1-645B-8A6B93BE6D0F}"/>
              </a:ext>
            </a:extLst>
          </p:cNvPr>
          <p:cNvGrpSpPr/>
          <p:nvPr/>
        </p:nvGrpSpPr>
        <p:grpSpPr>
          <a:xfrm>
            <a:off x="2621400" y="2800560"/>
            <a:ext cx="5650187" cy="2726267"/>
            <a:chOff x="2621400" y="2800560"/>
            <a:chExt cx="5650187" cy="2726267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931C647-0428-B816-E1B9-171D2F6CC070}"/>
                    </a:ext>
                  </a:extLst>
                </p14:cNvPr>
                <p14:cNvContentPartPr/>
                <p14:nvPr/>
              </p14:nvContentPartPr>
              <p14:xfrm>
                <a:off x="2621400" y="2832960"/>
                <a:ext cx="3565800" cy="15642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931C647-0428-B816-E1B9-171D2F6CC07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603400" y="2815320"/>
                  <a:ext cx="3601440" cy="159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97446C7-CB1B-3413-06C8-71A5B2329E0F}"/>
                    </a:ext>
                  </a:extLst>
                </p14:cNvPr>
                <p14:cNvContentPartPr/>
                <p14:nvPr/>
              </p14:nvContentPartPr>
              <p14:xfrm>
                <a:off x="5981280" y="2800560"/>
                <a:ext cx="238320" cy="2239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97446C7-CB1B-3413-06C8-71A5B2329E0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963640" y="2782560"/>
                  <a:ext cx="27396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BE73A41-9596-7835-5298-6063E967EA64}"/>
                    </a:ext>
                  </a:extLst>
                </p14:cNvPr>
                <p14:cNvContentPartPr/>
                <p14:nvPr/>
              </p14:nvContentPartPr>
              <p14:xfrm>
                <a:off x="8051627" y="3097187"/>
                <a:ext cx="160920" cy="104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BE73A41-9596-7835-5298-6063E967EA6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033987" y="3079187"/>
                  <a:ext cx="19656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2A40F4B-E16D-29B9-B757-B7CFCEBAEE68}"/>
                    </a:ext>
                  </a:extLst>
                </p14:cNvPr>
                <p14:cNvContentPartPr/>
                <p14:nvPr/>
              </p14:nvContentPartPr>
              <p14:xfrm>
                <a:off x="8068547" y="3140387"/>
                <a:ext cx="203040" cy="266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72A40F4B-E16D-29B9-B757-B7CFCEBAEE6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050547" y="3122387"/>
                  <a:ext cx="23868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172D5DC-3850-6AAD-84A2-BFF244807DCE}"/>
                    </a:ext>
                  </a:extLst>
                </p14:cNvPr>
                <p14:cNvContentPartPr/>
                <p14:nvPr/>
              </p14:nvContentPartPr>
              <p14:xfrm>
                <a:off x="5776427" y="3318587"/>
                <a:ext cx="2343240" cy="22082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172D5DC-3850-6AAD-84A2-BFF244807DC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758787" y="3300947"/>
                  <a:ext cx="2378880" cy="2243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AE0AD223-3CA1-A0F9-DC36-530E57E182AF}"/>
                  </a:ext>
                </a:extLst>
              </p14:cNvPr>
              <p14:cNvContentPartPr/>
              <p14:nvPr/>
            </p14:nvContentPartPr>
            <p14:xfrm>
              <a:off x="5752307" y="5308307"/>
              <a:ext cx="230040" cy="23292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AE0AD223-3CA1-A0F9-DC36-530E57E182AF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734307" y="5290667"/>
                <a:ext cx="265680" cy="26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D00A91A5-29E5-DDC9-E45D-B3940E68A571}"/>
                  </a:ext>
                </a:extLst>
              </p14:cNvPr>
              <p14:cNvContentPartPr/>
              <p14:nvPr/>
            </p14:nvContentPartPr>
            <p14:xfrm>
              <a:off x="10243239" y="3194394"/>
              <a:ext cx="304920" cy="6303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D00A91A5-29E5-DDC9-E45D-B3940E68A571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0225599" y="3176394"/>
                <a:ext cx="340560" cy="66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5CDDFC02-C116-617D-BF71-670544CE63CA}"/>
                  </a:ext>
                </a:extLst>
              </p14:cNvPr>
              <p14:cNvContentPartPr/>
              <p14:nvPr/>
            </p14:nvContentPartPr>
            <p14:xfrm>
              <a:off x="10287060" y="2240160"/>
              <a:ext cx="288000" cy="148500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5CDDFC02-C116-617D-BF71-670544CE63CA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0269060" y="2222160"/>
                <a:ext cx="323640" cy="152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9959A5C4-FDEB-AD5B-DCBB-5F9DAF0BB487}"/>
                  </a:ext>
                </a:extLst>
              </p14:cNvPr>
              <p14:cNvContentPartPr/>
              <p14:nvPr/>
            </p14:nvContentPartPr>
            <p14:xfrm>
              <a:off x="10446900" y="3701400"/>
              <a:ext cx="185040" cy="17784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9959A5C4-FDEB-AD5B-DCBB-5F9DAF0BB487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0428900" y="3683400"/>
                <a:ext cx="220680" cy="213480"/>
              </a:xfrm>
              <a:prstGeom prst="rect">
                <a:avLst/>
              </a:prstGeom>
            </p:spPr>
          </p:pic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761EB603-8CCA-4395-C41D-68226277A6EC}"/>
              </a:ext>
            </a:extLst>
          </p:cNvPr>
          <p:cNvSpPr txBox="1"/>
          <p:nvPr/>
        </p:nvSpPr>
        <p:spPr>
          <a:xfrm>
            <a:off x="9628654" y="3952333"/>
            <a:ext cx="2158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because the output shape needs to be (1, 1, 3, 2)</a:t>
            </a:r>
          </a:p>
        </p:txBody>
      </p:sp>
    </p:spTree>
    <p:extLst>
      <p:ext uri="{BB962C8B-B14F-4D97-AF65-F5344CB8AC3E}">
        <p14:creationId xmlns:p14="http://schemas.microsoft.com/office/powerpoint/2010/main" val="367085131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2C7E55E-CE58-295B-6F1D-C920DCA8FE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227466" cy="939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B91EF02-BA2E-A266-3E0F-29F5F8F629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91270"/>
            <a:ext cx="6024880" cy="494997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0C71603-808E-B16F-F9E2-036E4D0524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3360" y="0"/>
            <a:ext cx="5658640" cy="40662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35DBE28-50B9-1458-9E8F-47CA8621AE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3360" y="4317207"/>
            <a:ext cx="5658640" cy="2267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389957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1E5D2AC-AA5C-0065-C72D-2F391B0E7A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6692" y="503252"/>
            <a:ext cx="7415308" cy="53285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DB7FA87-F544-6FBE-5244-6E394C50B1D7}"/>
              </a:ext>
            </a:extLst>
          </p:cNvPr>
          <p:cNvSpPr txBox="1"/>
          <p:nvPr/>
        </p:nvSpPr>
        <p:spPr>
          <a:xfrm>
            <a:off x="0" y="1241364"/>
            <a:ext cx="482945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input image (from SVHN dataset) is a color image, so I set the number of input channels for </a:t>
            </a:r>
            <a:r>
              <a:rPr lang="en-US" i="1" dirty="0"/>
              <a:t>b1 </a:t>
            </a:r>
            <a:r>
              <a:rPr lang="en-US" dirty="0"/>
              <a:t>to </a:t>
            </a:r>
            <a:r>
              <a:rPr lang="en-US" b="1" dirty="0"/>
              <a:t>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then I applied only 2 modules of residual blocks, as specified in requirements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finally, I changed the number </a:t>
            </a:r>
            <a:r>
              <a:rPr lang="en-US" sz="1800" dirty="0"/>
              <a:t>of input neurons for the first </a:t>
            </a:r>
            <a:r>
              <a:rPr lang="en-US" sz="1800" i="1" dirty="0" err="1"/>
              <a:t>nn.Linear</a:t>
            </a:r>
            <a:r>
              <a:rPr lang="en-US" sz="1800" i="1" dirty="0"/>
              <a:t> </a:t>
            </a:r>
            <a:r>
              <a:rPr lang="en-US" sz="1800" dirty="0"/>
              <a:t>after </a:t>
            </a:r>
            <a:r>
              <a:rPr lang="en-US" sz="1800" i="1" dirty="0" err="1"/>
              <a:t>nn.Flatten</a:t>
            </a:r>
            <a:r>
              <a:rPr lang="en-US" sz="1800" i="1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5A35DAA-371F-9860-29FC-883BDA4351E1}"/>
              </a:ext>
            </a:extLst>
          </p:cNvPr>
          <p:cNvGrpSpPr/>
          <p:nvPr/>
        </p:nvGrpSpPr>
        <p:grpSpPr>
          <a:xfrm>
            <a:off x="2412947" y="1998080"/>
            <a:ext cx="4879613" cy="1324420"/>
            <a:chOff x="2412947" y="1998080"/>
            <a:chExt cx="4879613" cy="13244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184E81F-A770-4205-42DB-DBE8D3C24F6E}"/>
                    </a:ext>
                  </a:extLst>
                </p14:cNvPr>
                <p14:cNvContentPartPr/>
                <p14:nvPr/>
              </p14:nvContentPartPr>
              <p14:xfrm>
                <a:off x="7213360" y="3219540"/>
                <a:ext cx="79200" cy="1015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184E81F-A770-4205-42DB-DBE8D3C24F6E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195720" y="3201900"/>
                  <a:ext cx="11484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02153CA-7A95-90C2-DBD1-F7148E30216D}"/>
                    </a:ext>
                  </a:extLst>
                </p14:cNvPr>
                <p14:cNvContentPartPr/>
                <p14:nvPr/>
              </p14:nvContentPartPr>
              <p14:xfrm>
                <a:off x="7168000" y="3314220"/>
                <a:ext cx="99000" cy="82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02153CA-7A95-90C2-DBD1-F7148E30216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150360" y="3296580"/>
                  <a:ext cx="13464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4ECDD42-0432-3DED-70F2-6F6728D32849}"/>
                    </a:ext>
                  </a:extLst>
                </p14:cNvPr>
                <p14:cNvContentPartPr/>
                <p14:nvPr/>
              </p14:nvContentPartPr>
              <p14:xfrm>
                <a:off x="2412947" y="1998080"/>
                <a:ext cx="4774680" cy="12744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4ECDD42-0432-3DED-70F2-6F6728D3284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394947" y="1980440"/>
                  <a:ext cx="4810320" cy="13100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7" name="Left Brace 16">
            <a:extLst>
              <a:ext uri="{FF2B5EF4-FFF2-40B4-BE49-F238E27FC236}">
                <a16:creationId xmlns:a16="http://schemas.microsoft.com/office/drawing/2014/main" id="{40F15A49-D18B-A8E3-120A-4F291769FBBB}"/>
              </a:ext>
            </a:extLst>
          </p:cNvPr>
          <p:cNvSpPr/>
          <p:nvPr/>
        </p:nvSpPr>
        <p:spPr>
          <a:xfrm>
            <a:off x="4598983" y="4346787"/>
            <a:ext cx="128804" cy="491066"/>
          </a:xfrm>
          <a:prstGeom prst="leftBrac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97DD21CD-3CDD-1D3F-EA96-1F3BACDE84AF}"/>
                  </a:ext>
                </a:extLst>
              </p14:cNvPr>
              <p14:cNvContentPartPr/>
              <p14:nvPr/>
            </p14:nvContentPartPr>
            <p14:xfrm>
              <a:off x="3953747" y="3394880"/>
              <a:ext cx="540000" cy="112212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97DD21CD-3CDD-1D3F-EA96-1F3BACDE84A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935747" y="3377240"/>
                <a:ext cx="575640" cy="115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546D8CBB-DA32-363C-6CB9-98DD2B24C03C}"/>
                  </a:ext>
                </a:extLst>
              </p14:cNvPr>
              <p14:cNvContentPartPr/>
              <p14:nvPr/>
            </p14:nvContentPartPr>
            <p14:xfrm>
              <a:off x="4360187" y="4411160"/>
              <a:ext cx="172080" cy="16776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546D8CBB-DA32-363C-6CB9-98DD2B24C03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342187" y="4393520"/>
                <a:ext cx="207720" cy="203400"/>
              </a:xfrm>
              <a:prstGeom prst="rect">
                <a:avLst/>
              </a:prstGeom>
            </p:spPr>
          </p:pic>
        </mc:Fallback>
      </mc:AlternateContent>
      <p:pic>
        <p:nvPicPr>
          <p:cNvPr id="22" name="Picture 21">
            <a:extLst>
              <a:ext uri="{FF2B5EF4-FFF2-40B4-BE49-F238E27FC236}">
                <a16:creationId xmlns:a16="http://schemas.microsoft.com/office/drawing/2014/main" id="{ABFC5751-1F73-F27F-CB33-67425D05E87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2517" y="5056815"/>
            <a:ext cx="4283710" cy="1785958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E0060DD8-4BA4-3436-AE06-52430F9B115D}"/>
              </a:ext>
            </a:extLst>
          </p:cNvPr>
          <p:cNvGrpSpPr/>
          <p:nvPr/>
        </p:nvGrpSpPr>
        <p:grpSpPr>
          <a:xfrm>
            <a:off x="1615620" y="4716600"/>
            <a:ext cx="7203240" cy="1083240"/>
            <a:chOff x="1615620" y="4716600"/>
            <a:chExt cx="7203240" cy="1083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6FAAEFB-8865-6A16-7F95-ED5C6420811A}"/>
                    </a:ext>
                  </a:extLst>
                </p14:cNvPr>
                <p14:cNvContentPartPr/>
                <p14:nvPr/>
              </p14:nvContentPartPr>
              <p14:xfrm>
                <a:off x="1615620" y="4716600"/>
                <a:ext cx="7125840" cy="10832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6FAAEFB-8865-6A16-7F95-ED5C6420811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597620" y="4698600"/>
                  <a:ext cx="7161480" cy="11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9D57B75-335E-6DB7-008D-AA50153F9E61}"/>
                    </a:ext>
                  </a:extLst>
                </p14:cNvPr>
                <p14:cNvContentPartPr/>
                <p14:nvPr/>
              </p14:nvContentPartPr>
              <p14:xfrm>
                <a:off x="8633460" y="5575200"/>
                <a:ext cx="185400" cy="1602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9D57B75-335E-6DB7-008D-AA50153F9E6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615460" y="5557560"/>
                  <a:ext cx="221040" cy="195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8B369B8-E47D-2883-3800-E9D94D4E73FB}"/>
              </a:ext>
            </a:extLst>
          </p:cNvPr>
          <p:cNvGrpSpPr/>
          <p:nvPr/>
        </p:nvGrpSpPr>
        <p:grpSpPr>
          <a:xfrm>
            <a:off x="1615620" y="4739640"/>
            <a:ext cx="3048480" cy="1859760"/>
            <a:chOff x="1615620" y="4739640"/>
            <a:chExt cx="3048480" cy="1859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15F6842-3D99-21C1-C8F2-AA2DEAAA3EAF}"/>
                    </a:ext>
                  </a:extLst>
                </p14:cNvPr>
                <p14:cNvContentPartPr/>
                <p14:nvPr/>
              </p14:nvContentPartPr>
              <p14:xfrm>
                <a:off x="1615620" y="4739640"/>
                <a:ext cx="3048480" cy="17917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15F6842-3D99-21C1-C8F2-AA2DEAAA3EA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597620" y="4721640"/>
                  <a:ext cx="3084120" cy="18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42BA7FA-1A10-4316-0044-0E3BEC9158D1}"/>
                    </a:ext>
                  </a:extLst>
                </p14:cNvPr>
                <p14:cNvContentPartPr/>
                <p14:nvPr/>
              </p14:nvContentPartPr>
              <p14:xfrm>
                <a:off x="3602460" y="6453600"/>
                <a:ext cx="126360" cy="1458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42BA7FA-1A10-4316-0044-0E3BEC9158D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584460" y="6435960"/>
                  <a:ext cx="162000" cy="1814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16B36828-9EAE-717C-C59F-00B44F6B158B}"/>
              </a:ext>
            </a:extLst>
          </p:cNvPr>
          <p:cNvSpPr txBox="1"/>
          <p:nvPr/>
        </p:nvSpPr>
        <p:spPr>
          <a:xfrm>
            <a:off x="4623345" y="6031848"/>
            <a:ext cx="1656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 looked here</a:t>
            </a:r>
          </a:p>
        </p:txBody>
      </p:sp>
    </p:spTree>
    <p:extLst>
      <p:ext uri="{BB962C8B-B14F-4D97-AF65-F5344CB8AC3E}">
        <p14:creationId xmlns:p14="http://schemas.microsoft.com/office/powerpoint/2010/main" val="3583210444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23707D5-D234-AF98-9100-94AC7B9705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710" y="566872"/>
            <a:ext cx="11206579" cy="30420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ACCF035-072E-6CB5-E519-8EC292C0E90C}"/>
              </a:ext>
            </a:extLst>
          </p:cNvPr>
          <p:cNvSpPr txBox="1"/>
          <p:nvPr/>
        </p:nvSpPr>
        <p:spPr>
          <a:xfrm>
            <a:off x="0" y="71022"/>
            <a:ext cx="82198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use functions from this lab: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BD16E8E-B646-1C76-2BCD-63922E5DF6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1242" y="3806482"/>
            <a:ext cx="6462039" cy="3051518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B7D8939F-91E2-063B-3FF6-D569AE380140}"/>
              </a:ext>
            </a:extLst>
          </p:cNvPr>
          <p:cNvGrpSpPr/>
          <p:nvPr/>
        </p:nvGrpSpPr>
        <p:grpSpPr>
          <a:xfrm>
            <a:off x="5228899" y="336995"/>
            <a:ext cx="851400" cy="213480"/>
            <a:chOff x="5228899" y="336995"/>
            <a:chExt cx="851400" cy="213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67A117A-47A0-D15D-8547-8EFC1A960B84}"/>
                    </a:ext>
                  </a:extLst>
                </p14:cNvPr>
                <p14:cNvContentPartPr/>
                <p14:nvPr/>
              </p14:nvContentPartPr>
              <p14:xfrm>
                <a:off x="5228899" y="398915"/>
                <a:ext cx="744840" cy="1515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67A117A-47A0-D15D-8547-8EFC1A960B8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211259" y="381275"/>
                  <a:ext cx="78048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754F54A-7F2A-2AB2-FE4B-D8061C8D89DB}"/>
                    </a:ext>
                  </a:extLst>
                </p14:cNvPr>
                <p14:cNvContentPartPr/>
                <p14:nvPr/>
              </p14:nvContentPartPr>
              <p14:xfrm>
                <a:off x="5850259" y="336995"/>
                <a:ext cx="230040" cy="1519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754F54A-7F2A-2AB2-FE4B-D8061C8D89D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832259" y="319355"/>
                  <a:ext cx="265680" cy="1875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0C81610B-1739-3366-CE5C-9B6F2B6B0527}"/>
              </a:ext>
            </a:extLst>
          </p:cNvPr>
          <p:cNvSpPr txBox="1"/>
          <p:nvPr/>
        </p:nvSpPr>
        <p:spPr>
          <a:xfrm>
            <a:off x="6120755" y="118197"/>
            <a:ext cx="5440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adaptation from </a:t>
            </a:r>
            <a:r>
              <a:rPr lang="en-US" i="1" dirty="0" err="1"/>
              <a:t>load_data_fashion_mnist</a:t>
            </a:r>
            <a:r>
              <a:rPr lang="en-US" i="1" dirty="0"/>
              <a:t>() </a:t>
            </a:r>
            <a:r>
              <a:rPr lang="en-US" dirty="0"/>
              <a:t>function</a:t>
            </a:r>
          </a:p>
        </p:txBody>
      </p:sp>
    </p:spTree>
    <p:extLst>
      <p:ext uri="{BB962C8B-B14F-4D97-AF65-F5344CB8AC3E}">
        <p14:creationId xmlns:p14="http://schemas.microsoft.com/office/powerpoint/2010/main" val="200392707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FCEF153-2851-E412-C015-67A596F996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783" y="0"/>
            <a:ext cx="5122415" cy="31439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84F5E48-960A-432E-3813-EF84538BED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783" y="3235328"/>
            <a:ext cx="8806649" cy="36226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4A52AE3-6BA6-26CC-FE4D-A15E454680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5161" y="843225"/>
            <a:ext cx="6125430" cy="1457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757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6911F7E-2C60-9DB9-24E2-7BBC696368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2533"/>
            <a:ext cx="6068272" cy="21053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5DAC308-FC32-1C30-4808-77B3468E81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2307" y="112533"/>
            <a:ext cx="6039693" cy="210531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E040AC3-9DC1-115C-8F32-2FAE3CB0A0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7820" y="2390323"/>
            <a:ext cx="1770520" cy="132559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B5EC178-C974-3319-7210-1FE3E1248D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986" y="3878867"/>
            <a:ext cx="5714300" cy="263285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246EF07-46A7-BE1D-35DA-752A80BBC5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0678" y="3888391"/>
            <a:ext cx="4904336" cy="262333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D745F68-4059-16A0-311C-7B9FA2BDFCA9}"/>
              </a:ext>
            </a:extLst>
          </p:cNvPr>
          <p:cNvSpPr txBox="1"/>
          <p:nvPr/>
        </p:nvSpPr>
        <p:spPr>
          <a:xfrm>
            <a:off x="0" y="3186921"/>
            <a:ext cx="83805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NOTE</a:t>
            </a:r>
            <a:r>
              <a:rPr lang="en-US" sz="2400" dirty="0"/>
              <a:t>: don’t forget to change the runtime from CPU to GPU: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183D8534-72FD-5582-82EE-99D5364DC52A}"/>
              </a:ext>
            </a:extLst>
          </p:cNvPr>
          <p:cNvSpPr/>
          <p:nvPr/>
        </p:nvSpPr>
        <p:spPr>
          <a:xfrm>
            <a:off x="6011778" y="4952978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022514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E56342-80A7-5316-ACBD-54FADB5B3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1022" y="3437850"/>
            <a:ext cx="4036017" cy="34201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F591CEC-9FED-FA5A-20A3-77AA80A859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880" y="3445816"/>
            <a:ext cx="3953320" cy="342227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BDE439C-7361-D3D7-D481-16BDA6330E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8303" y="0"/>
            <a:ext cx="9238974" cy="3342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834772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2C8EB-B4A6-CEB7-5303-65CE5D894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33316"/>
            <a:ext cx="10515600" cy="1325563"/>
          </a:xfrm>
        </p:spPr>
        <p:txBody>
          <a:bodyPr/>
          <a:lstStyle/>
          <a:p>
            <a:r>
              <a:rPr lang="en-US" dirty="0"/>
              <a:t>Optional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42C5090-DF7E-5BF8-1479-A1EAC0028E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5653" y="992247"/>
            <a:ext cx="6315956" cy="1028844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928087F-2739-0A29-2DD4-F6E46E588E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653" y="2267958"/>
            <a:ext cx="6144482" cy="411537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A42A4B2-E4CB-8BA8-836A-1AD9AC4E0B21}"/>
              </a:ext>
            </a:extLst>
          </p:cNvPr>
          <p:cNvSpPr txBox="1"/>
          <p:nvPr/>
        </p:nvSpPr>
        <p:spPr>
          <a:xfrm>
            <a:off x="5889936" y="371322"/>
            <a:ext cx="6427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adaptation from </a:t>
            </a:r>
            <a:r>
              <a:rPr lang="en-US" i="1" dirty="0" err="1"/>
              <a:t>get_fashion_mnist_labels</a:t>
            </a:r>
            <a:r>
              <a:rPr lang="en-US" i="1" dirty="0"/>
              <a:t>() </a:t>
            </a:r>
            <a:r>
              <a:rPr lang="en-US" dirty="0"/>
              <a:t>function</a:t>
            </a:r>
            <a:r>
              <a:rPr lang="en-US" i="1" dirty="0"/>
              <a:t> </a:t>
            </a:r>
            <a:r>
              <a:rPr lang="en-US" dirty="0"/>
              <a:t>from lab 8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F2ADEA2-5A6D-66C3-CBAE-6DA65AFC557B}"/>
              </a:ext>
            </a:extLst>
          </p:cNvPr>
          <p:cNvGrpSpPr/>
          <p:nvPr/>
        </p:nvGrpSpPr>
        <p:grpSpPr>
          <a:xfrm>
            <a:off x="3559579" y="523604"/>
            <a:ext cx="2328480" cy="381960"/>
            <a:chOff x="3559579" y="523604"/>
            <a:chExt cx="2328480" cy="381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9C96F92-A5EC-9551-AFD0-AA74BBA2D130}"/>
                    </a:ext>
                  </a:extLst>
                </p14:cNvPr>
                <p14:cNvContentPartPr/>
                <p14:nvPr/>
              </p14:nvContentPartPr>
              <p14:xfrm>
                <a:off x="3559579" y="603164"/>
                <a:ext cx="2299680" cy="3024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9C96F92-A5EC-9551-AFD0-AA74BBA2D13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541939" y="585524"/>
                  <a:ext cx="233532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E84484B-F1E1-7D50-858B-8EB7C78E4EB0}"/>
                    </a:ext>
                  </a:extLst>
                </p14:cNvPr>
                <p14:cNvContentPartPr/>
                <p14:nvPr/>
              </p14:nvContentPartPr>
              <p14:xfrm>
                <a:off x="5770339" y="523604"/>
                <a:ext cx="117720" cy="1663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E84484B-F1E1-7D50-858B-8EB7C78E4EB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752699" y="505604"/>
                  <a:ext cx="153360" cy="2019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52B566E2-08C9-A8D7-F91B-9DA2931FEDA1}"/>
              </a:ext>
            </a:extLst>
          </p:cNvPr>
          <p:cNvSpPr txBox="1"/>
          <p:nvPr/>
        </p:nvSpPr>
        <p:spPr>
          <a:xfrm>
            <a:off x="8610412" y="4140979"/>
            <a:ext cx="5440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function from lab 8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714BD14-3DAB-423B-41D0-2883ED4C22C9}"/>
              </a:ext>
            </a:extLst>
          </p:cNvPr>
          <p:cNvGrpSpPr/>
          <p:nvPr/>
        </p:nvGrpSpPr>
        <p:grpSpPr>
          <a:xfrm>
            <a:off x="7571160" y="4178592"/>
            <a:ext cx="952920" cy="242640"/>
            <a:chOff x="7571160" y="4178592"/>
            <a:chExt cx="952920" cy="24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4A18AA8-CE44-DE99-A2BB-235CD26A2157}"/>
                    </a:ext>
                  </a:extLst>
                </p14:cNvPr>
                <p14:cNvContentPartPr/>
                <p14:nvPr/>
              </p14:nvContentPartPr>
              <p14:xfrm>
                <a:off x="7571160" y="4306392"/>
                <a:ext cx="891000" cy="100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4A18AA8-CE44-DE99-A2BB-235CD26A215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553160" y="4288392"/>
                  <a:ext cx="9266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AD4372E-7347-F34B-856C-96FBCE939F8D}"/>
                    </a:ext>
                  </a:extLst>
                </p14:cNvPr>
                <p14:cNvContentPartPr/>
                <p14:nvPr/>
              </p14:nvContentPartPr>
              <p14:xfrm>
                <a:off x="8348400" y="4178592"/>
                <a:ext cx="175680" cy="2426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AD4372E-7347-F34B-856C-96FBCE939F8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330400" y="4160952"/>
                  <a:ext cx="211320" cy="278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601713512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998BCB7-4078-AE51-2561-D8E90B9BCF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78" y="1750343"/>
            <a:ext cx="11709646" cy="4558499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041283C6-D32E-1B1C-E795-B882745A2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33316"/>
            <a:ext cx="10515600" cy="1325563"/>
          </a:xfrm>
        </p:spPr>
        <p:txBody>
          <a:bodyPr/>
          <a:lstStyle/>
          <a:p>
            <a:r>
              <a:rPr lang="en-US" dirty="0"/>
              <a:t>Optional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CE571C-9594-4827-4949-A18F1095275B}"/>
              </a:ext>
            </a:extLst>
          </p:cNvPr>
          <p:cNvSpPr txBox="1"/>
          <p:nvPr/>
        </p:nvSpPr>
        <p:spPr>
          <a:xfrm>
            <a:off x="0" y="992247"/>
            <a:ext cx="113989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our model to classify some images. Given a series of images, we will compare their </a:t>
            </a:r>
            <a:r>
              <a:rPr lang="en-US" b="1" dirty="0"/>
              <a:t>actual labels (first line of text output) </a:t>
            </a:r>
            <a:r>
              <a:rPr lang="en-US" dirty="0"/>
              <a:t>and the </a:t>
            </a:r>
            <a:r>
              <a:rPr lang="en-US" b="1" dirty="0"/>
              <a:t>predictions from the model (second line of text output)</a:t>
            </a:r>
            <a:r>
              <a:rPr lang="en-US" dirty="0"/>
              <a:t>: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023AB97-15CA-BB77-AFA0-104BC571BC14}"/>
              </a:ext>
            </a:extLst>
          </p:cNvPr>
          <p:cNvGrpSpPr/>
          <p:nvPr/>
        </p:nvGrpSpPr>
        <p:grpSpPr>
          <a:xfrm>
            <a:off x="2121379" y="2852804"/>
            <a:ext cx="5617080" cy="496080"/>
            <a:chOff x="2121379" y="2852804"/>
            <a:chExt cx="5617080" cy="49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0733176-A15E-1704-6F75-3032D568FA6F}"/>
                    </a:ext>
                  </a:extLst>
                </p14:cNvPr>
                <p14:cNvContentPartPr/>
                <p14:nvPr/>
              </p14:nvContentPartPr>
              <p14:xfrm>
                <a:off x="2121379" y="2871164"/>
                <a:ext cx="5434920" cy="4777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0733176-A15E-1704-6F75-3032D568FA6F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103739" y="2853164"/>
                  <a:ext cx="5470560" cy="51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C1A2B6F-7137-12C3-282B-114E278D4616}"/>
                    </a:ext>
                  </a:extLst>
                </p14:cNvPr>
                <p14:cNvContentPartPr/>
                <p14:nvPr/>
              </p14:nvContentPartPr>
              <p14:xfrm>
                <a:off x="7332739" y="2852804"/>
                <a:ext cx="405720" cy="2102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C1A2B6F-7137-12C3-282B-114E278D4616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315099" y="2834804"/>
                  <a:ext cx="441360" cy="245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2DD8E479-CB37-775A-0FE0-41A04AD1475E}"/>
                  </a:ext>
                </a:extLst>
              </p14:cNvPr>
              <p14:cNvContentPartPr/>
              <p14:nvPr/>
            </p14:nvContentPartPr>
            <p14:xfrm>
              <a:off x="2707459" y="2440964"/>
              <a:ext cx="4824000" cy="1072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2DD8E479-CB37-775A-0FE0-41A04AD1475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689459" y="2422964"/>
                <a:ext cx="4859640" cy="14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0AA16FA7-162E-263F-A9F3-F95E55E13BC3}"/>
                  </a:ext>
                </a:extLst>
              </p14:cNvPr>
              <p14:cNvContentPartPr/>
              <p14:nvPr/>
            </p14:nvContentPartPr>
            <p14:xfrm>
              <a:off x="7408339" y="2361404"/>
              <a:ext cx="208800" cy="21204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0AA16FA7-162E-263F-A9F3-F95E55E13BC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390699" y="2343764"/>
                <a:ext cx="244440" cy="247680"/>
              </a:xfrm>
              <a:prstGeom prst="rect">
                <a:avLst/>
              </a:prstGeom>
            </p:spPr>
          </p:pic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4EB321E0-385E-E520-5B75-A4292892BB20}"/>
              </a:ext>
            </a:extLst>
          </p:cNvPr>
          <p:cNvSpPr txBox="1"/>
          <p:nvPr/>
        </p:nvSpPr>
        <p:spPr>
          <a:xfrm>
            <a:off x="7738459" y="2327553"/>
            <a:ext cx="22990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I needed to change these 2 things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527461-AECD-6DD2-AAFC-7C0EC9D9880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3310" y="3649215"/>
            <a:ext cx="11473024" cy="255039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F6E8724-0982-344C-CA79-C51F3576875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3310" y="3647542"/>
            <a:ext cx="11473024" cy="2552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151455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3473868-3005-8E4E-A063-27C2D7A174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90682" cy="52626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CC9D25E-59F1-D9E3-3412-ADE50A1A36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8536" y="0"/>
            <a:ext cx="65234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703519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D915F-363A-78BC-BC8A-33156B573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71722"/>
            <a:ext cx="10515600" cy="1325563"/>
          </a:xfrm>
        </p:spPr>
        <p:txBody>
          <a:bodyPr/>
          <a:lstStyle/>
          <a:p>
            <a:r>
              <a:rPr lang="en-US" dirty="0"/>
              <a:t>NOTES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C5D7CA-4A11-259D-B9E0-EAC8C9033518}"/>
              </a:ext>
            </a:extLst>
          </p:cNvPr>
          <p:cNvSpPr txBox="1"/>
          <p:nvPr/>
        </p:nvSpPr>
        <p:spPr>
          <a:xfrm>
            <a:off x="0" y="784164"/>
            <a:ext cx="48294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input image (from SVHN dataset) is a color image, so I set the number of input channels for </a:t>
            </a:r>
            <a:r>
              <a:rPr lang="en-US" i="1" dirty="0"/>
              <a:t>self.conv3x3 </a:t>
            </a:r>
            <a:r>
              <a:rPr lang="en-US" dirty="0"/>
              <a:t>to </a:t>
            </a:r>
            <a:r>
              <a:rPr lang="en-US" b="1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0B8839-37D7-140A-F153-45E9F2E87019}"/>
              </a:ext>
            </a:extLst>
          </p:cNvPr>
          <p:cNvSpPr txBox="1"/>
          <p:nvPr/>
        </p:nvSpPr>
        <p:spPr>
          <a:xfrm>
            <a:off x="-35511" y="1807262"/>
            <a:ext cx="49004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how did I know to add </a:t>
            </a:r>
            <a:r>
              <a:rPr lang="en-US" i="1" dirty="0"/>
              <a:t>padding=1 </a:t>
            </a:r>
            <a:r>
              <a:rPr lang="en-US" dirty="0"/>
              <a:t>for </a:t>
            </a:r>
            <a:r>
              <a:rPr lang="en-US" i="1" dirty="0"/>
              <a:t>self.conv3x3</a:t>
            </a:r>
            <a:r>
              <a:rPr lang="en-US" dirty="0"/>
              <a:t>?</a:t>
            </a:r>
            <a:endParaRPr lang="en-US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2107230-4072-8E0B-9C02-AA74398ACD86}"/>
              </a:ext>
            </a:extLst>
          </p:cNvPr>
          <p:cNvSpPr txBox="1"/>
          <p:nvPr/>
        </p:nvSpPr>
        <p:spPr>
          <a:xfrm>
            <a:off x="-35511" y="2636376"/>
            <a:ext cx="45482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let’s do it without </a:t>
            </a:r>
            <a:r>
              <a:rPr lang="en-US" i="1" dirty="0"/>
              <a:t>padding=1</a:t>
            </a:r>
            <a:r>
              <a:rPr lang="en-US" dirty="0"/>
              <a:t>:</a:t>
            </a:r>
            <a:endParaRPr lang="en-US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2B9A6E9-B07E-70A0-8BCF-092E9CC7CB4D}"/>
              </a:ext>
            </a:extLst>
          </p:cNvPr>
          <p:cNvSpPr txBox="1"/>
          <p:nvPr/>
        </p:nvSpPr>
        <p:spPr>
          <a:xfrm>
            <a:off x="-35511" y="5423923"/>
            <a:ext cx="10404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rgbClr val="FF0000"/>
                </a:solidFill>
              </a:rPr>
              <a:t>aici</a:t>
            </a:r>
            <a:r>
              <a:rPr lang="en-US" sz="2400" b="1" dirty="0">
                <a:solidFill>
                  <a:srgbClr val="FF0000"/>
                </a:solidFill>
              </a:rPr>
              <a:t> e </a:t>
            </a:r>
            <a:r>
              <a:rPr lang="en-US" sz="2400" b="1" dirty="0" err="1">
                <a:solidFill>
                  <a:srgbClr val="FF0000"/>
                </a:solidFill>
              </a:rPr>
              <a:t>buba</a:t>
            </a:r>
            <a:r>
              <a:rPr lang="en-US" sz="2400" b="1" dirty="0">
                <a:solidFill>
                  <a:srgbClr val="FF0000"/>
                </a:solidFill>
              </a:rPr>
              <a:t> 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3BD989-164C-88C5-F117-4827CC9CC9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5533" y="14373"/>
            <a:ext cx="6814311" cy="173508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3C6F149-0D56-293E-F52A-C63889A55B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5533" y="1875176"/>
            <a:ext cx="6814311" cy="1323569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FFACE49A-73A0-D9F0-2D4C-9339BBD496C8}"/>
              </a:ext>
            </a:extLst>
          </p:cNvPr>
          <p:cNvGrpSpPr/>
          <p:nvPr/>
        </p:nvGrpSpPr>
        <p:grpSpPr>
          <a:xfrm>
            <a:off x="3352980" y="1561380"/>
            <a:ext cx="4403160" cy="754200"/>
            <a:chOff x="3352980" y="1561380"/>
            <a:chExt cx="4403160" cy="754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668D88F-E13A-4424-079A-75B75DFEC88C}"/>
                    </a:ext>
                  </a:extLst>
                </p14:cNvPr>
                <p14:cNvContentPartPr/>
                <p14:nvPr/>
              </p14:nvContentPartPr>
              <p14:xfrm>
                <a:off x="3352980" y="1561380"/>
                <a:ext cx="4363560" cy="7542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668D88F-E13A-4424-079A-75B75DFEC88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334980" y="1543740"/>
                  <a:ext cx="4399200" cy="78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16D824B-697B-39D4-FDA3-0C24B341AC05}"/>
                    </a:ext>
                  </a:extLst>
                </p14:cNvPr>
                <p14:cNvContentPartPr/>
                <p14:nvPr/>
              </p14:nvContentPartPr>
              <p14:xfrm>
                <a:off x="7612500" y="2250780"/>
                <a:ext cx="143640" cy="630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16D824B-697B-39D4-FDA3-0C24B341AC0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594500" y="2232780"/>
                  <a:ext cx="179280" cy="9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62CC983-8F80-586C-AF6B-B95FFF43441B}"/>
              </a:ext>
            </a:extLst>
          </p:cNvPr>
          <p:cNvGrpSpPr/>
          <p:nvPr/>
        </p:nvGrpSpPr>
        <p:grpSpPr>
          <a:xfrm>
            <a:off x="3337500" y="983220"/>
            <a:ext cx="4735080" cy="586800"/>
            <a:chOff x="3337500" y="983220"/>
            <a:chExt cx="4735080" cy="586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DD8E3F8-DDF1-6075-94A9-903D41DF1ECF}"/>
                    </a:ext>
                  </a:extLst>
                </p14:cNvPr>
                <p14:cNvContentPartPr/>
                <p14:nvPr/>
              </p14:nvContentPartPr>
              <p14:xfrm>
                <a:off x="3337500" y="1001220"/>
                <a:ext cx="4708440" cy="5688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DD8E3F8-DDF1-6075-94A9-903D41DF1EC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319500" y="983220"/>
                  <a:ext cx="4744080" cy="60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D063A35-29F2-4030-52E0-072EA0326C81}"/>
                    </a:ext>
                  </a:extLst>
                </p14:cNvPr>
                <p14:cNvContentPartPr/>
                <p14:nvPr/>
              </p14:nvContentPartPr>
              <p14:xfrm>
                <a:off x="7901940" y="983220"/>
                <a:ext cx="170640" cy="982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D063A35-29F2-4030-52E0-072EA0326C8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883940" y="965220"/>
                  <a:ext cx="206280" cy="13392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748F72E4-3B45-C7A5-7BF2-2A53166509D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45348" y="4005591"/>
            <a:ext cx="6546652" cy="283666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F938575E-E11C-7102-06B9-8738E83A3E7D}"/>
                  </a:ext>
                </a:extLst>
              </p14:cNvPr>
              <p14:cNvContentPartPr/>
              <p14:nvPr/>
            </p14:nvContentPartPr>
            <p14:xfrm>
              <a:off x="6247307" y="6061027"/>
              <a:ext cx="4928040" cy="77148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F938575E-E11C-7102-06B9-8738E83A3E7D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229667" y="6043387"/>
                <a:ext cx="4963680" cy="807120"/>
              </a:xfrm>
              <a:prstGeom prst="rect">
                <a:avLst/>
              </a:prstGeom>
            </p:spPr>
          </p:pic>
        </mc:Fallback>
      </mc:AlternateContent>
      <p:pic>
        <p:nvPicPr>
          <p:cNvPr id="38" name="Picture 37">
            <a:extLst>
              <a:ext uri="{FF2B5EF4-FFF2-40B4-BE49-F238E27FC236}">
                <a16:creationId xmlns:a16="http://schemas.microsoft.com/office/drawing/2014/main" id="{1D0B8BB4-4971-591A-358C-A77503D9483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08186" y="2955533"/>
            <a:ext cx="4196231" cy="3886722"/>
          </a:xfrm>
          <a:prstGeom prst="rect">
            <a:avLst/>
          </a:prstGeom>
        </p:spPr>
      </p:pic>
      <p:grpSp>
        <p:nvGrpSpPr>
          <p:cNvPr id="41" name="Group 40">
            <a:extLst>
              <a:ext uri="{FF2B5EF4-FFF2-40B4-BE49-F238E27FC236}">
                <a16:creationId xmlns:a16="http://schemas.microsoft.com/office/drawing/2014/main" id="{7B13F3F6-2537-EFDD-90F5-810670B21800}"/>
              </a:ext>
            </a:extLst>
          </p:cNvPr>
          <p:cNvGrpSpPr/>
          <p:nvPr/>
        </p:nvGrpSpPr>
        <p:grpSpPr>
          <a:xfrm>
            <a:off x="515747" y="6229147"/>
            <a:ext cx="864720" cy="451080"/>
            <a:chOff x="515747" y="6229147"/>
            <a:chExt cx="864720" cy="451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4326A03-18BE-3967-C0B4-D67D2D29B729}"/>
                    </a:ext>
                  </a:extLst>
                </p14:cNvPr>
                <p14:cNvContentPartPr/>
                <p14:nvPr/>
              </p14:nvContentPartPr>
              <p14:xfrm>
                <a:off x="593867" y="6257587"/>
                <a:ext cx="786600" cy="4226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4326A03-18BE-3967-C0B4-D67D2D29B72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76227" y="6239947"/>
                  <a:ext cx="822240" cy="45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358D87A0-38A9-DA62-D97B-D350E84B8B73}"/>
                    </a:ext>
                  </a:extLst>
                </p14:cNvPr>
                <p14:cNvContentPartPr/>
                <p14:nvPr/>
              </p14:nvContentPartPr>
              <p14:xfrm>
                <a:off x="515747" y="6229147"/>
                <a:ext cx="118080" cy="1382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358D87A0-38A9-DA62-D97B-D350E84B8B7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97747" y="6211147"/>
                  <a:ext cx="153720" cy="1738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810785268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888DBB6A-B47D-CEDF-295A-6A6D482914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726409" cy="274961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E05DB164-AD56-F3A2-2C53-50EE52DAE852}"/>
                  </a:ext>
                </a:extLst>
              </p14:cNvPr>
              <p14:cNvContentPartPr/>
              <p14:nvPr/>
            </p14:nvContentPartPr>
            <p14:xfrm>
              <a:off x="1117964" y="937027"/>
              <a:ext cx="2490480" cy="27108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E05DB164-AD56-F3A2-2C53-50EE52DAE85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99964" y="919027"/>
                <a:ext cx="2526120" cy="306720"/>
              </a:xfrm>
              <a:prstGeom prst="rect">
                <a:avLst/>
              </a:prstGeom>
            </p:spPr>
          </p:pic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7286C708-1CC4-F825-DBC0-333844DFF068}"/>
              </a:ext>
            </a:extLst>
          </p:cNvPr>
          <p:cNvSpPr txBox="1"/>
          <p:nvPr/>
        </p:nvSpPr>
        <p:spPr>
          <a:xfrm>
            <a:off x="4726408" y="257669"/>
            <a:ext cx="262265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memorize this slide for the exam </a:t>
            </a:r>
            <a:r>
              <a:rPr lang="en-US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</a:t>
            </a:r>
          </a:p>
          <a:p>
            <a:endParaRPr lang="en-US" sz="2000" b="1" dirty="0">
              <a:solidFill>
                <a:srgbClr val="FF0000"/>
              </a:solidFill>
              <a:sym typeface="Wingdings" panose="05000000000000000000" pitchFamily="2" charset="2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181C83-8CE6-0CDB-6946-5C5FC18C24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202821"/>
            <a:ext cx="3324689" cy="322942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6BD69C1-21BF-57BD-1A37-C25E0C04E225}"/>
                  </a:ext>
                </a:extLst>
              </p14:cNvPr>
              <p14:cNvContentPartPr/>
              <p14:nvPr/>
            </p14:nvContentPartPr>
            <p14:xfrm>
              <a:off x="1243440" y="3181968"/>
              <a:ext cx="452520" cy="309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6BD69C1-21BF-57BD-1A37-C25E0C04E22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80800" y="3119328"/>
                <a:ext cx="578160" cy="15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13973CDD-8C3F-D357-1AFB-35688AC1A28E}"/>
                  </a:ext>
                </a:extLst>
              </p14:cNvPr>
              <p14:cNvContentPartPr/>
              <p14:nvPr/>
            </p14:nvContentPartPr>
            <p14:xfrm>
              <a:off x="621360" y="3169728"/>
              <a:ext cx="470160" cy="1260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13973CDD-8C3F-D357-1AFB-35688AC1A28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58360" y="3106728"/>
                <a:ext cx="595800" cy="13824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A479DEF6-2DF0-B979-DEC8-4BF4627CCBB2}"/>
              </a:ext>
            </a:extLst>
          </p:cNvPr>
          <p:cNvSpPr txBox="1"/>
          <p:nvPr/>
        </p:nvSpPr>
        <p:spPr>
          <a:xfrm>
            <a:off x="5418667" y="1638954"/>
            <a:ext cx="683272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rgbClr val="202122"/>
                </a:solidFill>
                <a:effectLst/>
                <a:latin typeface="Nimbus Roman No9 L"/>
              </a:rPr>
              <a:t>⌊</a:t>
            </a:r>
            <a:r>
              <a:rPr lang="en-US" sz="2800" dirty="0"/>
              <a:t>(</a:t>
            </a:r>
            <a:r>
              <a:rPr lang="en-US" sz="2800" i="1" dirty="0">
                <a:sym typeface="Wingdings" panose="05000000000000000000" pitchFamily="2" charset="2"/>
              </a:rPr>
              <a:t>n</a:t>
            </a:r>
            <a:r>
              <a:rPr lang="en-US" sz="2800" dirty="0"/>
              <a:t> – </a:t>
            </a:r>
            <a:r>
              <a:rPr lang="en-US" sz="2800" i="1" dirty="0">
                <a:sym typeface="Wingdings" panose="05000000000000000000" pitchFamily="2" charset="2"/>
              </a:rPr>
              <a:t>1</a:t>
            </a:r>
            <a:r>
              <a:rPr lang="en-US" sz="2800" i="1" baseline="-25000" dirty="0">
                <a:sym typeface="Wingdings" panose="05000000000000000000" pitchFamily="2" charset="2"/>
              </a:rPr>
              <a:t> </a:t>
            </a:r>
            <a:r>
              <a:rPr lang="en-US" sz="2800" dirty="0"/>
              <a:t>+ 0 + 1) / 1</a:t>
            </a:r>
            <a:r>
              <a:rPr lang="en-US" sz="2800" b="0" i="0" dirty="0">
                <a:solidFill>
                  <a:srgbClr val="202122"/>
                </a:solidFill>
                <a:effectLst/>
                <a:latin typeface="Nimbus Roman No9 L"/>
              </a:rPr>
              <a:t>⌋</a:t>
            </a:r>
            <a:r>
              <a:rPr lang="en-US" sz="2800" dirty="0"/>
              <a:t> = </a:t>
            </a:r>
            <a:r>
              <a:rPr lang="en-US" sz="2800" i="1" dirty="0">
                <a:sym typeface="Wingdings" panose="05000000000000000000" pitchFamily="2" charset="2"/>
              </a:rPr>
              <a:t>n </a:t>
            </a:r>
            <a:r>
              <a:rPr lang="en-US" sz="2800" dirty="0">
                <a:sym typeface="Wingdings" panose="05000000000000000000" pitchFamily="2" charset="2"/>
              </a:rPr>
              <a:t>(because by default </a:t>
            </a:r>
            <a:r>
              <a:rPr lang="en-US" sz="2800" i="1" dirty="0">
                <a:sym typeface="Wingdings" panose="05000000000000000000" pitchFamily="2" charset="2"/>
              </a:rPr>
              <a:t>padding</a:t>
            </a:r>
            <a:r>
              <a:rPr lang="en-US" sz="2800" dirty="0">
                <a:sym typeface="Wingdings" panose="05000000000000000000" pitchFamily="2" charset="2"/>
              </a:rPr>
              <a:t> = </a:t>
            </a:r>
            <a:r>
              <a:rPr lang="en-US" sz="2800" i="1" dirty="0">
                <a:sym typeface="Wingdings" panose="05000000000000000000" pitchFamily="2" charset="2"/>
              </a:rPr>
              <a:t>0</a:t>
            </a:r>
            <a:r>
              <a:rPr lang="en-US" sz="2800" dirty="0">
                <a:sym typeface="Wingdings" panose="05000000000000000000" pitchFamily="2" charset="2"/>
              </a:rPr>
              <a:t> and </a:t>
            </a:r>
            <a:r>
              <a:rPr lang="en-US" sz="2800" i="1" dirty="0">
                <a:sym typeface="Wingdings" panose="05000000000000000000" pitchFamily="2" charset="2"/>
              </a:rPr>
              <a:t>stride</a:t>
            </a:r>
            <a:r>
              <a:rPr lang="en-US" sz="2800" dirty="0">
                <a:sym typeface="Wingdings" panose="05000000000000000000" pitchFamily="2" charset="2"/>
              </a:rPr>
              <a:t> = </a:t>
            </a:r>
            <a:r>
              <a:rPr lang="en-US" sz="2800" i="1" dirty="0">
                <a:sym typeface="Wingdings" panose="05000000000000000000" pitchFamily="2" charset="2"/>
              </a:rPr>
              <a:t>1</a:t>
            </a:r>
            <a:r>
              <a:rPr lang="en-US" sz="2800" dirty="0">
                <a:sym typeface="Wingdings" panose="05000000000000000000" pitchFamily="2" charset="2"/>
              </a:rPr>
              <a:t>)</a:t>
            </a:r>
            <a:r>
              <a:rPr lang="en-US" sz="2800" dirty="0"/>
              <a:t> </a:t>
            </a:r>
            <a:r>
              <a:rPr lang="en-US" sz="2800" b="0" i="0" dirty="0">
                <a:solidFill>
                  <a:srgbClr val="1A1A1A"/>
                </a:solidFill>
                <a:effectLst/>
                <a:latin typeface="Noto Serif" panose="020F0502020204030204" pitchFamily="18" charset="0"/>
              </a:rPr>
              <a:t>⇒ the 1x1 conv leave the input shape unchanged !</a:t>
            </a:r>
            <a:r>
              <a:rPr lang="en-US" sz="2800" dirty="0"/>
              <a:t> 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5939190-60CC-128E-18DC-FE2AF0E0C523}"/>
              </a:ext>
            </a:extLst>
          </p:cNvPr>
          <p:cNvGrpSpPr/>
          <p:nvPr/>
        </p:nvGrpSpPr>
        <p:grpSpPr>
          <a:xfrm>
            <a:off x="3039347" y="2677760"/>
            <a:ext cx="2354760" cy="1919880"/>
            <a:chOff x="3039347" y="2677760"/>
            <a:chExt cx="2354760" cy="1919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9E10887-84FA-BE8F-4795-BD0E361AF558}"/>
                    </a:ext>
                  </a:extLst>
                </p14:cNvPr>
                <p14:cNvContentPartPr/>
                <p14:nvPr/>
              </p14:nvContentPartPr>
              <p14:xfrm>
                <a:off x="3039347" y="2746880"/>
                <a:ext cx="2257920" cy="18507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9E10887-84FA-BE8F-4795-BD0E361AF55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021347" y="2729240"/>
                  <a:ext cx="2293560" cy="18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D9D5BEA-F0F9-DACD-7499-F15F2645E453}"/>
                    </a:ext>
                  </a:extLst>
                </p14:cNvPr>
                <p14:cNvContentPartPr/>
                <p14:nvPr/>
              </p14:nvContentPartPr>
              <p14:xfrm>
                <a:off x="5088467" y="2677760"/>
                <a:ext cx="305640" cy="1756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D9D5BEA-F0F9-DACD-7499-F15F2645E45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070827" y="2659760"/>
                  <a:ext cx="341280" cy="21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757C03F-88F1-50BB-1D29-045BF1561955}"/>
              </a:ext>
            </a:extLst>
          </p:cNvPr>
          <p:cNvGrpSpPr/>
          <p:nvPr/>
        </p:nvGrpSpPr>
        <p:grpSpPr>
          <a:xfrm>
            <a:off x="3733787" y="1058120"/>
            <a:ext cx="1706040" cy="745560"/>
            <a:chOff x="3733787" y="1058120"/>
            <a:chExt cx="1706040" cy="745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A6FBE8B-AE0A-6E63-FB5C-CC37185068EB}"/>
                    </a:ext>
                  </a:extLst>
                </p14:cNvPr>
                <p14:cNvContentPartPr/>
                <p14:nvPr/>
              </p14:nvContentPartPr>
              <p14:xfrm>
                <a:off x="3733787" y="1058120"/>
                <a:ext cx="1685520" cy="7423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A6FBE8B-AE0A-6E63-FB5C-CC37185068E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715787" y="1040120"/>
                  <a:ext cx="1721160" cy="77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4406569-7D07-E1E4-2F38-C727B51E5418}"/>
                    </a:ext>
                  </a:extLst>
                </p14:cNvPr>
                <p14:cNvContentPartPr/>
                <p14:nvPr/>
              </p14:nvContentPartPr>
              <p14:xfrm>
                <a:off x="5257667" y="1657520"/>
                <a:ext cx="182160" cy="1461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4406569-7D07-E1E4-2F38-C727B51E541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240027" y="1639880"/>
                  <a:ext cx="217800" cy="1818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2" name="Arrow: Down 31">
            <a:extLst>
              <a:ext uri="{FF2B5EF4-FFF2-40B4-BE49-F238E27FC236}">
                <a16:creationId xmlns:a16="http://schemas.microsoft.com/office/drawing/2014/main" id="{37D86F96-E74C-B576-616C-7DEF6BCB60D8}"/>
              </a:ext>
            </a:extLst>
          </p:cNvPr>
          <p:cNvSpPr/>
          <p:nvPr/>
        </p:nvSpPr>
        <p:spPr>
          <a:xfrm>
            <a:off x="8174628" y="3023949"/>
            <a:ext cx="660399" cy="115858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B9E2C96-5E28-F12F-64B0-0D7017D517F5}"/>
              </a:ext>
            </a:extLst>
          </p:cNvPr>
          <p:cNvSpPr txBox="1"/>
          <p:nvPr/>
        </p:nvSpPr>
        <p:spPr>
          <a:xfrm>
            <a:off x="5418667" y="4114662"/>
            <a:ext cx="689473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202122"/>
                </a:solidFill>
                <a:latin typeface="Nimbus Roman No9 L"/>
              </a:rPr>
              <a:t>we need to look at this conv to see what padding should we add; after applying the formula, </a:t>
            </a:r>
            <a:r>
              <a:rPr lang="en-US" sz="2800" i="1" dirty="0">
                <a:solidFill>
                  <a:srgbClr val="202122"/>
                </a:solidFill>
                <a:latin typeface="Nimbus Roman No9 L"/>
              </a:rPr>
              <a:t>padding</a:t>
            </a:r>
            <a:r>
              <a:rPr lang="en-US" sz="2800" dirty="0">
                <a:solidFill>
                  <a:srgbClr val="202122"/>
                </a:solidFill>
                <a:latin typeface="Nimbus Roman No9 L"/>
              </a:rPr>
              <a:t>  = </a:t>
            </a:r>
            <a:r>
              <a:rPr lang="en-US" sz="2800" i="1" dirty="0">
                <a:solidFill>
                  <a:srgbClr val="202122"/>
                </a:solidFill>
                <a:latin typeface="Nimbus Roman No9 L"/>
              </a:rPr>
              <a:t>1</a:t>
            </a:r>
            <a:r>
              <a:rPr lang="en-US" sz="2800" dirty="0">
                <a:solidFill>
                  <a:srgbClr val="202122"/>
                </a:solidFill>
                <a:latin typeface="Nimbus Roman No9 L"/>
              </a:rPr>
              <a:t> is a good choice </a:t>
            </a:r>
            <a:endParaRPr lang="en-US" sz="2800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2F56BAC-57F1-243A-EF37-A5940553ABEF}"/>
              </a:ext>
            </a:extLst>
          </p:cNvPr>
          <p:cNvGrpSpPr/>
          <p:nvPr/>
        </p:nvGrpSpPr>
        <p:grpSpPr>
          <a:xfrm>
            <a:off x="3005867" y="4741640"/>
            <a:ext cx="2268000" cy="668880"/>
            <a:chOff x="3005867" y="4741640"/>
            <a:chExt cx="2268000" cy="668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361CFA7-F247-25E7-F697-B447B5896673}"/>
                    </a:ext>
                  </a:extLst>
                </p14:cNvPr>
                <p14:cNvContentPartPr/>
                <p14:nvPr/>
              </p14:nvContentPartPr>
              <p14:xfrm>
                <a:off x="3005867" y="4807160"/>
                <a:ext cx="2160000" cy="6033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361CFA7-F247-25E7-F697-B447B589667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987867" y="4789520"/>
                  <a:ext cx="2195640" cy="63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4C001A6-95A5-4962-E357-6DFBA7C3E6E9}"/>
                    </a:ext>
                  </a:extLst>
                </p14:cNvPr>
                <p14:cNvContentPartPr/>
                <p14:nvPr/>
              </p14:nvContentPartPr>
              <p14:xfrm>
                <a:off x="5037707" y="4741640"/>
                <a:ext cx="236160" cy="2023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4C001A6-95A5-4962-E357-6DFBA7C3E6E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019707" y="4723640"/>
                  <a:ext cx="271800" cy="23796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39" name="Picture 38" descr="A person in a suit and tie&#10;&#10;Description automatically generated">
            <a:extLst>
              <a:ext uri="{FF2B5EF4-FFF2-40B4-BE49-F238E27FC236}">
                <a16:creationId xmlns:a16="http://schemas.microsoft.com/office/drawing/2014/main" id="{1405BA84-0C48-45D4-DD4E-56D4BD1186C9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7284" y="5200480"/>
            <a:ext cx="1616823" cy="1616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751762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23707D5-D234-AF98-9100-94AC7B9705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710" y="566872"/>
            <a:ext cx="11206579" cy="30420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ACCF035-072E-6CB5-E519-8EC292C0E90C}"/>
              </a:ext>
            </a:extLst>
          </p:cNvPr>
          <p:cNvSpPr txBox="1"/>
          <p:nvPr/>
        </p:nvSpPr>
        <p:spPr>
          <a:xfrm>
            <a:off x="0" y="71022"/>
            <a:ext cx="82198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use functions from this lab: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BD16E8E-B646-1C76-2BCD-63922E5DF6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1242" y="3806482"/>
            <a:ext cx="6462039" cy="3051518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B7D8939F-91E2-063B-3FF6-D569AE380140}"/>
              </a:ext>
            </a:extLst>
          </p:cNvPr>
          <p:cNvGrpSpPr/>
          <p:nvPr/>
        </p:nvGrpSpPr>
        <p:grpSpPr>
          <a:xfrm>
            <a:off x="5228899" y="336995"/>
            <a:ext cx="851400" cy="213480"/>
            <a:chOff x="5228899" y="336995"/>
            <a:chExt cx="851400" cy="213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67A117A-47A0-D15D-8547-8EFC1A960B84}"/>
                    </a:ext>
                  </a:extLst>
                </p14:cNvPr>
                <p14:cNvContentPartPr/>
                <p14:nvPr/>
              </p14:nvContentPartPr>
              <p14:xfrm>
                <a:off x="5228899" y="398915"/>
                <a:ext cx="744840" cy="1515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67A117A-47A0-D15D-8547-8EFC1A960B8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211259" y="381275"/>
                  <a:ext cx="78048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754F54A-7F2A-2AB2-FE4B-D8061C8D89DB}"/>
                    </a:ext>
                  </a:extLst>
                </p14:cNvPr>
                <p14:cNvContentPartPr/>
                <p14:nvPr/>
              </p14:nvContentPartPr>
              <p14:xfrm>
                <a:off x="5850259" y="336995"/>
                <a:ext cx="230040" cy="1519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754F54A-7F2A-2AB2-FE4B-D8061C8D89D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832259" y="319355"/>
                  <a:ext cx="265680" cy="1875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0C81610B-1739-3366-CE5C-9B6F2B6B0527}"/>
              </a:ext>
            </a:extLst>
          </p:cNvPr>
          <p:cNvSpPr txBox="1"/>
          <p:nvPr/>
        </p:nvSpPr>
        <p:spPr>
          <a:xfrm>
            <a:off x="6120755" y="118197"/>
            <a:ext cx="5440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adaptation from </a:t>
            </a:r>
            <a:r>
              <a:rPr lang="en-US" i="1" dirty="0" err="1"/>
              <a:t>load_data_fashion_mnist</a:t>
            </a:r>
            <a:r>
              <a:rPr lang="en-US" i="1" dirty="0"/>
              <a:t>() </a:t>
            </a:r>
            <a:r>
              <a:rPr lang="en-US" dirty="0"/>
              <a:t>function</a:t>
            </a:r>
          </a:p>
        </p:txBody>
      </p:sp>
    </p:spTree>
    <p:extLst>
      <p:ext uri="{BB962C8B-B14F-4D97-AF65-F5344CB8AC3E}">
        <p14:creationId xmlns:p14="http://schemas.microsoft.com/office/powerpoint/2010/main" val="1786989430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FCEF153-2851-E412-C015-67A596F996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783" y="0"/>
            <a:ext cx="5122415" cy="31439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84F5E48-960A-432E-3813-EF84538BED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783" y="3235328"/>
            <a:ext cx="8806649" cy="36226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4A52AE3-6BA6-26CC-FE4D-A15E454680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5161" y="843225"/>
            <a:ext cx="6125430" cy="1457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162448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6911F7E-2C60-9DB9-24E2-7BBC696368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2533"/>
            <a:ext cx="6068272" cy="21053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5DAC308-FC32-1C30-4808-77B3468E81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2307" y="112533"/>
            <a:ext cx="6039693" cy="210531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E040AC3-9DC1-115C-8F32-2FAE3CB0A0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7820" y="2390323"/>
            <a:ext cx="1770520" cy="132559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B5EC178-C974-3319-7210-1FE3E1248D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986" y="3878867"/>
            <a:ext cx="5714300" cy="263285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246EF07-46A7-BE1D-35DA-752A80BBC5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0678" y="3888391"/>
            <a:ext cx="4904336" cy="262333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D745F68-4059-16A0-311C-7B9FA2BDFCA9}"/>
              </a:ext>
            </a:extLst>
          </p:cNvPr>
          <p:cNvSpPr txBox="1"/>
          <p:nvPr/>
        </p:nvSpPr>
        <p:spPr>
          <a:xfrm>
            <a:off x="0" y="3186921"/>
            <a:ext cx="83805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NOTE</a:t>
            </a:r>
            <a:r>
              <a:rPr lang="en-US" sz="2400" dirty="0"/>
              <a:t>: don’t forget to change the runtime from CPU to GPU: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183D8534-72FD-5582-82EE-99D5364DC52A}"/>
              </a:ext>
            </a:extLst>
          </p:cNvPr>
          <p:cNvSpPr/>
          <p:nvPr/>
        </p:nvSpPr>
        <p:spPr>
          <a:xfrm>
            <a:off x="6011778" y="4952978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659790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8DB67FB-A34B-3B0B-CE3A-B379E0BF49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764" y="3087204"/>
            <a:ext cx="4425661" cy="37562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A585285-8EAB-15D5-A552-7459BE39A7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132" y="3087204"/>
            <a:ext cx="4327191" cy="375628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25E702C-C38E-6039-24F5-FA9DEF731E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132" y="92896"/>
            <a:ext cx="9553264" cy="2915920"/>
          </a:xfrm>
          <a:prstGeom prst="rect">
            <a:avLst/>
          </a:prstGeom>
        </p:spPr>
      </p:pic>
      <p:pic>
        <p:nvPicPr>
          <p:cNvPr id="14" name="Picture 13" descr="A cartoon of a person with a monkey on his head&#10;&#10;Description automatically generated">
            <a:extLst>
              <a:ext uri="{FF2B5EF4-FFF2-40B4-BE49-F238E27FC236}">
                <a16:creationId xmlns:a16="http://schemas.microsoft.com/office/drawing/2014/main" id="{579D8D10-C932-5054-EC9F-F4CB00D7731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1920" y="1102045"/>
            <a:ext cx="1963716" cy="181387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C40F001-EDF4-75B4-D80B-E7BC90A6278B}"/>
              </a:ext>
            </a:extLst>
          </p:cNvPr>
          <p:cNvSpPr txBox="1"/>
          <p:nvPr/>
        </p:nvSpPr>
        <p:spPr>
          <a:xfrm>
            <a:off x="9705636" y="3560765"/>
            <a:ext cx="227613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NOTE</a:t>
            </a:r>
            <a:r>
              <a:rPr lang="en-US" sz="2000" dirty="0"/>
              <a:t>: the model is too dumb to learn this task, this is why we have so bad performance </a:t>
            </a:r>
            <a:r>
              <a:rPr lang="en-US" sz="2000" dirty="0">
                <a:sym typeface="Wingdings" panose="05000000000000000000" pitchFamily="2" charset="2"/>
              </a:rPr>
              <a:t>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734025198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2C8EB-B4A6-CEB7-5303-65CE5D894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33316"/>
            <a:ext cx="10515600" cy="1325563"/>
          </a:xfrm>
        </p:spPr>
        <p:txBody>
          <a:bodyPr/>
          <a:lstStyle/>
          <a:p>
            <a:r>
              <a:rPr lang="en-US" dirty="0"/>
              <a:t>Optional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42C5090-DF7E-5BF8-1479-A1EAC0028E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5653" y="992247"/>
            <a:ext cx="6315956" cy="1028844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928087F-2739-0A29-2DD4-F6E46E588E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653" y="2267958"/>
            <a:ext cx="6144482" cy="411537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A42A4B2-E4CB-8BA8-836A-1AD9AC4E0B21}"/>
              </a:ext>
            </a:extLst>
          </p:cNvPr>
          <p:cNvSpPr txBox="1"/>
          <p:nvPr/>
        </p:nvSpPr>
        <p:spPr>
          <a:xfrm>
            <a:off x="5889936" y="371322"/>
            <a:ext cx="6427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adaptation from </a:t>
            </a:r>
            <a:r>
              <a:rPr lang="en-US" i="1" dirty="0" err="1"/>
              <a:t>get_fashion_mnist_labels</a:t>
            </a:r>
            <a:r>
              <a:rPr lang="en-US" i="1" dirty="0"/>
              <a:t>() </a:t>
            </a:r>
            <a:r>
              <a:rPr lang="en-US" dirty="0"/>
              <a:t>function</a:t>
            </a:r>
            <a:r>
              <a:rPr lang="en-US" i="1" dirty="0"/>
              <a:t> </a:t>
            </a:r>
            <a:r>
              <a:rPr lang="en-US" dirty="0"/>
              <a:t>from lab 8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F2ADEA2-5A6D-66C3-CBAE-6DA65AFC557B}"/>
              </a:ext>
            </a:extLst>
          </p:cNvPr>
          <p:cNvGrpSpPr/>
          <p:nvPr/>
        </p:nvGrpSpPr>
        <p:grpSpPr>
          <a:xfrm>
            <a:off x="3559579" y="523604"/>
            <a:ext cx="2328480" cy="381960"/>
            <a:chOff x="3559579" y="523604"/>
            <a:chExt cx="2328480" cy="381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9C96F92-A5EC-9551-AFD0-AA74BBA2D130}"/>
                    </a:ext>
                  </a:extLst>
                </p14:cNvPr>
                <p14:cNvContentPartPr/>
                <p14:nvPr/>
              </p14:nvContentPartPr>
              <p14:xfrm>
                <a:off x="3559579" y="603164"/>
                <a:ext cx="2299680" cy="3024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9C96F92-A5EC-9551-AFD0-AA74BBA2D13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541939" y="585524"/>
                  <a:ext cx="233532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E84484B-F1E1-7D50-858B-8EB7C78E4EB0}"/>
                    </a:ext>
                  </a:extLst>
                </p14:cNvPr>
                <p14:cNvContentPartPr/>
                <p14:nvPr/>
              </p14:nvContentPartPr>
              <p14:xfrm>
                <a:off x="5770339" y="523604"/>
                <a:ext cx="117720" cy="1663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E84484B-F1E1-7D50-858B-8EB7C78E4EB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752699" y="505604"/>
                  <a:ext cx="153360" cy="2019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52B566E2-08C9-A8D7-F91B-9DA2931FEDA1}"/>
              </a:ext>
            </a:extLst>
          </p:cNvPr>
          <p:cNvSpPr txBox="1"/>
          <p:nvPr/>
        </p:nvSpPr>
        <p:spPr>
          <a:xfrm>
            <a:off x="8610412" y="4140979"/>
            <a:ext cx="5440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function from lab 8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714BD14-3DAB-423B-41D0-2883ED4C22C9}"/>
              </a:ext>
            </a:extLst>
          </p:cNvPr>
          <p:cNvGrpSpPr/>
          <p:nvPr/>
        </p:nvGrpSpPr>
        <p:grpSpPr>
          <a:xfrm>
            <a:off x="7571160" y="4178592"/>
            <a:ext cx="952920" cy="242640"/>
            <a:chOff x="7571160" y="4178592"/>
            <a:chExt cx="952920" cy="24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4A18AA8-CE44-DE99-A2BB-235CD26A2157}"/>
                    </a:ext>
                  </a:extLst>
                </p14:cNvPr>
                <p14:cNvContentPartPr/>
                <p14:nvPr/>
              </p14:nvContentPartPr>
              <p14:xfrm>
                <a:off x="7571160" y="4306392"/>
                <a:ext cx="891000" cy="100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4A18AA8-CE44-DE99-A2BB-235CD26A215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553160" y="4288392"/>
                  <a:ext cx="9266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AD4372E-7347-F34B-856C-96FBCE939F8D}"/>
                    </a:ext>
                  </a:extLst>
                </p14:cNvPr>
                <p14:cNvContentPartPr/>
                <p14:nvPr/>
              </p14:nvContentPartPr>
              <p14:xfrm>
                <a:off x="8348400" y="4178592"/>
                <a:ext cx="175680" cy="2426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AD4372E-7347-F34B-856C-96FBCE939F8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330400" y="4160952"/>
                  <a:ext cx="211320" cy="278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12791433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998BCB7-4078-AE51-2561-D8E90B9BCF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78" y="1750343"/>
            <a:ext cx="11709646" cy="4558499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041283C6-D32E-1B1C-E795-B882745A2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33316"/>
            <a:ext cx="10515600" cy="1325563"/>
          </a:xfrm>
        </p:spPr>
        <p:txBody>
          <a:bodyPr/>
          <a:lstStyle/>
          <a:p>
            <a:r>
              <a:rPr lang="en-US" dirty="0"/>
              <a:t>Optional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CE571C-9594-4827-4949-A18F1095275B}"/>
              </a:ext>
            </a:extLst>
          </p:cNvPr>
          <p:cNvSpPr txBox="1"/>
          <p:nvPr/>
        </p:nvSpPr>
        <p:spPr>
          <a:xfrm>
            <a:off x="0" y="992247"/>
            <a:ext cx="113989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our model to classify some images. Given a series of images, we will compare their </a:t>
            </a:r>
            <a:r>
              <a:rPr lang="en-US" b="1" dirty="0"/>
              <a:t>actual labels (first line of text output) </a:t>
            </a:r>
            <a:r>
              <a:rPr lang="en-US" dirty="0"/>
              <a:t>and the </a:t>
            </a:r>
            <a:r>
              <a:rPr lang="en-US" b="1" dirty="0"/>
              <a:t>predictions from the model (second line of text output)</a:t>
            </a:r>
            <a:r>
              <a:rPr lang="en-US" dirty="0"/>
              <a:t>: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023AB97-15CA-BB77-AFA0-104BC571BC14}"/>
              </a:ext>
            </a:extLst>
          </p:cNvPr>
          <p:cNvGrpSpPr/>
          <p:nvPr/>
        </p:nvGrpSpPr>
        <p:grpSpPr>
          <a:xfrm>
            <a:off x="2121379" y="2852804"/>
            <a:ext cx="5617080" cy="496080"/>
            <a:chOff x="2121379" y="2852804"/>
            <a:chExt cx="5617080" cy="49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0733176-A15E-1704-6F75-3032D568FA6F}"/>
                    </a:ext>
                  </a:extLst>
                </p14:cNvPr>
                <p14:cNvContentPartPr/>
                <p14:nvPr/>
              </p14:nvContentPartPr>
              <p14:xfrm>
                <a:off x="2121379" y="2871164"/>
                <a:ext cx="5434920" cy="4777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0733176-A15E-1704-6F75-3032D568FA6F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103739" y="2853164"/>
                  <a:ext cx="5470560" cy="51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C1A2B6F-7137-12C3-282B-114E278D4616}"/>
                    </a:ext>
                  </a:extLst>
                </p14:cNvPr>
                <p14:cNvContentPartPr/>
                <p14:nvPr/>
              </p14:nvContentPartPr>
              <p14:xfrm>
                <a:off x="7332739" y="2852804"/>
                <a:ext cx="405720" cy="2102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C1A2B6F-7137-12C3-282B-114E278D4616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315099" y="2834804"/>
                  <a:ext cx="441360" cy="245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2DD8E479-CB37-775A-0FE0-41A04AD1475E}"/>
                  </a:ext>
                </a:extLst>
              </p14:cNvPr>
              <p14:cNvContentPartPr/>
              <p14:nvPr/>
            </p14:nvContentPartPr>
            <p14:xfrm>
              <a:off x="2707459" y="2440964"/>
              <a:ext cx="4824000" cy="1072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2DD8E479-CB37-775A-0FE0-41A04AD1475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689459" y="2422964"/>
                <a:ext cx="4859640" cy="14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0AA16FA7-162E-263F-A9F3-F95E55E13BC3}"/>
                  </a:ext>
                </a:extLst>
              </p14:cNvPr>
              <p14:cNvContentPartPr/>
              <p14:nvPr/>
            </p14:nvContentPartPr>
            <p14:xfrm>
              <a:off x="7408339" y="2361404"/>
              <a:ext cx="208800" cy="21204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0AA16FA7-162E-263F-A9F3-F95E55E13BC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390699" y="2343764"/>
                <a:ext cx="244440" cy="247680"/>
              </a:xfrm>
              <a:prstGeom prst="rect">
                <a:avLst/>
              </a:prstGeom>
            </p:spPr>
          </p:pic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4EB321E0-385E-E520-5B75-A4292892BB20}"/>
              </a:ext>
            </a:extLst>
          </p:cNvPr>
          <p:cNvSpPr txBox="1"/>
          <p:nvPr/>
        </p:nvSpPr>
        <p:spPr>
          <a:xfrm>
            <a:off x="7738459" y="2327553"/>
            <a:ext cx="22990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I needed to change these 2 things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527461-AECD-6DD2-AAFC-7C0EC9D9880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3310" y="3649215"/>
            <a:ext cx="11473024" cy="2550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998559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41339-F51E-6D1F-BDF0-3E91B2AED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9140" y="2435225"/>
            <a:ext cx="5996940" cy="1325563"/>
          </a:xfrm>
        </p:spPr>
        <p:txBody>
          <a:bodyPr>
            <a:normAutofit/>
          </a:bodyPr>
          <a:lstStyle/>
          <a:p>
            <a:r>
              <a:rPr lang="en-US" sz="8800" dirty="0"/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39691026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3176</Words>
  <Application>Microsoft Office PowerPoint</Application>
  <PresentationFormat>Widescreen</PresentationFormat>
  <Paragraphs>342</Paragraphs>
  <Slides>104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104</vt:i4>
      </vt:variant>
    </vt:vector>
  </HeadingPairs>
  <TitlesOfParts>
    <vt:vector size="111" baseType="lpstr">
      <vt:lpstr>Aptos</vt:lpstr>
      <vt:lpstr>Aptos Display</vt:lpstr>
      <vt:lpstr>Arial</vt:lpstr>
      <vt:lpstr>Nimbus Roman No9 L</vt:lpstr>
      <vt:lpstr>Noto Serif</vt:lpstr>
      <vt:lpstr>Wingdings</vt:lpstr>
      <vt:lpstr>Office Theme</vt:lpstr>
      <vt:lpstr>Bazele inteligenței artificiale</vt:lpstr>
      <vt:lpstr>PowerPoint Presentation</vt:lpstr>
      <vt:lpstr>Content</vt:lpstr>
      <vt:lpstr>1) Convolutions for images</vt:lpstr>
      <vt:lpstr>PowerPoint Presentation</vt:lpstr>
      <vt:lpstr>PowerPoint Presentation</vt:lpstr>
      <vt:lpstr>PowerPoint Presentation</vt:lpstr>
      <vt:lpstr>PowerPoint Presentation</vt:lpstr>
      <vt:lpstr>Intuition behind CNNs: a simple example</vt:lpstr>
      <vt:lpstr>MLP vs CNN (for images)</vt:lpstr>
      <vt:lpstr>MLP vs CNN (for images)</vt:lpstr>
      <vt:lpstr>MLP vs CNN (for images)</vt:lpstr>
      <vt:lpstr>2) Padding and stride</vt:lpstr>
      <vt:lpstr>PowerPoint Presentation</vt:lpstr>
      <vt:lpstr>PowerPoint Presentation</vt:lpstr>
      <vt:lpstr>PowerPoint Presentation</vt:lpstr>
      <vt:lpstr>PowerPoint Presentation</vt:lpstr>
      <vt:lpstr>Example of stride 1 vs stride 2</vt:lpstr>
      <vt:lpstr>3) Multiple input and multiple output channels</vt:lpstr>
      <vt:lpstr>PowerPoint Presentation</vt:lpstr>
      <vt:lpstr>PowerPoint Presentation</vt:lpstr>
      <vt:lpstr>PowerPoint Presentation</vt:lpstr>
      <vt:lpstr>4) Pooling</vt:lpstr>
      <vt:lpstr>PowerPoint Presentation</vt:lpstr>
      <vt:lpstr>PowerPoint Presentation</vt:lpstr>
      <vt:lpstr>PowerPoint Presentation</vt:lpstr>
      <vt:lpstr>PowerPoint Presentation</vt:lpstr>
      <vt:lpstr>Benefits of using pooling layers</vt:lpstr>
      <vt:lpstr>5) LeNet</vt:lpstr>
      <vt:lpstr>PowerPoint Presentation</vt:lpstr>
      <vt:lpstr>What makes LeNet so special?</vt:lpstr>
      <vt:lpstr>PowerPoint Presentation</vt:lpstr>
      <vt:lpstr>PowerPoint Presentation</vt:lpstr>
      <vt:lpstr>6) AlexNet</vt:lpstr>
      <vt:lpstr>PowerPoint Presentation</vt:lpstr>
      <vt:lpstr>What makes AlexNet so special?</vt:lpstr>
      <vt:lpstr>PowerPoint Presentation</vt:lpstr>
      <vt:lpstr>PowerPoint Presentation</vt:lpstr>
      <vt:lpstr>PowerPoint Presentation</vt:lpstr>
      <vt:lpstr>7) VGG</vt:lpstr>
      <vt:lpstr>What makes VGG so special?</vt:lpstr>
      <vt:lpstr>PowerPoint Presentation</vt:lpstr>
      <vt:lpstr>8) Batch Normalization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Code part</vt:lpstr>
      <vt:lpstr>PowerPoint Presentation</vt:lpstr>
      <vt:lpstr>9) ResNet</vt:lpstr>
      <vt:lpstr>PowerPoint Presentation</vt:lpstr>
      <vt:lpstr>PowerPoint Presentation</vt:lpstr>
      <vt:lpstr>Degradation problem</vt:lpstr>
      <vt:lpstr>Watch this video to understand more</vt:lpstr>
      <vt:lpstr>What makes ResNet so special?</vt:lpstr>
      <vt:lpstr>PowerPoint Presentation</vt:lpstr>
      <vt:lpstr>PowerPoint Presentation</vt:lpstr>
      <vt:lpstr> Old Exercises (same as for PI)</vt:lpstr>
      <vt:lpstr>PowerPoint Presentation</vt:lpstr>
      <vt:lpstr>Solutions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Optional</vt:lpstr>
      <vt:lpstr>Optional</vt:lpstr>
      <vt:lpstr>PowerPoint Presentation</vt:lpstr>
      <vt:lpstr>NOTES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Optional</vt:lpstr>
      <vt:lpstr>Optional</vt:lpstr>
      <vt:lpstr>New Exercises</vt:lpstr>
      <vt:lpstr>PowerPoint Presentation</vt:lpstr>
      <vt:lpstr>Solutions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Optional</vt:lpstr>
      <vt:lpstr>Optional</vt:lpstr>
      <vt:lpstr>PowerPoint Presentation</vt:lpstr>
      <vt:lpstr>NOTES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Optional</vt:lpstr>
      <vt:lpstr>Optional</vt:lpstr>
      <vt:lpstr>Thank you !</vt:lpstr>
    </vt:vector>
  </TitlesOfParts>
  <Company>evosoft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Grigore Atimut, Ionut Orlando (ADV D EU RO IFA AI DN)</dc:creator>
  <cp:lastModifiedBy>Grigore Atimut, Ionut Orlando (FT D EU RO IFA AI DN)</cp:lastModifiedBy>
  <cp:revision>92</cp:revision>
  <dcterms:created xsi:type="dcterms:W3CDTF">2024-10-01T10:20:11Z</dcterms:created>
  <dcterms:modified xsi:type="dcterms:W3CDTF">2024-12-06T14:08:21Z</dcterms:modified>
</cp:coreProperties>
</file>