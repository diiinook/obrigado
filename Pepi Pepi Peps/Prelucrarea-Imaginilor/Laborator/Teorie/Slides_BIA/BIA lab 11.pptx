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notesSlides/notesSlide2.xml" ContentType="application/vnd.openxmlformats-officedocument.presentationml.notesSlide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85" r:id="rId3"/>
    <p:sldId id="281" r:id="rId4"/>
    <p:sldId id="371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72" r:id="rId13"/>
    <p:sldId id="386" r:id="rId14"/>
    <p:sldId id="387" r:id="rId15"/>
    <p:sldId id="388" r:id="rId16"/>
    <p:sldId id="373" r:id="rId17"/>
    <p:sldId id="460" r:id="rId18"/>
    <p:sldId id="478" r:id="rId19"/>
    <p:sldId id="479" r:id="rId20"/>
    <p:sldId id="389" r:id="rId21"/>
    <p:sldId id="480" r:id="rId22"/>
    <p:sldId id="481" r:id="rId23"/>
    <p:sldId id="482" r:id="rId24"/>
    <p:sldId id="483" r:id="rId25"/>
    <p:sldId id="484" r:id="rId26"/>
    <p:sldId id="374" r:id="rId27"/>
    <p:sldId id="485" r:id="rId28"/>
    <p:sldId id="375" r:id="rId29"/>
    <p:sldId id="487" r:id="rId30"/>
    <p:sldId id="376" r:id="rId31"/>
    <p:sldId id="490" r:id="rId32"/>
    <p:sldId id="486" r:id="rId33"/>
    <p:sldId id="488" r:id="rId34"/>
    <p:sldId id="489" r:id="rId35"/>
    <p:sldId id="491" r:id="rId36"/>
    <p:sldId id="494" r:id="rId37"/>
    <p:sldId id="499" r:id="rId38"/>
    <p:sldId id="495" r:id="rId39"/>
    <p:sldId id="493" r:id="rId40"/>
    <p:sldId id="496" r:id="rId41"/>
    <p:sldId id="497" r:id="rId42"/>
    <p:sldId id="366" r:id="rId43"/>
    <p:sldId id="370" r:id="rId44"/>
    <p:sldId id="368" r:id="rId45"/>
    <p:sldId id="377" r:id="rId46"/>
    <p:sldId id="385" r:id="rId47"/>
    <p:sldId id="369" r:id="rId48"/>
    <p:sldId id="498" r:id="rId49"/>
    <p:sldId id="500" r:id="rId50"/>
    <p:sldId id="501" r:id="rId51"/>
    <p:sldId id="502" r:id="rId52"/>
    <p:sldId id="503" r:id="rId53"/>
    <p:sldId id="504" r:id="rId54"/>
    <p:sldId id="505" r:id="rId55"/>
    <p:sldId id="506" r:id="rId56"/>
    <p:sldId id="34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1T11:05:18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473 1155 24575,'-33'-1'0,"0"0"0,0-2 0,0-2 0,0-1 0,-35-12 0,57 14 0,1-1 0,0 0 0,0-1 0,0 0 0,1 0 0,0-1 0,0-1 0,1 1 0,-9-11 0,-9-13 0,-27-39 0,51 67 0,-5-7 0,1-1 0,0 1 0,0-1 0,1-1 0,0 1 0,1-1 0,-4-18 0,4 8 0,2 0 0,0 0 0,2-28 0,0 13 0,7-41 0,-5 65 0,1 1 0,0-1 0,1 1 0,0 0 0,1 0 0,11-20 0,4 0 0,2 1 0,1 1 0,2 2 0,1 0 0,1 1 0,1 2 0,1 1 0,1 1 0,1 2 0,1 1 0,1 1 0,1 2 0,0 1 0,1 2 0,50-13 0,-7 6 0,2 4 0,0 3 0,1 4 0,87 0 0,372 9 0,302-10 0,-408-20 0,49 27 0,-259 6 0,1547-2 0,-1297 24 0,-87-2 0,109 17 0,-6 33 0,-442-65 0,-40-5 0,205 38 0,-182-32 0,0 1 0,-1 1 0,0 2 0,48 27 0,-68-32 0,0 1 0,0 0 0,-1 1 0,0 0 0,-1 1 0,0-1 0,0 2 0,-1-1 0,-1 1 0,1 0 0,4 14 0,8 19 0,19 71 0,-30-79 0,-2 0 0,-1 1 0,-2 0 0,-2-1 0,-6 74 0,4-101 0,0 0 0,-1 0 0,0-1 0,0 1 0,-1-1 0,0 1 0,-1-1 0,1 0 0,-2 0 0,1 0 0,-1-1 0,0 0 0,-1 1 0,1-2 0,-11 10 0,5-6 0,-1-1 0,0 0 0,-1-1 0,0 0 0,0-1 0,0-1 0,-1 0 0,-24 7 0,-101 23 0,-2-5 0,0-7 0,-209 9 0,19-15 0,-393 11 0,-279-30 0,932 4 0,-87 16 0,-13 1 0,-509-12 0,396-10 0,-1320 2 0,1434-12 0,11 0 0,60 13 0,-60-2 0,85-11 0,48 7 0,-44-3 0,-319 8 0,185 1 0,188-2-341,0 0 0,1-2-1,-27-6 1,25 5-6485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3:51.3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2912 1 24575,'0'32'0,"-8"61"0,6-78 0,-2 0 0,0 0 0,-1-1 0,0 1 0,-1-1 0,-9 15 0,-6 5 0,-2-1 0,-1-1 0,-1-1 0,-44 41 0,-130 101 0,137-122 0,-293 225 0,232-192 0,-140 72 0,6-23 0,-187 102 0,374-195 0,-55 29 0,-156 115 0,263-171 0,-1-1 0,-23 11 0,22-13 0,0 2 0,-24 17 0,-240 206 0,242-201-1365,10-10-5461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3:52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 24575,'1'161'0,"-3"178"0,-1-303 0,-12 51 0,1 0 0,13-86 0,1 1 0,0-1 0,0 1 0,0-1 0,0 1 0,0-1 0,0 0 0,0 1 0,0-1 0,0 1 0,0-1 0,1 0 0,-1 1 0,1-1 0,-1 0 0,1 1 0,0-1 0,-1 0 0,1 0 0,0 1 0,0-1 0,0 0 0,0 0 0,0 0 0,2 2 0,-1-3 0,0 1 0,1 0 0,-1 0 0,0-1 0,1 0 0,-1 1 0,0-1 0,1 0 0,-1 0 0,0 0 0,1 0 0,-1-1 0,0 1 0,4-1 0,10-4 0,-1-1 0,1 0 0,21-12 0,-33 16 0,284-159-1365,-253 143-5461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3:58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 24575,'-1'1'0,"-1"0"0,1 1 0,0-1 0,0 0 0,0 1 0,0-1 0,0 1 0,0 0 0,0-1 0,0 1 0,1 0 0,-1-1 0,1 1 0,-1 0 0,1 0 0,0 0 0,0-1 0,0 4 0,-1-2 0,-1 14 0,1 0 0,1 1 0,1-1 0,0 1 0,1-1 0,1 0 0,1 1 0,0-1 0,1-1 0,8 18 0,13 26 0,42 73 0,-66-130 0,3 6 0,0 0 0,0 0 0,0-1 0,1 0 0,0 0 0,1 0 0,0-1 0,0 0 0,1 0 0,-1-1 0,1 0 0,1 0 0,-1-1 0,1 0 0,0-1 0,0 0 0,1 0 0,-1-1 0,1 0 0,13 2 0,43 3 0,103-2 0,-79-4 0,12 2 0,-3 1 0,161-12 0,-209-1 0,88-27 0,10-2 0,-24 18 0,240-3 0,-350 21 0,0 2 0,0-1 0,0 2 0,0 0 0,0 1 0,0 1 0,22 8 0,-31-10 0,1 2 0,-1-1 0,0 1 0,0 0 0,-1 0 0,1 0 0,-1 1 0,0 0 0,0 0 0,-1 0 0,1 1 0,-1 0 0,0-1 0,-1 1 0,1 1 0,-1-1 0,0 0 0,1 8 0,18 71 0,-22-86 0,-1-9 0,0 0 0,1 0 0,0 0 0,1 1 0,0-1 0,3-11 0,-3 18 0,0 1 0,1-1 0,-1 0 0,0 0 0,1 1 0,0-1 0,-1 1 0,1 0 0,0-1 0,0 1 0,1 0 0,-1 0 0,0 0 0,1 0 0,-1 1 0,1-1 0,0 1 0,-1-1 0,1 1 0,0 0 0,0 0 0,0 0 0,0 0 0,0 1 0,3-1 0,50-6 0,73 1 0,23-2 0,335-25 0,-346 35 0,127-3 0,-264 1 0,-1 0 0,1 0 0,0-1 0,-1 1 0,1-1 0,0 0 0,-1 0 0,1 0 0,-1-1 0,1 1 0,-1-1 0,0 0 0,0 0 0,0 0 0,5-4 0,-4 1 0,-1 0 0,1 0 0,-1 0 0,0 0 0,-1-1 0,1 1 0,-1-1 0,2-11 0,67-250-1365,-63 233-5461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4:00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24575,'10'353'0,"15"0"0,15-2 0,119 482 0,-125-698-63,43 222-1239,-75-337-5524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4:02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1 222 24575,'65'49'0,"-65"-48"0,17 14 0,0 0 0,-1 1 0,-1 1 0,-1 1 0,-1 0 0,14 22 0,-9-3 0,24 42 0,-37-72 0,0 1 0,0 0 0,1-1 0,0 0 0,1-1 0,13 12 0,-19-17 0,0 0 0,1-1 0,-1 1 0,0 0 0,1-1 0,-1 1 0,1-1 0,-1 1 0,1-1 0,-1 0 0,1 0 0,-1 0 0,1 0 0,-1 0 0,1 0 0,0 0 0,-1 0 0,1 0 0,-1-1 0,1 1 0,-1-1 0,0 1 0,1-1 0,-1 1 0,1-1 0,-1 0 0,0 0 0,0 0 0,1 0 0,-1 0 0,0 0 0,2-2 0,3-4 0,0-1 0,0 1 0,0-1 0,4-10 0,-5 10 0,129-265 0,-43 77 0,-76 165-1365,-4 6-5461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5:06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1036 24575,'1'-3'0,"0"1"0,0-1 0,0 1 0,0-1 0,1 1 0,-1 0 0,1-1 0,-1 1 0,1 0 0,2-2 0,4-6 0,116-194 0,-95 159 0,215-303 0,-41 131 127,-65 75-1619,-101 101-5334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5:10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0 302 24575,'4'-1'0,"1"-1"0,-1 0 0,0 1 0,0-1 0,-1 0 0,1-1 0,0 1 0,4-5 0,3-1 0,22-15 0,59-56 0,3-1 0,0-2 0,-95 82 0,1-1 0,-1 1 0,0-1 0,1 1 0,-1-1 0,1 1 0,-1-1 0,0 1 0,1 0 0,-1-1 0,1 1 0,-1 0 0,1-1 0,-1 1 0,1 0 0,-1 0 0,1-1 0,0 1 0,-1 0 0,1 0 0,-1 0 0,1 0 0,0 0 0,-1 0 0,1 0 0,-1 0 0,1 0 0,-1 0 0,1 0 0,0 0 0,-1 0 0,1 1 0,-1-1 0,1 0 0,-1 0 0,1 0 0,-1 1 0,1-1 0,-1 0 0,1 1 0,-1-1 0,1 1 0,-1-1 0,1 0 0,-1 1 0,0-1 0,1 1 0,-1-1 0,0 1 0,0-1 0,1 1 0,-1-1 0,0 1 0,0 0 0,0-1 0,1 2 0,4 40 0,-4-31 0,2 29-112,41 303-1141,-35-298-5573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5:12.5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1 842 24575,'57'-27'0,"-34"17"0,34-21 0,309-234 0,-306 219 0,456-302 0,-458 308-20,-45 29-148,0 2 0,1 0 0,0 0 0,0 1-1,1 1 1,0 0 0,18-5 0,-17 9-6658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15:14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1 156 24575,'191'-48'0,"-102"28"0,119-33 0,-124 19 0,-83 34 0,1 0 0,-1 0 0,1 0 0,-1 0 0,0 0 0,1 0 0,-1 0 0,1 0 0,-1 0 0,0 1 0,1-1 0,-1 1 0,0-1 0,1 1 0,-1-1 0,0 1 0,0 0 0,0 0 0,0-1 0,0 1 0,1 0 0,-1 0 0,-1 0 0,1 0 0,0 0 0,0 1 0,0-1 0,0 0 0,-1 0 0,1 0 0,-1 1 0,1-1 0,-1 0 0,1 1 0,-1-1 0,0 2 0,3 7 0,-1 0 0,0 1 0,0 17 0,-1-23 0,-2 25-38,0-1 0,-2 0 1,0 0-1,-14 46 0,6-26-1138,3-6-5650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23:44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1147 2966 24575,'-1'-1'0,"0"0"0,0 0 0,1 0 0,-1 0 0,0-1 0,0 1 0,1 0 0,-1-1 0,1 1 0,-1 0 0,1-1 0,0 1 0,-1-1 0,1 1 0,0 0 0,0-1 0,0-1 0,-1-3 0,-17-58 0,-2 1 0,-53-112 0,30 79 0,-125-284 0,-28-67 0,25-13 0,124 311 0,-203-559 0,147 444 1,64 157-1367,30 85-5460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23:46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1 484 24575,'0'-414'0,"0"409"0,0 0 0,0 1 0,0-1 0,1 0 0,0 1 0,0-1 0,0 0 0,0 1 0,3-5 0,-3 7 0,0 1 0,0-1 0,0 1 0,0 0 0,0 0 0,1-1 0,-1 1 0,1 0 0,-1 0 0,1 0 0,-1 1 0,1-1 0,-1 0 0,1 1 0,0-1 0,-1 1 0,1-1 0,0 1 0,0 0 0,-1-1 0,1 1 0,0 0 0,0 0 0,-1 0 0,1 1 0,0-1 0,0 0 0,2 1 0,16 4 0,1 0 0,-1 2 0,0 0 0,34 17 0,76 52 0,-75-43 0,133 87 0,-93-49-1365,-69-53-5461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48:20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24575,'1'10'0,"0"-1"0,0 0 0,1 0 0,0 0 0,1 0 0,0 0 0,7 15 0,37 58 0,-28-49 0,-9-16 0,0-1 0,0 0 0,2-1 0,26 28 0,-35-39 0,1-1 0,-1 0 0,1 0 0,0-1 0,0 1 0,1-1 0,-1 1 0,0-1 0,1-1 0,-1 1 0,1-1 0,0 0 0,0 0 0,-1 0 0,1 0 0,0-1 0,0 0 0,0 0 0,-1 0 0,1-1 0,0 1 0,0-1 0,-1 0 0,1-1 0,4-1 0,9-5-114,-2 0 1,1-1-1,-1-1 0,0-1 0,-1 0 1,-1-1-1,0 0 0,0-1 0,-1-1 1,-1 0-1,20-30 0,-19 25-6712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55:34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24575,'12'1'0,"1"1"0,-1 0 0,0 1 0,22 7 0,17 4 0,315 51 0,126 65 0,-450-118 0,97 40 0,-58-28 0,36 9 0,-81-23 0,1 2 0,49 23 0,3 2 0,-23-14 0,-13-5 0,-1 1 0,-1 3 0,52 31 0,-49-15 0,-3 2 0,-1 2 0,76 83 0,-52-50 0,-42-41 0,-1 1 0,49 74 0,35 86 0,-72-119 0,-25-40 0,0 0 0,-3 2 0,14 44 0,21 121 0,-39-156 0,-2 3 0,-1 1 0,1 68 0,-11 107 0,0-91 0,1-83 0,-2 0 0,-2 0 0,-17 73 0,14-95 0,-1 0 0,-2 0 0,0-1 0,-2-1 0,-2 0 0,0-1 0,-20 26 0,3-11 0,-2-2 0,-2-1 0,-1-2 0,-2-1 0,-1-2 0,-2-2 0,-75 43 0,25-20 0,-36 21 0,-147 65 0,229-121 0,1 2 0,-79 53 0,99-57 0,1 2 0,0 0 0,2 2 0,0 1 0,-33 44 0,-91 157 0,132-200 0,0 1 0,2 0 0,1 1 0,1 0 0,-10 39 0,13-31-1365,1-4-5461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55:37.9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24575,'0'5'0,"1"0"0,0 0 0,1 0 0,-1 0 0,1 0 0,0 0 0,0 0 0,1-1 0,-1 1 0,4 4 0,-2-3 0,0 0 0,-1 1 0,0-1 0,4 13 0,-5-11 0,1 9 0,2 0 0,0 0 0,1 0 0,11 21 0,-15-34 0,0 0 0,0-1 0,0 1 0,1-1 0,-1 0 0,1 0 0,0 0 0,0 0 0,0-1 0,0 1 0,0-1 0,1 1 0,-1-1 0,1 0 0,-1 0 0,1-1 0,0 1 0,0-1 0,0 0 0,0 0 0,0 0 0,0-1 0,0 1 0,0-1 0,4 0 0,5-2 0,-1 0 0,1-1 0,-1-1 0,1 0 0,-1 0 0,-1-1 0,1-1 0,17-10 0,-14 7 0,0 1 0,1 1 0,0 0 0,20-5 0,22 4-1365,-31 6-5461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57:19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1129 1 24575,'100'-1'0,"228"6"0,-238 0 0,147 30 0,-197-27 0,234 56 0,-211-46 0,0 3 0,76 37 0,-95-33 0,-1 2 0,0 2 0,43 41 0,-31-26 0,216 183 0,-205-164 0,109 134 0,-92-84 0,-5 3 0,-6 3 0,-4 4 0,68 174 0,-108-226 0,-4 1 0,-2 1 0,-4 1 0,-3 1 0,7 93 0,-14 454 0,-11-386 0,2-202 0,0 1 0,-3 0 0,-11 49 0,9-61 0,-1-1 0,-1 0 0,-1 0 0,0-1 0,-2 0 0,-14 20 0,-220 304 0,190-270 0,-11 16 0,-5-3 0,-92 88 0,75-88 0,-76 66 0,-133 52 0,175-126 0,-171 103 0,23-16 0,-331 260 0,594-422 0,-173 135 0,140-106 0,2 2 0,-44 54 0,-23 42 0,-70 85 0,126-155 0,3 2 0,-41 76 0,7-10 0,47-83 0,2 2 0,3 2 0,1 0 0,-21 61 0,-46 221 0,-34 156-1365,120-466-5461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2:57:25.3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24575,'0'12'0,"-1"11"0,1-1 0,1 1 0,1-1 0,1 1 0,1-1 0,12 37 0,1-3 0,11 28 0,-25-76 0,1 0 0,0 0 0,1 0 0,-1-1 0,1 0 0,1 0 0,8 9 0,-12-14 0,0 0 0,0-1 0,0 0 0,0 1 0,0-1 0,0 0 0,0 0 0,0 0 0,1 0 0,-1-1 0,0 1 0,1-1 0,-1 1 0,1-1 0,-1 0 0,0 0 0,1 0 0,-1 0 0,1 0 0,-1 0 0,1-1 0,-1 1 0,0-1 0,0 0 0,1 0 0,-1 0 0,0 0 0,0 0 0,3-2 0,5-3 0,0-1 0,-1-1 0,0 1 0,14-15 0,-4 2-195,0-1 0,-1 0 0,0-1 0,-2-1 0,-1-1 0,20-42 0,-27 43-6631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3:29:13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24575,'360'-28'0,"4"29"0,-142 1 0,30-2-1365,-208 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3:29:18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 1 24575,'0'3'0,"0"0"0,1 0 0,0 0 0,0 0 0,-1 0 0,2 0 0,-1 0 0,0 0 0,1-1 0,-1 1 0,1 0 0,2 3 0,30 31 0,-13-16 0,-7-7 0,0 0 0,2-1 0,-1-1 0,2-1 0,-1 0 0,26 12 0,34 22 0,-69-40 0,26 19 0,-22-11 0,-11-13 0,0 1 0,0-1 0,0 0 0,0 1 0,0-1 0,0 0 0,0 1 0,0-1 0,0 1 0,0-1 0,0 0 0,0 1 0,0-1 0,0 0 0,0 1 0,0-1 0,-1 0 0,1 1 0,0-1 0,0 0 0,0 1 0,-1-1 0,1 0 0,0 1 0,0-1 0,-1 0 0,1 0 0,0 1 0,0-1 0,-1 0 0,1 0 0,0 0 0,-1 1 0,-26 12 0,-1-2 0,-1-1 0,-56 13 0,28-8 0,38-9-119,-16 3-504,-49 22 0,58-18-6203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18:14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1136 0 24575,'0'2'0,"0"0"0,-1-1 0,1 1 0,-1 0 0,0-1 0,0 1 0,0-1 0,1 1 0,-1-1 0,-1 1 0,1-1 0,0 1 0,0-1 0,0 0 0,-1 0 0,1 0 0,-1 1 0,-1 0 0,-5 5 0,-501 512 0,43 39 0,445-532-120,-91 104-1125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18:20.9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24575,'-2'84'0,"0"-37"0,3 0 0,8 65 0,-9-109 0,0 1 0,1 0 0,0-1 0,0 1 0,0-1 0,0 0 0,0 1 0,1-1 0,-1 0 0,1 0 0,0 0 0,0 0 0,0 0 0,1 0 0,-1 0 0,1-1 0,-1 1 0,5 2 0,-3-3 0,-1-1 0,0 0 0,1 0 0,0 0 0,-1 0 0,1-1 0,-1 1 0,1-1 0,0 0 0,-1 0 0,1 0 0,0-1 0,-1 1 0,1-1 0,-1 0 0,1 0 0,4-2 0,85-35 0,-61 24 0,1 1 0,35-9 0,34-5-1365,-51 12-5461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1:47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94 1,'1808'0,"-1801"-1,0 1,0 1,0-1,0 1,0 1,0-1,-1 1,14 5,-17-4,1-1,-1 0,0 0,0 1,0 0,0 0,0 0,-1 0,0 0,1 0,-1 0,0 1,0 0,-1-1,1 1,-1 0,2 7,0 4,0 1,-2 0,1-1,-2 1,0 0,-4 22,-21 96,22-120,-57 188,-4 26,46-140,-18 98,34-166,-2-1,0 0,-1 0,-8 20,11-34,-1 1,0-1,0 0,0-1,0 1,-1 0,1-1,-1 0,0 0,-1 0,1 0,-1-1,0 0,1 0,-1 0,-1 0,1-1,-6 2,-17 3,0-1,0-1,0-2,0-1,-41-2,28 0,-724-2,223-2,522 4,10 1,-1-1,1 0,0-1,-1 0,-14-4,22 4,0 0,0 0,1-1,-1 1,1-1,-1 1,1-1,-1 0,1 0,0 0,0 0,0 0,0 0,0-1,1 1,-1-1,1 1,0-1,-1 0,1 1,0-1,1 0,-1 0,0-3,-4-33,2 0,2 0,1 0,6-44,0 3,1-323,-7 398,0 0,1 0,-1 0,1 0,0 0,0 0,1 0,0 1,0-1,3-6,-3 9,-1 0,1 0,0 0,0 0,0 1,0-1,0 1,1-1,-1 1,0 0,1 0,-1 0,1 0,-1 0,1 1,-1-1,1 1,-1 0,1-1,0 1,4 1,162 13,-20 0,281-11,-234-4,170-13,-144 4,-203 9,3 0,36 3,-52-2,-1 1,0 0,1 0,-1 0,0 1,0 0,0 0,0 0,0 1,0-1,-1 1,5 4,-7-5,0 0,0 0,-1 0,1 0,-1 1,0-1,1 0,-1 1,0-1,0 1,-1 0,1-1,0 1,-1-1,0 1,1 0,-1 0,0-1,-1 1,1 0,-1 4,-2 5,0 0,-1 0,-7 17,5-17,1 1,-7 18,-21 37,28-59,0-1,-1 0,0 0,0-1,0 1,-1-1,0-1,-1 1,-9 6,-11 2,0-1,-1-1,-1-1,-51 12,-130 20,143-32,-252 40,229-42,-146-3,210-6,20-1,-1 1,1-1,-1 0,1-1,-1 0,1 0,-12-4,18 5,1-1,-1 1,1-1,-1 1,1-1,-1 1,1-1,0 1,-1-1,1 0,0 1,0-1,-1 0,1 1,0-1,0 0,0 1,0-1,0 0,0 1,0-1,0 0,0 1,0-1,0 0,0 1,0-1,1 0,-1 1,0-1,0 0,1 1,-1-1,1 0,4-7,0 1,0-1,12-12,31-30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1:48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0 111,'4'0,"15"0,13 0,22 0,23 0,26-13,11-13,13-10,-16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1:51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1,'1047'0,"-1014"0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1:52.5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0,'9'0,"11"0,37 0,30 0,18 0,4 0,-4 4,-2 2,2-1,15 0,12-2,-3-1,-16-1,-21-1,-19 0,-22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1:57.8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12 741,'1249'0,"-1244"0,-1 0,1 0,-1 0,0-1,1 0,-1 1,1-1,-1-1,0 1,0-1,6-2,-8 2,0 0,0 0,0-1,0 1,0 0,0-1,0 1,-1-1,1 0,-1 1,0-1,0 0,0 0,0 0,0 0,-1 1,1-1,-1-4,2-12,-1 0,0-1,-2 1,0-1,-5-20,-27-95,16 72,-20-53,-3-8,39 117,-1 0,0 1,-1-1,1 0,-1 1,-1-1,-4-6,6 10,-1 0,0 0,1 0,-1 1,0-1,-1 1,1 0,0 0,-1 0,1 0,-1 0,1 1,-1-1,-8 0,-5-1,0 1,0 1,0 1,0 0,0 1,0 1,-33 8,-1 4,-63 26,86-29,5-1,-2 0,1-2,-1 0,0-2,-1-1,1-1,-27 1,-411-9,523 4,26 2,-1-4,1-4,87-17,111-19,-270 41,87-4,-89 5,-10 0,-4 0,-52 0,-745 0,792 0,-3 0,1 0,-1 0,0 1,0 1,-17 3,25-4,-1 1,1-1,-1 0,1 1,-1-1,1 1,0 0,0-1,0 1,0 0,0 0,0 1,0-1,1 0,-1 1,1-1,-1 1,1-1,0 1,0 0,1-1,-1 1,0 0,0 5,-2 29,2 1,5 61,0-30,0 157,-4-200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1:59.8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65 1,'-1'14,"0"1,-2-1,1 0,-2 0,-5 14,-6 27,7-3,3 0,1 71,-6 63,10-183,-1 1,0-1,1 1,0 0,-1-1,1 1,1 0,-1-1,1 1,-1-1,1 1,0 0,0-1,1 0,-1 1,1-1,-1 0,1 0,0 1,0-2,1 1,-1 0,1 0,-1-1,1 1,0-1,0 0,0 0,0 0,0 0,0 0,7 1,25 14,1-2,1-2,1-1,-1-2,2-2,72 6,246-7,-329-8,431-1,-284 3,-151-1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16T15:22:06.8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131 916,'2'-125,"-5"-136,-9 183,7 52,-3-45,6 17,-11-67,10 104,-5-40,7 53,1-1,0 1,0-1,0 1,1-1,0 1,0 0,0-1,3-6,-3 9,0 0,0 0,1 0,-1 1,1-1,0 1,-1-1,1 1,0 0,0-1,0 1,0 0,0 0,0 1,0-1,0 0,3 0,40-5,-35 5,204 0,-141 4,120-12,-43-4,193 9,-189 5,-147 0,-1 0,1 0,-1 0,0 1,1 0,-1 0,0 0,0 1,0 0,-1 0,1 1,8 6,-5-3,0-1,0-1,1 0,10 4,-15-7,4 1,1 0,-1 1,0 0,16 11,-21-13,-1 1,0 0,-1 0,1 0,0 0,-1 0,0 1,0-1,0 1,0 0,0-1,-1 1,1 0,-1 0,1 6,4 39,-1 1,-3 0,-7 81,1-18,4 380,1-485,-1 0,-1 0,0 0,0 0,0 0,-1 0,0 0,-4 9,5-14,-1-1,0 1,1-1,-1 1,0-1,-1 0,1 0,0 0,-1 0,1 0,-1 0,1-1,-1 1,0-1,1 1,-1-1,0 0,0-1,0 1,0 0,0-1,0 1,0-1,-1 0,-2 0,-15-1,1-1,0 0,-32-9,30 6,-202-41,-2 10,-1 9,-251 4,452 24,-2-1,-55-4,80 3,0 1,1-1,-1 1,0-1,0 0,1 0,-1 0,1-1,-1 1,1-1,-4-1,5 2,0 0,1 0,-1 0,0 0,0-1,0 1,1 0,-1 0,1 0,-1-1,1 1,-1 0,1-1,0 1,-1 0,1-1,0-1,1-3,0 0,1 1,-1-1,1 1,0 0,0-1,1 1,0 0,0 0,5-7,52-65,3 3,3 2,118-99,-179 167,17-16,2 2,29-20,-43 33,-1 0,1 0,0 1,0 0,0 1,1 0,-1 1,1 0,20-1,295 9,-99 1,-175-8,-27 0,0 1,0 1,30 6,-54-7,1 0,-1 0,0 1,1-1,-1 1,0-1,1 1,-1-1,0 1,1 0,-1 0,0-1,0 1,0 0,0 0,2 2,-3-2,0-1,1 1,-1 0,0 0,0-1,0 1,0 0,0 0,1 0,-1-1,-1 1,1 0,0 0,0-1,0 1,0 0,0 0,-1 0,1-1,0 1,-1 1,-4 4,1 0,-1 0,0 0,0-1,-7 6,-1 1,-77 93,85-99,-1-1,0 0,0 0,0-1,-1 1,1-1,-1 0,0-1,-14 5,0-2,-1-1,-33 4,-428 12,381-20,-124 0,30-2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2:19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1236 24575,'31'-2'0,"0"-1"0,-1-1 0,50-14 0,-40 9 0,305-82 0,23-6 0,-343 92 0,240-58 0,-196 43 0,117-51 0,-86 28 0,1 6 0,121-30 0,-154 43 0,-50 16 0,1 1 0,19-4 0,587-164 0,-519 138 0,-16 7 0,149-72 0,-185 72 0,-17 9 0,1 1 0,41-15 0,-3 14 0,-50 15 0,-1-1 0,35-15 0,-25 6-109,31-17-309,2 4-1,127-36 0,-163 58-6407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2:21.0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24575,'4'-3'0,"0"0"0,0 1 0,0-1 0,0 1 0,0 0 0,1 0 0,-1 1 0,1-1 0,-1 1 0,7-1 0,8-2 0,515-118 0,-518 119 0,0-1 0,21-9 0,-3 1 0,-33 12 0,-1-1 0,1 1 0,-1 0 0,1-1 0,-1 1 0,1 0 0,0 0 0,-1 0 0,1 0 0,-1-1 0,1 1 0,0 0 0,-1 0 0,1 0 0,0 0 0,-1 0 0,1 1 0,-1-1 0,1 0 0,0 0 0,-1 0 0,1 0 0,-1 1 0,1-1 0,-1 0 0,1 1 0,-1-1 0,1 0 0,-1 1 0,1-1 0,-1 1 0,1-1 0,0 1 0,-1 1 0,1 0 0,-1-1 0,0 1 0,0-1 0,0 1 0,0-1 0,0 1 0,-1 0 0,1-1 0,0 1 0,-1-1 0,1 1 0,-1 1 0,-24 46 0,-52 73 0,-64 115 0,107-164-1365,23-46-5461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2:22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1116 24575,'-1'0'0,"0"-1"0,1 1 0,-1 0 0,1-1 0,-1 1 0,0 0 0,1-1 0,-1 1 0,1-1 0,-1 1 0,1-1 0,0 1 0,-1-1 0,1 1 0,-1-1 0,1 0 0,0 1 0,0-1 0,-1 1 0,1-1 0,0 0 0,0 1 0,0-1 0,0-1 0,-5-22 0,4 17 0,-16-92 0,-5-166 0,23-105 0,1 154 0,-2 120-1365,0 72-5461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2:28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0 402 24575,'2'-17'0,"0"1"0,2 0 0,-1-1 0,2 2 0,0-1 0,1 0 0,1 1 0,15-26 0,-9 16 0,11-16 0,-18 32 0,-1 0 0,0 0 0,0 0 0,-1-1 0,0 0 0,3-12 0,-3-5 0,-4 21 0,1 1 0,-1 0 0,1 0 0,0 0 0,1 0 0,-1 0 0,1 0 0,0 0 0,3-5 0,-4 9 0,-1 1 0,1-1 0,0 1 0,0-1 0,-1 1 0,1-1 0,0 1 0,0 0 0,0-1 0,0 1 0,-1 0 0,1 0 0,0-1 0,0 1 0,0 0 0,0 0 0,0 0 0,0 0 0,-1 0 0,1 0 0,0 1 0,0-1 0,0 0 0,0 0 0,0 1 0,-1-1 0,1 0 0,0 1 0,0-1 0,0 1 0,28 18 0,-23-15 0,18 13 0,-3-2 0,1-1 0,1 0 0,26 10 0,-45-22-11,-1 0-1,1 1 0,0-1 0,-1 0 1,1 1-1,-1 0 0,0 0 0,0 0 1,0 0-1,3 5 0,4 5-1224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2:36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1298 1098 24575,'-6'-1'0,"0"0"0,0 0 0,1-1 0,-1 1 0,0-1 0,1 0 0,0-1 0,-1 0 0,1 1 0,0-2 0,-5-3 0,-1 0 0,-38-26 0,-73-63 0,-40-55 0,91 84 0,-506-483 0,555 528 0,-1 1 0,-1 1 0,-46-30 0,45 35-21,-28-15-1323,35 23-5482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2:37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92 413 24575,'-1'-27'0,"-1"0"0,-2 1 0,-13-52 0,-33-76 0,36 113 0,13 40 0,1-1 0,-1 1 0,1-1 0,0 0 0,-1 1 0,1-1 0,0 1 0,0-1 0,0 1 0,0-1 0,0 0 0,0 1 0,1-1 0,-1 1 0,0-1 0,1 1 0,-1-1 0,1 1 0,0-1 0,-1 1 0,1-1 0,0 1 0,0 0 0,0-1 0,0 1 0,0 0 0,0 0 0,0 0 0,1 0 0,-1 0 0,0 0 0,1 0 0,-1 0 0,0 1 0,1-1 0,-1 0 0,1 1 0,-1-1 0,1 1 0,0 0 0,-1-1 0,3 1 0,10-3 0,1 1 0,0 1 0,26 1 0,-22 0 0,47-2-682,129 13-1,-169-6-6143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3:13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24575,'0'15'0,"0"18"0,0 29 0,33 27 0,55 27 0,50 8 0,45 3 0,26-1 0,14 1 0,-6-10 0,-1-7 0,-14-17 0,-22-24 0,-27-19 0,-10-18 0,3-15 0,-18-5 0,-31-4-8191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23:20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 0 24575,'0'3'0,"1"0"0,-1 0 0,1 0 0,0-1 0,0 1 0,0 0 0,1-1 0,-1 1 0,1-1 0,-1 1 0,1-1 0,0 0 0,0 1 0,0-1 0,0 0 0,0 0 0,1-1 0,-1 1 0,4 2 0,11 10 0,14 14 0,0-1 0,2-2 0,1-1 0,1-2 0,0-1 0,2-2 0,48 18 0,-47-27 0,-16-4 0,-52-4 0,4-1 0,1 1 0,-1 1 0,0 1 0,1 2 0,-41 14 0,-120 57 0,159-65 0,8-2-227,1 0-1,0 1 1,1 0-1,0 2 1,-18 17-1,2 0-6598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4:40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2355 24575,'-1'-28'0,"0"18"0,1 0 0,0 0 0,0 1 0,1-1 0,0 0 0,1 1 0,5-16 0,20-44 0,57-105 0,14-27 0,-62 98 0,-25 66 0,31-66 0,-28 73 0,16-52 0,-21 56 0,33-73 0,-9 25 0,38-100 0,-14 37 0,-36 92 0,34-57 0,10-16 0,-10 10 0,23-52 0,-64 124-113,114-263-1139,-99 243-5574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4:56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0 312 24575,'1'-2'0,"0"1"0,0-1 0,0 1 0,0-1 0,0 1 0,0-1 0,0 1 0,1 0 0,-1 0 0,0 0 0,1-1 0,-1 1 0,3-1 0,1-1 0,18-16 0,10-9 0,55-34 0,-35 26 0,61-51 0,-85 63 0,-24 20 0,1 0 0,-1 0 0,1 0 0,0 1 0,0 0 0,1 0 0,7-2 0,-13 4 0,1 1 0,0-1 0,-1 1 0,1 0 0,-1 0 0,1 0 0,-1 0 0,1 0 0,0 0 0,-1 0 0,1 0 0,-1 0 0,1 1 0,-1-1 0,1 1 0,-1-1 0,1 1 0,-1 0 0,1 0 0,-1-1 0,0 1 0,1 0 0,-1 0 0,0 0 0,0 0 0,0 1 0,0-1 0,0 0 0,0 0 0,0 1 0,0-1 0,0 0 0,0 1 0,-1-1 0,1 1 0,0 2 0,2 10 0,0 0 0,0-1 0,-2 1 0,0 0 0,-1 0 0,-1 20 0,0-16 0,1 1 0,0-1 0,5 24 0,5 10-73,22 91-1219,-24-116-5534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5:01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24575,'1'23'0,"1"1"0,1 0 0,1-1 0,1 0 0,1 0 0,1 0 0,1-1 0,1 0 0,18 32 0,147 312 0,43 87 0,-95-208 0,149 273 0,-258-496 0,137 222 0,-97-146-1365,-38-72-5461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05:03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1 257 24575,'8'1'0,"0"0"0,0 1 0,-1 0 0,1 0 0,-1 0 0,11 6 0,13 3 0,16 6 0,86 43 0,-132-59 0,-1-1 0,1 1 0,0-1 0,0 1 0,0-1 0,0 1 0,0-1 0,0 0 0,0 0 0,0 1 0,-1-1 0,1 0 0,0 0 0,0 0 0,0 0 0,0 0 0,0 0 0,0 0 0,0 0 0,0 0 0,0 0 0,0-1 0,0 1 0,0 0 0,0-1 0,0 1 0,0-1 0,0 1 0,0-1 0,-1 1 0,1-1 0,0 0 0,0 1 0,-1-1 0,1 0 0,0 1 0,-1-1 0,1 0 0,-1 0 0,1 0 0,-1 0 0,1 0 0,-1 0 0,0 1 0,1-1 0,-1 0 0,0 0 0,0 0 0,0 0 0,0-2 0,1-8 0,0 1 0,-1 0 0,0-1 0,-2-10 0,1 8 0,-5-235-1365,6 228-5461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1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24575,'1'16'0,"0"-1"0,1 0 0,1 1 0,1-1 0,0 0 0,0 0 0,9 16 0,55 100 0,-39-79 0,99 184 0,195 351 0,-245-443 0,-26-45 0,118 166 0,-159-251 0,0-1 0,1-1 0,0 0 0,1-1 0,0 0 0,20 12 0,12 10 0,-2 2 0,45 46 0,-46-41 0,94 77 0,59 58 0,-19-13 0,64 56 0,-126-119 0,-88-78 0,57 34 0,-21-15 0,10 5 0,3-3 0,92 37 0,-66-32 0,-60-30 0,-1-2 0,45 9 0,42 16 0,-107-32-114,99 34-1137,-78-32-5575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3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2302 1 24575,'-4'1'0,"-1"1"0,0-1 0,1 1 0,0 1 0,-1-1 0,1 0 0,0 1 0,0 0 0,0 0 0,0 0 0,1 1 0,-5 4 0,-1 1 0,-41 45 0,37-38 0,-29 26 0,-6 1 0,2 2 0,2 1 0,2 3 0,2 2 0,-38 63 0,38-54 0,-52 62 0,23-30 0,42-54 0,-38 42 0,19-28 0,-64 95 0,-25 69 0,8-14 0,98-158 0,-53 58 0,23-31 0,-91 146 0,-1 3 0,-163 185 0,210-250 0,-33 40 0,132-187 0,0-1 0,0 1 0,0 1 0,-5 14 0,6-14 0,0 0 0,0-1 0,-1 1 0,-6 7 0,-26 35-1365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5.9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0 390 24575,'195'10'0,"-55"-1"0,-81-6 0,-29 0 0,0-2 0,0-1 0,0-1 0,47-9 0,-74 10 0,0 0 0,-1-1 0,1 0 0,-1 1 0,1-1 0,-1 0 0,1 0 0,-1 0 0,0 0 0,1-1 0,-1 1 0,0-1 0,0 1 0,0-1 0,0 0 0,0 0 0,-1 1 0,1-2 0,0 1 0,-1 0 0,0 0 0,1 0 0,-1-1 0,0 1 0,0 0 0,0-1 0,0 1 0,0-4 0,-1 1 0,0 0 0,-1 0 0,0-1 0,0 1 0,0 0 0,0 0 0,-1 0 0,0 0 0,0 0 0,0 0 0,0 0 0,-6-7 0,-39-59 0,25 38 0,0 0 0,2-2 0,-15-37 0,26 50-1365,0 6-5461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1T13:13:48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0 24575,'0'155'0,"-23"182"0,21-322 0,0-4 0,0 0 0,1 1 0,1-1 0,1 20 0,-1-29 0,0 0 0,1 1 0,-1-1 0,1 0 0,-1 0 0,1 1 0,0-1 0,0 0 0,0 0 0,1 0 0,-1 0 0,0 0 0,1 0 0,-1 0 0,1 0 0,-1-1 0,1 1 0,0-1 0,0 1 0,0-1 0,0 0 0,0 0 0,0 1 0,0-1 0,0-1 0,1 1 0,-1 0 0,3 0 0,5 1 0,1-1 0,-1 0 0,1-1 0,0 0 0,-1 0 0,1-1 0,17-4 0,78-26 0,-31 8 0,2 6-1365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26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1374 24575,'24'0'0,"46"0"0,74-34 0,45-35 0,30-29 0,11-18 0,-5-3 0,-2-6 0,-6-15 0,18-7 0,8-8 0,-24 8 0,-34 19 0,-49 32-8191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28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1 172 24575,'4'-3'0,"1"0"0,0 0 0,0 0 0,0 1 0,1-1 0,-1 1 0,1 1 0,-1-1 0,1 1 0,11-2 0,-3 1 0,49-11 0,37-7 0,142-47 0,-220 58 0,61-18 0,-75 25 0,0 0 0,0 0 0,0 1 0,0 0 0,0 1 0,1 0 0,15 2 0,-21-1 0,0-1 0,-1 1 0,1 0 0,-1 0 0,1 0 0,-1 1 0,1-1 0,-1 1 0,0-1 0,1 1 0,-1 0 0,0 0 0,0 0 0,0 0 0,-1 0 0,3 3 0,-1 1 0,0-1 0,0 0 0,-1 1 0,0-1 0,0 1 0,0-1 0,1 10 0,-1 1 0,-1 1 0,0 0 0,-2 0 0,-2 27 0,-5-2 0,-1 0 0,-23 64 0,-40 74 0,7-35-1365,54-114-5461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0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 1320 24575,'0'-64'0,"-18"-536"0,12 555 0,-2 1 0,-1 0 0,-19-50 0,-55-121 0,65 170 0,2 6-682,-16-66-1,26 80-6143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3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1 510 24575,'0'-373'0,"0"366"0,0 1 0,0 0 0,1-1 0,0 1 0,0 0 0,1 0 0,0 0 0,0 0 0,0 0 0,0 0 0,1 0 0,6-9 0,-6 11 0,1 0 0,0 0 0,0 1 0,0-1 0,0 1 0,0 0 0,0 0 0,1 1 0,0-1 0,-1 1 0,1 0 0,0 0 0,0 0 0,0 1 0,9-2 0,-4 2 0,-1 0 0,1 1 0,0 0 0,-1 0 0,1 1 0,-1 0 0,1 1 0,-1 0 0,12 5 0,11 5 0,39 20 0,-19-8 0,23 10-1365,-44-20-5461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5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2440 1764 24575,'0'-1'0,"0"-1"0,0 1 0,-1-1 0,1 1 0,0 0 0,-1-1 0,0 1 0,1 0 0,-1-1 0,0 1 0,0 0 0,1 0 0,-1-1 0,0 1 0,0 0 0,0 0 0,-2-1 0,-26-18 0,14 11 0,-618-446 0,309 218 0,-265-243 0,115 85 0,454 379 0,-1 1 0,0 1 0,-1 1 0,-1 1 0,0 1 0,-1 1 0,0 1 0,0 1 0,-49-9 0,14 6-1365,31 4-5461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6:38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177 570 24575,'-6'-14'0,"0"0"0,-13-21 0,-7-14 0,-7-40 0,4-2 0,-26-139 0,55 229 0,-1 0 0,1-1 0,-1 1 0,1 0 0,0-1 0,0 1 0,0 0 0,0-1 0,0 1 0,0-1 0,0 1 0,1 0 0,-1-1 0,0 1 0,1 0 0,-1-1 0,1 1 0,-1 0 0,1 0 0,0-1 0,-1 1 0,1 0 0,0 0 0,0 0 0,0 0 0,0 0 0,0 0 0,0 0 0,0 0 0,0 1 0,0-1 0,0 0 0,1 0 0,-1 1 0,3-1 0,3-1 0,0 0 0,1 1 0,-1 0 0,1 1 0,12 0 0,-8 0 0,254 18 14,-155-8-1393,-68-7-5447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12.5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4101 1907 24575,'-4'-1'0,"0"0"0,0-1 0,0 0 0,0 0 0,0 0 0,0 0 0,0-1 0,-6-5 0,-7-3 0,-104-52 0,-15-8 0,-161-88 0,-3-3 0,-7 4 0,40 24 0,109 55 0,11 7 0,3 1 0,-29-17 0,-65-41 0,152 85 0,-56-22 0,-252-81 0,181 73 0,-2 0 0,-219-88 0,353 128 0,39 18 0,-41-23 0,50 22-1365,3 4-5461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15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105 505 24575,'1'-40'0,"-1"0"0,-3-1 0,-1 1 0,-2 1 0,-15-50 0,-48-92 0,69 180 0,-1 0 0,1 0 0,0 0 0,0 0 0,-1 0 0,1 0 0,0 0 0,0 0 0,0 0 0,0 0 0,0 0 0,0 0 0,0 0 0,0 0 0,1 0 0,-1 0 0,0 0 0,1 0 0,-1 0 0,0 0 0,1 0 0,-1 0 0,1 0 0,-1 1 0,1-1 0,0 0 0,-1 0 0,1 1 0,0-1 0,0 0 0,0 1 0,-1-1 0,1 0 0,0 1 0,0-1 0,0 1 0,0 0 0,0-1 0,0 1 0,0 0 0,0-1 0,0 1 0,0 0 0,0 0 0,0 0 0,0 0 0,2 0 0,8 0 0,1 0 0,-1 0 0,19 4 0,-18-3 0,183 36 112,14 1-1589,-184-36-5349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27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24575,'10'24'0,"-2"-8"0,13 30 0,3-2 0,1 0 0,2-1 0,37 43 0,-35-47 0,40 53 0,5-4 0,3-3 0,4-3 0,99 78 0,-152-138 0,371 276 0,-287-223 0,288 174 0,-55-38 0,-191-112 0,-109-68 0,-30-20 0,0 0 0,1-2 0,0 0 0,18 8 0,-15-9-1365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2T11:07:28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 0 24575,'23'76'0,"4"-2"0,69 136 0,-13-36 0,-64-137 0,-14-29 0,0-1 0,-1 1 0,0-1 0,-1 1 0,0 0 0,0 0 0,-1 1 0,0-1 0,2 14 0,-4-20 0,-1-1 0,1 1 0,0 0 0,-1 0 0,0 0 0,1-1 0,-1 1 0,0 0 0,0-1 0,0 1 0,0 0 0,0-1 0,0 0 0,0 1 0,0-1 0,-1 1 0,1-1 0,-1 0 0,1 0 0,-1 0 0,1 0 0,-1 0 0,0 0 0,1-1 0,-1 1 0,0 0 0,-3 0 0,-6 2 0,0-1 0,1 0 0,-18 1 0,21-3 0,-326-1 61,174-4-1487,128 4-5400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7:19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24575,'0'4'0,"1"0"0,-1 0 0,1 0 0,0-1 0,1 1 0,-1 0 0,1-1 0,-1 1 0,4 4 0,3 8 0,80 171 0,190 296 0,-255-449 0,1-1 0,2-1 0,1-1 0,36 31 0,-29-37 0,0-1 0,51 25 0,-33-21 0,47 24 44,135 49-1,-57-27-1495,-143-59-5374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7:21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0 24575,'1'5'0,"0"-1"0,0 0 0,1 1 0,0-1 0,-1 0 0,1 0 0,1 0 0,-1 0 0,0-1 0,5 6 0,-2-3 0,21 28 0,57 57 0,-59-66 0,-14-10 0,-10-14 0,-1-1 0,1 0 0,0 1 0,0-1 0,0 0 0,0 1 0,0-1 0,0 1 0,-1-1 0,1 0 0,0 1 0,0-1 0,-1 0 0,1 0 0,0 1 0,0-1 0,-1 0 0,1 1 0,0-1 0,-1 0 0,1 0 0,0 0 0,-1 0 0,1 1 0,0-1 0,-1 0 0,0 0 0,-36 3 0,23-3 0,-361 23-1365,333-22-5461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14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0 508 24575,'0'-488'-1365,"0"469"-5461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14.9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16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0 211 24575,'1'-9'0,"1"0"0,0 0 0,0 0 0,1 1 0,0-1 0,6-11 0,3-11 0,-2-4 0,-8 24 0,2 0 0,-1 0 0,8-15 0,-10 25 0,-1 0 0,0 0 0,1 1 0,-1-1 0,1 0 0,-1 1 0,1-1 0,-1 0 0,1 1 0,-1-1 0,1 1 0,0-1 0,-1 1 0,1-1 0,0 1 0,0-1 0,-1 1 0,1 0 0,0-1 0,0 1 0,0 0 0,-1 0 0,1-1 0,0 1 0,1 0 0,0 1 0,0-1 0,-1 0 0,1 1 0,0 0 0,-1-1 0,1 1 0,-1 0 0,1 0 0,-1 0 0,1 0 0,-1 0 0,2 1 0,6 7 0,-1 0 0,0 1 0,7 10 0,-6-8 0,89 105-1365,-85-100-5461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20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0 759 24575,'0'-11'0,"0"-7"0,0-14 0,0-10 0,0-5 0,0-5 0,0-4 0,0-4 0,0-6 0,0-2 0,0 3 0,0 8 0,0 12 0,0 8 0,0 8 0,0 2 0,0 1 0,0 5-8191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26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0 174 24575,'1'-6'0,"-1"0"0,1 0 0,0 1 0,1-1 0,0 1 0,0-1 0,0 1 0,0 0 0,1-1 0,0 1 0,0 0 0,0 1 0,4-6 0,6-4 0,0-1 0,24-18 0,-33 29 0,0 0 0,1 0 0,0 1 0,0-1 0,0 1 0,0 1 0,7-4 0,-10 6 0,1-1 0,-1 1 0,0 0 0,1-1 0,-1 1 0,0 1 0,1-1 0,-1 0 0,0 0 0,1 1 0,-1 0 0,0-1 0,1 1 0,-1 0 0,0 0 0,0 0 0,0 0 0,0 0 0,0 1 0,3 2 0,13 10 0,29 32 0,-34-32 0,1-1 0,0 0 0,26 18 0,-13-16-1365,-4-5-5461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31.7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1 682 24575,'0'-664'-1365,"0"646"-5461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33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0 295 24575,'2'-5'0,"-1"-1"0,1 1 0,0 0 0,1 0 0,-1-1 0,1 1 0,0 1 0,0-1 0,0 0 0,8-7 0,6-10 0,95-168 0,-111 189 0,-1 0 0,1 0 0,0-1 0,-1 1 0,1 0 0,0 0 0,0 0 0,-1 0 0,1 0 0,0 0 0,0 0 0,0 1 0,0-1 0,0 0 0,1 0 0,-1 1 0,0-1 0,0 1 0,0-1 0,1 1 0,-1-1 0,0 1 0,0 0 0,1 0 0,-1-1 0,0 1 0,1 0 0,-1 0 0,0 0 0,1 1 0,-1-1 0,0 0 0,0 0 0,1 1 0,-1-1 0,2 2 0,2 1 0,0 1 0,0 0 0,0 0 0,-1 1 0,1-1 0,4 9 0,-6-10 0,13 17-227,0 0-1,2-2 1,0 0-1,1-1 1,33 23-1,-36-30-6598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34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82 747 24575,'-2'-106'0,"-6"-1"0,-38-193 0,39 259 65,-1-46 0,-1-2-1560,7 72-5331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5:49:39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1 359 24575,'-1'-72'0,"3"-77"0,12 59 0,-14 87 0,0-1 0,1 1 0,0 0 0,0-1 0,-1 1 0,2 0 0,-1 0 0,0 0 0,1 0 0,2-5 0,-3 7 0,0 1 0,0-1 0,0 0 0,0 1 0,0-1 0,0 1 0,0-1 0,0 1 0,0-1 0,0 1 0,0 0 0,0-1 0,1 1 0,-1 0 0,0 0 0,0 0 0,0 0 0,0 0 0,0 0 0,1 0 0,-1 0 0,0 0 0,0 1 0,0-1 0,0 1 0,0-1 0,0 0 0,0 1 0,0 0 0,0-1 0,0 1 0,0-1 0,1 2 0,28 20-227,-1 1-1,-1 1 1,-1 2-1,-1 0 1,33 44-1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8:38:29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660 981 24575,'-125'1'0,"-141"-3"0,258 2 0,0-1 0,0-1 0,0 1 0,0-1 0,1-1 0,-1 1 0,1-1 0,0-1 0,0 1 0,0-1 0,-9-7 0,6 3 0,1 0 0,1 0 0,-1-1 0,2 0 0,-1 0 0,-11-19 0,2-4 0,2-1 0,1 0 0,-19-70 0,27 78 0,1-1 0,1 1 0,1-1 0,1 1 0,1-1 0,5-43 0,-2 62 0,-1 0 0,1 1 0,1-1 0,-1 1 0,1 0 0,1 0 0,-1 0 0,1 0 0,0 0 0,0 1 0,0 0 0,11-10 0,6-4 0,40-28 0,-59 46 0,91-59 0,186-86 0,-187 101 0,-77 38 0,0 1 0,0 1 0,1 0 0,0 1 0,0 1 0,32-2 0,100 6 0,-70 3 0,285-4 0,65 1 0,-327 6 0,162 30 0,-213-28 0,179 39 0,-187-37 0,-2 2 0,0 2 0,56 29 0,-88-39 0,-1 0 0,1 1 0,-1 0 0,0 0 0,0 1 0,0 0 0,-1 0 0,0 0 0,-1 1 0,0 0 0,0 0 0,0 0 0,-1 1 0,-1 0 0,1-1 0,-1 1 0,-1 1 0,3 13 0,0 16 0,-1-1 0,-1 0 0,-5 48 0,2-51 0,0-22 0,-1-1 0,0 1 0,-1-1 0,-5 21 0,5-27 0,0 1 0,-1-1 0,0 0 0,0 0 0,-1-1 0,0 1 0,0-1 0,0 0 0,0 0 0,-8 6 0,-14 11 0,-1-2 0,-1-1 0,0-1 0,-54 24 0,59-32 0,-1-2 0,0 0 0,-45 8 0,-80 4 0,60-10 0,-37 8 0,-206 20 0,321-38 0,-557 19 0,100-19-1365,432 0-5461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03:28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3285 24575,'1'-16'0,"0"0"0,1 1 0,1-1 0,1 1 0,10-29 0,37-70 0,120-192 0,-57 109 0,-78 127 0,31-51 0,12-5 0,-34 51 0,95-120 0,90-85 0,-187 225 0,-26 33 0,0 1 0,32-31 0,9-2 0,73-88 0,-112 121 0,2 2 0,0 1 0,1 0 0,1 2 0,39-23 0,-15 10 0,111-77 0,-76 48 0,2 3 0,141-67 0,-124 78 0,239-90 0,334-66 0,198-47 0,-695 199 0,-29 11 0,1 7 0,235-18 0,156 18-6553,8 17 6002,559 14 6666,-432 2-5126,936-3-989,-1512 3 0,167 27 0,92 46 0,-283-53 0,129 59 0,-52-19 0,264 122 0,-315-133 0,-1 5 0,167 128 0,34 46 0,-224-177 0,107 57 0,-64-53-1365,-92-42-5461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03:34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24575,'1'20'0,"0"0"0,2 0 0,0 0 0,2 0 0,0-1 0,1 1 0,15 31 0,39 80 0,18 46 0,-54-116 0,3-1 0,58 93 0,-35-78 0,3-2 0,3-3 0,104 101 0,397 321 0,-473-421 0,78 57 0,178 107 0,194 79 0,-281-178 0,6-12 0,5-12 0,318 90 0,-488-174 0,441 123 0,6-30 0,171-3 0,7-35 0,652-20 0,639-66 0,-1797-3 0,0-9 0,407-84 0,-244 29 0,-142 29 0,-95 10 0,252-90 0,480-157 0,-663 214 0,253-114 0,-338 125 0,153-74 0,-200 84 0,-2-3 0,-2-4 0,-2-3 0,113-110 0,-105 85 0,-14 17 0,-3-3 0,62-84 0,-116 138-170,0-1-1,-1 0 0,0-1 1,-1 1-1,0-1 0,-1 0 1,5-18-1,-5 1-6655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03:38.5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0 258 24575,'7'-2'0,"-1"1"0,1-1 0,-1 0 0,0-1 0,0 1 0,0-1 0,0-1 0,0 1 0,-1-1 0,1 0 0,-1 0 0,7-8 0,8-4 0,79-63 0,32-22 0,-129 99 0,0 0 0,0 1 0,1-1 0,-1 1 0,1 0 0,-1 0 0,1 0 0,-1 0 0,1 0 0,0 0 0,0 1 0,4-1 0,-6 1 0,1 1 0,-1-1 0,0 0 0,0 1 0,0-1 0,0 1 0,0 0 0,0-1 0,0 1 0,0 0 0,-1-1 0,1 1 0,0 0 0,0 0 0,-1 0 0,1 0 0,0 0 0,-1 0 0,1 0 0,-1 0 0,1 0 0,-1 0 0,1 0 0,-1 0 0,0 0 0,0 1 0,0-1 0,1 0 0,-1 0 0,0 0 0,0 2 0,2 28 32,-2 0 0,-5 56 0,2-60-324,2-1 0,0 1 0,1 0-1,7 43 1,0-43-6534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03:53.3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1 401 24575,'664'0'0,"-727"-46"0,33 18 0,2-2 0,1-1 0,1-1 0,2-1 0,-37-65 0,10 24-1365,29 45-5461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17:43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3346 24575,'2'-33'0,"2"1"0,1 0 0,2 0 0,1 0 0,14-36 0,-9 27 0,-1 0 0,8-51 0,-14 58 0,1 2 0,2-1 0,17-41 0,-2 7 0,13-59 0,-25 78 0,2-1 0,3 2 0,40-81 0,1 26 0,4 2 0,135-164 0,-119 180 0,103-88 0,-160 154 0,166-151 0,-161 147 0,1 1 0,1 0 0,1 2 0,43-20 0,-9 4 0,35-13 0,1 0 0,-51 23 0,1 2 0,1 2 0,79-21 0,52-24 0,-39 13 0,375-101 0,-256 81 0,1566-421 0,-1157 375 0,6 56 0,367 53 0,-630 28-2261,-2 18 0,512 111-1,-470-41 9008,-344-85-6709,-33-8-36,128 40-1,-53-14 0,-10-3 0,286 75 0,-203-58 0,86 43 0,-32-11 0,-191-54 0,21 9 0,153 33 0,-36-14 0,-90-21 0,-25-6-682,117 52-1,-200-73-6143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17:46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307 0 24575,'5'1'0,"-1"1"0,1-1 0,-1 1 0,1 0 0,-1 0 0,0 0 0,0 1 0,6 3 0,8 5 0,14 9 0,0 1 0,-1 2 0,48 46 0,-54-46 0,-24-22 0,1 0 0,0 0 0,-1 1 0,1-1 0,-1 1 0,1-1 0,-1 1 0,0 0 0,0-1 0,0 1 0,0 0 0,0 0 0,0 0 0,0 0 0,-1 0 0,1 0 0,0 2 0,-2-2 0,1-1 0,-1 0 0,1 1 0,-1-1 0,0 0 0,0 0 0,1 1 0,-1-1 0,0 0 0,0 0 0,0 0 0,0 0 0,-1 0 0,1 0 0,0-1 0,0 1 0,0 0 0,-1-1 0,1 1 0,0 0 0,-1-1 0,1 0 0,-1 1 0,-2-1 0,-74 25 0,-116 40 0,131-47 0,46-14 0,1 0 0,-30 12 0,25-7-341,0-1 0,-1-1-1,-26 4 1,13-4-6485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18:12.9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24575,'18'1'0,"0"0"0,1 1 0,-1 1 0,0 1 0,28 10 0,85 42 0,-52-21 0,76 30 0,622 274 0,-183-97 0,-385-162 0,827 269 0,42-122 0,-406-96 0,-618-119 0,543 106 0,-416-90 0,240 4 0,454-32 0,-420-3 0,380 4 0,1438-14 0,-1874 6 0,377-11 0,-656 13 0,0-6 0,174-37 0,753-182 0,-514 125 0,-336 49 0,-28 6 0,45-17 0,-59 16 0,-70 27 0,131-41 0,-170 48 0,-1-1 0,71-42 0,-7-9 81,26-16-1527,-80 55-5380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18:14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24575,'90'-2'0,"0"-3"0,-1-5 0,0-4 0,103-29 0,-133 24 0,-40 12 0,1 0 0,0 2 0,28-5 0,-46 10 0,0 0 0,-1 0 0,1 0 0,0-1 0,0 2 0,-1-1 0,1 0 0,0 0 0,-1 1 0,1-1 0,0 1 0,-1-1 0,1 1 0,0 0 0,2 1 0,-4-2 0,1 1 0,-1 0 0,1-1 0,0 1 0,-1 0 0,1 0 0,-1 0 0,0-1 0,1 1 0,-1 0 0,0 0 0,1 0 0,-1 0 0,0 0 0,0 0 0,0 0 0,0-1 0,0 1 0,0 0 0,0 0 0,0 1 0,-2 6 0,0-1 0,-1 1 0,1-1 0,-2 0 0,-5 11 0,1-3 0,-124 216 0,117-207 0,1-1-682,-18 43-1,19-31-6143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3:52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1 764 24575,'151'-1'0,"186"-23"0,-185-2 0,155-46 0,141-71 0,126-40 0,-505 162 0,70-15 0,147-18 0,-121 25 0,648-112 0,-642 112-1365,-142 24-5461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3:54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24575,'445'0'0,"-444"0"0,0 0 0,0 0 0,0-1 0,0 1 0,0 0 0,0 0 0,-1 0 0,1 1 0,0-1 0,0 0 0,0 0 0,0 0 0,0 1 0,-1-1 0,1 0 0,0 1 0,0-1 0,-1 1 0,1-1 0,0 1 0,0-1 0,-1 1 0,1-1 0,-1 1 0,1 0 0,0-1 0,-1 1 0,1 0 0,-1-1 0,0 1 0,1 0 0,-1 0 0,0 0 0,1-1 0,-1 1 0,0 0 0,0 0 0,0 0 0,1 0 0,-1 0 0,0-1 0,0 1 0,0 0 0,-1 0 0,1 0 0,0 0 0,0 0 0,0-1 0,-1 3 0,-2 4 0,0 1 0,0 0 0,-1-1 0,-6 10 0,7-12 0,-50 73-141,-3-3-1,-118 121 1,120-138-800,38-41-5885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3:59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909 5283 24575,'-1'-4'0,"-1"1"0,1-1 0,-1 1 0,1 0 0,-1-1 0,0 1 0,0 0 0,-1 0 0,1 1 0,0-1 0,-6-4 0,-3-5 0,-58-78 0,5-2 0,3-3 0,5-2 0,4-3 0,-48-132 0,-157-462 0,211 548 0,7-2 0,-26-199 0,6-310 0,57 604 0,3-1 0,3 1 0,2 0 0,2 0 0,2 0 0,21-62 0,-7 47 0,2 1 0,4 1 0,2 2 0,45-66 0,-18 39 0,3 3 0,133-143 0,-26 64 0,282-212 0,-310 285 0,228-112 0,-262 150 0,24-8 0,3 5 0,2 6 0,2 7 0,2 5 0,2 6 0,1 7 0,191-13 0,205 18 0,0 25 0,-212 1 0,654 31 0,-80 47 0,293 86 0,-563-51 0,45-9 0,-498-79 0,315 93 0,-318-59 0,-92-30 0,116 28 0,23-18 0,-104-22 0,160 48 0,-226-50 0,-17-4 0,41 7 0,33 6-1365,-79-18-5461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4:50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232 0 24575,'4'1'0,"-1"1"0,1-1 0,-1 1 0,0-1 0,1 1 0,-1 0 0,0 0 0,0 1 0,0-1 0,-1 1 0,1-1 0,0 1 0,3 6 0,8 6 0,111 107 0,-108-103 0,-1 1 0,-1 1 0,-1 1 0,21 43 0,-16-31 0,-15-29 0,-1 1 0,1-1 0,-1 1 0,0 0 0,0 0 0,0 0 0,-1 0 0,0 1 0,-1-1 0,1 1 0,-1-1 0,0 8 0,-1-13 0,-1 1 0,1-1 0,-1 1 0,1-1 0,-1 0 0,0 1 0,0-1 0,0 0 0,0 0 0,0 0 0,0 1 0,0-1 0,0 0 0,0 0 0,0 0 0,-1-1 0,1 1 0,0 0 0,-1 0 0,1-1 0,0 1 0,-2 0 0,-37 9 0,30-8 0,-246 42 0,209-34-455,-1-3 0,-62 1 0,79-8-6371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4:56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2248 24575,'6'0'0,"0"-1"0,0 0 0,0 0 0,0 0 0,0-1 0,0 0 0,5-3 0,11-3 0,550-166 0,-56 19 0,-345 104 0,-76 25 0,119-50 0,187-125 0,-185 88 0,103-65 0,-255 136 0,-2-3 0,100-96 0,-103 83 0,138-140 0,-108 109 0,-46 49 0,65-80 0,-89 97 0,41-37 0,0-1 0,69-72 0,53-55 0,-131 134-1365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4:59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0 153 24575,'53'0'0,"-27"2"0,-1-2 0,0 0 0,1-2 0,-1-1 0,0-1 0,32-9 0,-40 8 0,1-1 0,-1-1 0,-1 0 0,0-2 0,0 1 0,0-2 0,-1 0 0,17-16 0,-27 21 0,0 0 0,-1 0 0,1 1 0,0-1 0,0 1 0,1 0 0,0 0 0,10-5 0,-15 9 0,0 0 0,-1 0 0,1 1 0,-1-1 0,1 0 0,-1 0 0,1 0 0,0 1 0,-1-1 0,1 0 0,-1 0 0,1 1 0,-1-1 0,1 1 0,-1-1 0,0 0 0,1 1 0,-1-1 0,1 1 0,-1-1 0,0 1 0,1-1 0,-1 1 0,0-1 0,0 1 0,0-1 0,1 1 0,-1-1 0,0 1 0,0 0 0,0-1 0,0 1 0,0-1 0,0 1 0,0 0 0,0 0 0,1 28 0,-1-25 0,-3 371-1365,3-354-5461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5:01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1165 24575,'88'-3'0,"-1"-3"0,1-4 0,168-42 0,1287-410 0,-732 166 0,-566 202 0,184-83 0,-424 174-52,19-9-210,1 1-1,-1 0 0,2 2 1,29-6-1,-32 11-6563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5:04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24575,'49'0'0,"1"-3"0,-1-1 0,0-3 0,51-14 0,-55 10 0,-18 5 0,50-18 0,-75 23 0,1-1 0,-1 1 0,1 0 0,0 0 0,-1 1 0,1-1 0,0 0 0,0 1 0,-1 0 0,1 0 0,0-1 0,0 2 0,0-1 0,-1 0 0,1 0 0,0 1 0,0 0 0,3 1 0,-4-1 0,-1 1 0,1 0 0,0-1 0,0 1 0,-1 0 0,1 0 0,-1 0 0,0 0 0,0 0 0,0 1 0,0-1 0,0 0 0,0 1 0,0-1 0,-1 0 0,1 1 0,-1-1 0,1 1 0,-1-1 0,0 1 0,-1 2 0,0 200 0,-2-73 0,3 6-1365,0-116-5461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5:14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2566 1137 24575,'-622'0'0,"608"1"0,-1 0 0,1 0 0,0 1 0,0 1 0,0 0 0,1 1 0,-1 1 0,1 0 0,-22 12 0,20-10 0,-1-1 0,0-1 0,0 0 0,-22 4 0,21-6 0,0 1 0,1 1 0,-1 0 0,-17 10 0,13-6 0,-1 0 0,-26 7 0,-18 6 0,-10 6 0,-59 26 0,127-50 0,-206 108 0,157-78 0,-88 67 0,109-69 0,1 2 0,2 1 0,1 1 0,2 2 0,1 2 0,-30 54 0,-117 267 0,94-170 0,8 5 0,-58 243 0,113-346 0,-10 135 0,13 96 0,15-284 0,1-40 0,-6 559 0,11-450 0,5-1 0,4 0 0,33 119 0,25 16 0,11-3 0,137 279 0,-178-437 0,4-2 0,4-3 0,3-1 0,70 77 0,-13-34 0,182 153 0,-205-202 0,4-4 0,3-4 0,2-5 0,2-3 0,3-5 0,2-4 0,2-5 0,1-5 0,189 38 0,546 39 0,12-82 0,-428-30 0,444-4 0,-732 0 0,251-42 0,444-117 0,-470 74 0,-52 10 0,697-172 0,-650 158 0,423-133 0,-691 195 0,-2-4 0,97-55 0,148-109 0,-244 137 0,-3-3 0,-3-5 0,-3-3 0,128-153 0,213-273 0,-328 371 0,-18 22 0,-51 77 0,-2 0 0,-1-2 0,-1 0 0,-2-1 0,-1-1 0,12-37 0,10-60 0,13-42 0,71-220 0,-72 223 0,6-26 0,-8 25 0,81-189 0,208-457 0,45-177 0,-229 609 0,36-41 0,-166 377 0,21-39 0,26-64 0,-66 142-64,4-14-122,0 0 1,2 0-1,1 1 0,1 0 0,1 1 0,22-28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5:16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1 339 24575,'3'-2'0,"0"1"0,0-1 0,0 1 0,-1-1 0,1 0 0,0 0 0,-1 0 0,1 0 0,-1-1 0,0 1 0,0-1 0,3-3 0,3-3 0,60-59 0,87-94 0,-155 162 0,38-42 0,-35 39 0,0 0 0,0 0 0,0 1 0,1-1 0,-1 1 0,1 0 0,0 0 0,-1 0 0,1 0 0,7-1 0,-10 3 0,0 0 0,0 0 0,0 0 0,0 1 0,0-1 0,0 0 0,0 1 0,0-1 0,0 1 0,0-1 0,-1 1 0,1 0 0,0-1 0,0 1 0,0 0 0,-1-1 0,1 1 0,0 0 0,-1 0 0,1 0 0,-1 0 0,1-1 0,-1 1 0,1 0 0,-1 0 0,1 0 0,-1 0 0,0 0 0,0 0 0,0 0 0,1 0 0,-1 1 0,0-1 0,0 1 0,3 43 0,-3-39 0,0 56 0,5 89 0,6 8 0,-6-65 0,-1-69-1365,1-5-5461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6:22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24575,'135'4'0,"0"5"0,185 38 0,342 57 0,1164 32 0,-1766-135 0,276 9 0,-244-3 0,142 29 0,-190-25-1365,-11 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6:24.2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558 1 24575,'49'28'0,"-2"2"0,0 3 0,-3 1 0,0 2 0,-3 2 0,44 51 0,-82-86 0,0 0 0,-1 0 0,1 1 0,-1-1 0,1 1 0,2 6 0,-5-9 0,0 0 0,0-1 0,1 1 0,-1 0 0,0 0 0,0-1 0,0 1 0,0 0 0,0 0 0,0 0 0,0-1 0,0 1 0,0 0 0,0 0 0,-1-1 0,1 1 0,0 0 0,-1 0 0,1-1 0,0 1 0,-1 0 0,1-1 0,-1 1 0,1 0 0,-1-1 0,1 1 0,-1-1 0,1 1 0,-1-1 0,0 1 0,1-1 0,-1 1 0,0-1 0,1 1 0,-1-1 0,0 0 0,0 0 0,1 1 0,-1-1 0,0 0 0,-1 0 0,-126 26 0,-103 53 0,-6 2 0,189-64-273,2 2 0,0 2 0,1 2 0,-54 37 0,60-36-6553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6:33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1813 7011 24575,'-19'-1'0,"0"-1"0,0 0 0,0-2 0,0 0 0,0-2 0,1 0 0,0 0 0,0-2 0,-18-10 0,-12-11 0,-80-60 0,18 0 0,4-4 0,-128-147 0,-155-242 0,300 361 0,7-4 0,4-3 0,-109-251 0,159 304 0,3-1 0,4-1 0,2-1 0,-7-86 0,-8-316 0,33 446 0,-3-74 0,6 1 0,3-1 0,6 1 0,4 0 0,35-122 0,-23 139 0,5 1 0,3 2 0,78-139 0,-28 86 0,131-164 0,473-489 0,-484 592 0,8 9 0,283-195 0,-260 228 0,6 11 0,358-160 0,-438 241 0,264-72 0,-297 107 0,1 7 0,221-16 0,61 41 0,-218 4 0,68 5 0,290 48 0,256 93 0,320 38 0,-806-138 0,-254-35 0,0 3 0,107 45 0,153 107 0,-14 26 0,-7-3 0,476 264 0,-201-37 0,-511-364 0,115 95 0,173 127 0,-277-223 0,4 2 0,131 111 0,102 134 0,-156-163 0,-48-45 0,-98-80-1365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6:37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0 463 24575,'45'2'0,"-1"3"0,55 11 0,-58-8 0,1-1 0,67 1 0,-99-8 0,1-1 0,-1 0 0,0 0 0,0-1 0,0-1 0,0 0 0,14-5 0,-20 5 0,1 1 0,0-1 0,-1 1 0,0-1 0,1-1 0,-1 1 0,0-1 0,-1 1 0,1-1 0,-1 0 0,1 0 0,-1-1 0,-1 1 0,1-1 0,0 1 0,1-8 0,1-2 0,-1 0 0,-1 0 0,-1 0 0,0-1 0,0-27 0,-8-77 0,-1 33 0,6 13-1365,1 44-5461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20:59:42.6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1556 24575,'14'0'0,"170"-4"0,-149 0 0,0 0 0,-1-3 0,44-13 0,57-28 0,211-108 0,-255 107 0,-3-3 0,87-70 0,57-78 0,-45 35 0,-30 47 0,-93 72 0,-9 4 0,-1-3 0,-3-2 0,67-79 0,-76 83 0,-29 31 0,-2 1 0,0-2 0,13-17 0,36-42 0,-2 7 115,-22 27-1595,-21 22-5346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20:59:45.0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1 136 24575,'10'0'0,"34"1"0,47-7 0,-76 3 0,0 1 0,0-2 0,0 0 0,0-1 0,-1 0 0,25-14 0,-14 5 0,13-8 0,65-28 0,-102 50 0,-1-1 0,1 1 0,0 0 0,0-1 0,0 1 0,-1 0 0,1 0 0,0-1 0,0 1 0,0 0 0,-1 0 0,1 0 0,0 0 0,0 0 0,0 0 0,0 0 0,-1 0 0,1 1 0,0-1 0,0 0 0,0 0 0,-1 1 0,1-1 0,0 0 0,0 1 0,-1-1 0,1 1 0,0-1 0,-1 1 0,1-1 0,-1 1 0,1 0 0,0-1 0,-1 1 0,0 0 0,1-1 0,-1 1 0,1 0 0,-1 0 0,0-1 0,1 1 0,-1 0 0,0 0 0,0 0 0,0-1 0,1 1 0,-1 0 0,0 1 0,0 5 0,0-1 0,0 1 0,-1-1 0,0 1 0,-1 6 0,-11 36 67,-35 89 0,-3 9-1566,43-115-5327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20:59:50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448 10335 24575,'-3'-1'0,"1"-1"0,-1 0 0,1 0 0,0 0 0,-1 0 0,1 0 0,0-1 0,0 1 0,0-1 0,1 1 0,-1-1 0,-2-4 0,-8-17 0,-19-48 0,19 39 0,-50-136 0,-49-216 0,3-196 0,26-654 0,107 300 0,0 646 0,76-348 0,158-315 0,-217 809 0,88-370 0,-13 121 0,-71 250 0,5 3 0,5 1 0,126-219 0,-68 167 0,8 6 0,245-285 0,-44 138 0,-197 206 0,186-169 0,-246 234 0,132-92 0,89-30 0,-256 163 0,767-406 0,34 77 0,-276 157 0,-405 149 0,268-39 0,427 14 0,-255 62 0,-331 6 0,-67 3 0,1 8 0,202 40 0,-74 3 0,537 111 0,-751-136 0,-2 4 0,-1 6 0,-3 3 0,-1 5 0,-2 5 0,97 69 0,27 36 0,371 344 0,131 261 0,-477-483 0,413 361 0,-498-507 0,48 41 0,-75-47 0,27 22 0,-65-64 0,102 81 0,-111-110-1365,-68-39-5461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20:59:52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0 24575,'0'39'0,"2"-1"0,1 0 0,2 0 0,20 74 0,14-9 0,-16-48 0,-23-54 0,1 0 0,-1-1 0,0 1 0,0-1 0,0 1 0,0-1 0,0 1 0,0 0 0,0-1 0,0 1 0,0-1 0,0 1 0,0-1 0,0 1 0,0 0 0,0-1 0,0 1 0,0-1 0,-1 1 0,1-1 0,0 1 0,-1-1 0,1 1 0,0-1 0,-1 1 0,1-1 0,0 1 0,-1-1 0,1 0 0,-1 1 0,1-1 0,-1 0 0,1 1 0,-1-1 0,1 0 0,-1 1 0,1-1 0,-1 0 0,1 0 0,-2 0 0,-26 5 0,24-5 0,-211 0 0,98-3 0,116 3-2,-2 1-89,-1-1 1,1 0-1,-1 0 0,1-1 0,-1 1 0,1-1 0,0 1 0,-1-1 0,1 0 0,-1 0 1,1-1-1,0 1 0,0-1 0,-6-3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2:05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0 321 24575,'59'0'0,"44"1"0,110-15 0,-53 7 0,-70 5 0,-65-1 0,-1-1 0,1-1 0,40-14 0,29-6 0,107-17 0,58-10 0,-194 43 0,134-3 0,-158 11 0,0-3 0,0-1 0,0-2 0,78-25 0,-93 27 0,0 0 0,47-2 0,13-2 0,-73 7-81,177-37-1203,-155 27-5542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2:23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24575,'27'2'0,"0"0"0,-1 2 0,1 2 0,44 13 0,-18-4 0,-41-12 0,0-1 0,1-1 0,14 1 0,-17-2 0,0 0 0,0 1 0,0 0 0,0 1 0,17 5 0,-25-6 0,-1-1 0,0 1 0,0 0 0,1 0 0,-1 0 0,0 0 0,0 0 0,0 0 0,0 0 0,0 0 0,0 0 0,0 0 0,-1 1 0,1-1 0,0 0 0,-1 1 0,1-1 0,-1 0 0,1 1 0,-1-1 0,0 1 0,1-1 0,-1 1 0,0-1 0,0 0 0,0 1 0,0-1 0,0 1 0,-1-1 0,1 1 0,0-1 0,-1 1 0,1-1 0,-1 0 0,1 1 0,-1-1 0,0 0 0,0 2 0,-3 5 0,0 0 0,-1 0 0,0 0 0,-10 13 0,-6 0 30,-1 0 1,0-1-1,-37 23 0,-23 21-1516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2:27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 24575,'574'-9'0,"26"1"0,464 8-1365,-994 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2:33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 0 24575,'13'1'0,"0"1"0,-1-1 0,1 2 0,-1 0 0,0 0 0,0 1 0,19 10 0,80 47 0,-67-35 0,-42-25 0,0 0 0,0 0 0,0 0 0,0 0 0,0 0 0,0 1 0,0-1 0,0 1 0,-1-1 0,1 1 0,-1 0 0,1 0 0,-1 0 0,0-1 0,1 1 0,-1 0 0,1 4 0,-2-4 0,0-1 0,-1 1 0,1 0 0,-1-1 0,1 1 0,-1-1 0,0 1 0,0-1 0,1 1 0,-1-1 0,0 0 0,0 1 0,0-1 0,0 0 0,-1 0 0,1 0 0,0 0 0,0 0 0,-1 0 0,1 0 0,-1 0 0,1 0 0,-1-1 0,1 1 0,-3 0 0,-26 14 0,-2-3 0,-39 12 0,45-17 0,1 2 0,1 0 0,-1 1 0,1 2 0,-35 22 0,15-6-1365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2:44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2012 1 24575,'-21'1'0,"-1"2"0,1 0 0,-33 10 0,-35 5 0,16-11 0,-76 12 0,32 10 0,1 4 0,-142 62 0,-134 70 0,377-157 0,0 0 0,1 1 0,0 1 0,0 0 0,1 1 0,-23 23 0,-63 86 0,91-109 0,-49 68 0,3 3 0,-73 150 0,68-100 0,-49 165 0,89-230 0,4 1 0,2 0 0,-6 107 0,20 210 0,3-338 0,2 0 0,2 0 0,17 52 0,53 135 0,-62-190 0,113 293 0,-45-119 0,-25-74 0,111 192 0,104 118 0,-273-452 0,35 55 0,2-2 0,3-1 0,2-2 0,2-3 0,3-1 0,1-2 0,2-2 0,2-3 0,98 57 0,-62-52 0,1-4 0,154 49 0,200 29 0,-322-89 0,68 13 0,1-9 0,1-8 0,213 2 0,514 53 0,-638-50 0,229 2 0,2-27 0,-113-3 0,-317-2 0,536 0 0,-459-10 0,297-52 0,-104-10 0,268-58 0,-565 113 0,0-2 0,-2-3 0,53-26 0,146-90 0,-109 55 0,686-340 0,-99 17 0,-698 383 0,-1-1 0,53-49 0,45-62 0,33-30 0,-121 122 0,-32 30 0,1 1 0,0 1 0,1-1 0,0 1 0,17-9 0,-22 14 0,9-4 0,0 0 0,-1-1 0,0-1 0,19-17 0,-32 26 0,-1 1 1,0 0-1,0 0 0,1-1 0,-1 1 0,0 0 0,0 0 0,1-1 0,-1 1 1,0 0-1,0-1 0,0 1 0,0 0 0,1-1 0,-1 1 0,0 0 1,0-1-1,0 1 0,0 0 0,0-1 0,0 1 0,0 0 0,0-1 0,0 1 1,0 0-1,0-1 0,0 1 0,0-1 0,0 1 0,0 0 0,-1-1 1,1 1-1,0 0 0,0-1 0,0 1 0,0 0 0,-1 0 0,1-1 0,-14-6-1065,13 6 760,-24-7-6521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2:46.7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24575,'21'-2'0,"0"-1"0,0-1 0,-1-1 0,0-1 0,0-1 0,22-10 0,-39 16 0,28-12 0,0 1 0,1 1 0,0 2 0,1 1 0,39-4 0,-71 12 0,0 0 0,0 0 0,0 0 0,0 0 0,0 0 0,-1 0 0,1 1 0,0-1 0,0 0 0,0 1 0,0-1 0,0 0 0,0 1 0,-1-1 0,1 1 0,0-1 0,0 1 0,-1 0 0,1-1 0,0 1 0,-1 0 0,1-1 0,-1 1 0,1 0 0,0 1 0,0 1 0,0-1 0,1 1 0,-2 0 0,1 0 0,0 0 0,-1 0 0,1 0 0,-1 3 0,0 6 0,0-1 0,-1 0 0,-3 16 0,-3-1 0,-2-1 0,0 1 0,-2-2 0,-20 35 0,-13 30 0,28-55-1365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39:20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3999 372 24575,'-18'-18'0,"0"-2"0,-2 0 0,-1 2 0,0 0 0,-1 2 0,-31-19 0,-11 1 0,15 6 0,-1 2 0,-1 3 0,-2 1 0,-74-20 0,59 25 0,31 7 0,0 2 0,0 1 0,-57-2 0,-435 10 0,491 2 0,-1 2 0,0 2 0,1 1 0,-63 22 0,80-23 0,-28 12 0,0 2 0,2 2 0,-48 32 0,-67 54 0,104-67 0,-9 8 0,1 4 0,-68 72 0,-97 130 0,202-222 0,-504 613 0,454-529 0,4 4 0,-57 130 0,103-195 0,-42 97 0,8 2 0,6 3 0,-42 192 0,71-213 0,-13 184 0,23-154 0,-20 142 0,-32 297 0,36 10 0,39 793 0,25-867 0,27-1 0,-31-311 0,14 106 0,125 505 0,-118-665 0,84 293 0,-85-329 0,83 176 0,-65-184 0,127 200 0,-161-293 0,2-2 0,1-1 0,2-1 0,2-2 0,1-1 0,51 33 0,-8-14 0,2-4 0,110 48 0,-125-69 0,1-3 0,1-3 0,1-2 0,0-4 0,116 9 0,369-13 0,-354-13 0,-158 0 0,0-2 0,0-2 0,-1-1 0,1-3 0,-2-1 0,0-2 0,43-20 0,17-15 0,151-94 0,-203 109 0,-2-2 0,-2-2 0,-1-2 0,-2-2 0,-2-2 0,35-48 0,-25 23 0,-3-3 0,-3-1 0,56-126 0,-30 8 0,-48 123 0,22-86 0,-20 61 0,7-14 0,-6-2 0,-4-1 0,14-209 0,-10-65 0,-3 85 0,5-110 0,-6 125 0,-11 187 0,40-160 0,-22 127 0,68-262 0,-86 351 0,69-215 0,-10 38 0,-55 152 0,8-73 0,-9 49 0,11-61 0,105-762 0,-106 568 0,2-31 0,-15-187 0,-13 347 0,2-1776 0,0 1982 0,-1 0 0,0 0 0,-1 0 0,0 0 0,0 1 0,-1-1 0,0 1 0,-5-11 0,-7-8 0,-19-27 0,9 14 0,-147-212 0,103 156 0,19 22 0,-25-35 0,59 89 0,-2 1 0,0 1 0,-2 0 0,0 2 0,0 0 0,-33-19 0,35 27 0,1 0 0,-1 1 0,0 0 0,-26-4 0,22 5 0,0 0 0,-39-17 0,-82-59 0,-22-10 0,132 77 0,20 10 0,1 0 0,-1-2 0,1 1 0,-14-11 0,-43-41-1365,38 33-5461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9:52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2640 24575,'2'-71'0,"3"-1"0,18-81 0,43-134 0,57-157 0,-104 386 0,2 1 0,2 1 0,3 2 0,43-67 0,-38 75 0,60-69 0,-17 24 0,-68 84 0,172-210 0,-165 204 0,18-20 0,0 2 0,3 2 0,55-39 0,31-15 0,-60 40 0,79-43 0,-32 20 0,-49 27 0,-11 9 0,71-40 0,-100 61 0,0 2 0,0 0 0,1 0 0,-1 2 0,25-4 0,10-1 0,62-21 0,40-8 0,162 10 0,-173 21 0,719-28 0,5 34 0,-827 2 0,-1 2 0,0 1 0,1 3 0,-1 1 0,-1 2 0,0 1 0,0 3 0,37 17 0,370 194 0,-339-160 0,194 154 0,86 149 0,-35 28 0,-220-229 0,-8 5 0,149 273 0,114 296 0,-51-12 0,7 15 0,-52-103 0,-251-533 0,119 297 0,-111-296 0,106 171 0,-108-207 0,105 122 0,-123-164 0,1-1 0,1-2 0,1-1 0,2-2 0,0-1 0,42 22 0,-24-19 0,153 87 0,-148-77 0,104 62 0,-130-82 0,1-2 0,1 0 0,48 13 0,14-3 0,276 81 0,-154-52 0,-126-34 0,-3 7 106,-56-16-841,33 7-1,-34-12-6090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49:53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0 24575,'0'5'0,"1"-1"0,0 0 0,0 1 0,0-1 0,1 0 0,-1 0 0,1 0 0,0 0 0,0 0 0,1 0 0,-1 0 0,4 4 0,41 42 0,-39-41 0,204 181 0,-200-180 0,-9-9 0,-1 0 0,-1 1 0,1 0 0,0-1 0,0 1 0,0 0 0,-1 0 0,1 0 0,-1 0 0,0 0 0,1 0 0,-1 0 0,0 0 0,0 1 0,-1-1 0,1 0 0,0 1 0,-1-1 0,1 0 0,-1 5 0,0-4 0,-1 0 0,0-1 0,-1 1 0,1-1 0,0 0 0,-1 1 0,1-1 0,-1 0 0,0 0 0,1 0 0,-1 0 0,0 0 0,-1 0 0,1 0 0,0-1 0,0 1 0,-1-1 0,-3 2 0,-34 19 0,-2-2 0,-1-2 0,0-1 0,-85 19 0,108-30-1365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3:18.2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24575,'0'341'-1365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3:49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1555 172 24575,'-6'2'0,"0"0"0,1 0 0,0 1 0,-1 0 0,1 0 0,0 0 0,1 0 0,-1 1 0,0 0 0,-7 8 0,10-10 0,-48 54 0,39-43 0,0 0 0,0-1 0,-1-1 0,0 1 0,-21 13 0,-86 60 0,38-25 0,35-25 0,-55 53 0,76-65 0,-93 96 0,32-30 0,74-77 0,1 1 0,1 0 0,0 0 0,1 1 0,1 0 0,-13 27 0,-26 96 0,32-90 0,-10 12 0,19-48 0,0 0 0,1 1 0,1 0 0,-6 24 0,-2 40 0,7-34 0,-21 76 0,-13-3 0,-22 79 0,-12 46 0,10-45 0,-7 86 0,11 2 0,13 2 0,-14 440 0,36 143 0,1-148 0,11 470 0,14-761 0,-3-222 0,6 453 0,40-7 0,69 400 0,-98-863 0,42 437 0,-32-430 0,8-2 0,9-1 0,103 289 0,73 124 0,-131-370 0,146 279 0,-201-456 0,3-3 0,3 0 0,2-3 0,2-1 0,2-2 0,3-2 0,2-3 0,1-1 0,97 62 0,-111-85 0,1-2 0,1-2 0,1-1 0,0-2 0,1-2 0,1-1 0,0-3 0,58 6 0,36-4 0,176-10 0,-183-3 0,159 2 0,637-29 0,-838 21 0,170-41 0,-218 38 0,-1-1 0,-1-2 0,0-2 0,-1-1 0,-1-2 0,58-42 0,-33 14 0,-3-3 0,-1-2 0,-3-3 0,-2-2 0,68-100 0,-83 100 0,-2-1 0,-2-2 0,-3-1 0,-3-1 0,-3-1 0,26-110 0,-19 21 0,-5-1 0,5-213 0,-30-375 0,-4 304 0,6-31 0,-4-487 0,-53 331 0,42 515 0,-32-496 0,27 297 0,-23-788 0,42-6 0,1 452 0,0 399 0,-16-523 0,-10 559 0,-61-252 0,21 147 0,-31-178 0,-38 11 0,-214-400 0,318 824 0,-2 1 0,-3 1 0,-3 1 0,-2 3 0,-2 1 0,-63-64 0,70 83 0,8 9 0,-42-37 0,58 57 0,0 1 0,0 0 0,-1 1 0,0 0 0,0 0 0,0 1 0,0 1 0,-21-6 0,-148-25 0,-211-13 0,-76 41 0,273 10 0,51-5 0,-147 5 0,269-1 0,0 1 0,0 1 0,0 1 0,0 1 0,1 1 0,0 1 0,1 0 0,-28 17 0,-12 12 0,-67 56 0,38-27 0,50-38-1365,9-5-5461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3:52.2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24575,'2598'0'-1365,"-2562"0"-5461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9:53:56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24575,'37'21'0,"-1"1"0,37 30 0,-34-22 0,45 24 0,-41-30 0,1-2 0,0-2 0,2-2 0,0-3 0,87 19 0,-132-34 0,1 1 0,0-1 0,0 0 0,-1 1 0,1-1 0,0 1 0,-1 0 0,1-1 0,-1 1 0,1 0 0,-1 0 0,1 0 0,1 1 0,-3-1 0,0-1 0,1 1 0,-1-1 0,0 1 0,0-1 0,1 1 0,-1-1 0,0 1 0,0-1 0,0 1 0,0-1 0,0 1 0,0-1 0,0 1 0,0-1 0,0 1 0,0-1 0,0 1 0,0-1 0,0 1 0,0-1 0,0 1 0,-1-1 0,1 1 0,0-1 0,0 1 0,0-1 0,-1 1 0,-2 3 0,0-1 0,0 0 0,0 0 0,-1 0 0,1 0 0,-1-1 0,0 1 0,1-1 0,-7 2 0,-59 27 0,-77 22 0,-65 29 0,111-34-1365,60-29-5461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26:51.8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0 644 24575,'869'-28'0,"-138"-22"0,-521 37 0,210-21 0,-293 20 0,233-37 0,486-92 0,-518 124 0,5-1 0,-296 16 0,530-41 0,-212 34 0,59-1 0,1192 11-1869,-891 2 1338,-165-21 901,-4-26 1598,-459 38-1906,2506-117-62,2088 126-1365,-4657-1-5461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26:55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24575,'28'1'0,"-1"1"0,1 1 0,50 14 0,80 34 0,-62-18 0,-61-21 0,1-3 0,68 11 0,-84-15 0,-19-5 0,-1 0 0,0 0 0,1 1 0,-1-1 0,0 0 0,0 0 0,1 1 0,-1-1 0,0 0 0,0 0 0,1 1 0,-1-1 0,0 0 0,0 0 0,0 1 0,1-1 0,-1 0 0,0 1 0,0-1 0,0 0 0,0 1 0,0-1 0,0 0 0,0 1 0,0-1 0,0 0 0,0 1 0,0 0 0,-1 1 0,-1 1 0,1-1 0,-1 1 0,1-1 0,-1 0 0,0 0 0,0 0 0,0 0 0,0 0 0,-4 2 0,-22 18 0,-31 18 0,1-1 0,-113 97 0,120-92 32,36-31-382,-1 0 1,0 0 0,-21 11 0,-1-4-6477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41:04.8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 24575,'289'0'0,"519"-4"0,-2-41 0,-451 24 0,-10 0 0,-288 13-455,-1-3 0,107-35 0,-132 36-6371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41:08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24575,'545'0'0,"-542"-1"0,0 1 0,-1 0 0,1 0 0,0 1 0,0-1 0,0 0 0,-1 1 0,1 0 0,0-1 0,-1 1 0,1 0 0,0 1 0,-1-1 0,0 0 0,4 3 0,-5-2 0,0-1 0,0 1 0,-1-1 0,1 1 0,-1 0 0,1-1 0,-1 1 0,1 0 0,-1-1 0,0 1 0,0 0 0,0-1 0,0 1 0,0 0 0,0 0 0,-1-1 0,1 1 0,0 0 0,-1-1 0,0 1 0,1 0 0,-1-1 0,0 1 0,0-1 0,0 1 0,0-1 0,-1 2 0,-16 23 0,-1-1 0,-1 0 0,-1-2 0,-1-1 0,-26 21 0,6-4 0,-109 116 0,77-76 0,63-68-341,0 0 0,-2-1-1,-18 13 1,4-7-6485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41:51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24575,'4'1'0,"-1"0"0,0-1 0,1 1 0,-1 0 0,0 0 0,0 1 0,0-1 0,0 1 0,0-1 0,0 1 0,0 0 0,0 0 0,-1 0 0,1 1 0,-1-1 0,0 1 0,4 4 0,5 8 0,-1-1 0,9 19 0,-10-18 0,1 1 0,-1 0 0,0 1 0,-1 1 0,-1-1 0,0 1 0,-1 0 0,-2 1 0,5 27 0,4 188 0,-12-227 0,-1 10 0,1-1 0,0 1 0,2 0 0,5 20 0,-6-32 0,-1 0 0,1 0 0,0-1 0,1 1 0,-1-1 0,1 1 0,0-1 0,0 0 0,0 0 0,0 0 0,1-1 0,-1 1 0,1-1 0,0 0 0,0 0 0,1 0 0,-1-1 0,7 4 0,12 3 0,39 8 0,-15-4 0,-47-13 0,0 0 0,-1 0 0,1 0 0,0 0 0,0 0 0,0 0 0,0 0 0,0 0 0,0 0 0,0 0 0,0 0 0,-1 0 0,1 0 0,0 0 0,0 0 0,0 0 0,0 0 0,0 0 0,0 1 0,0-1 0,0 0 0,0 0 0,0 0 0,0 0 0,0 0 0,0 0 0,0 0 0,0 0 0,0 1 0,-1-1 0,1 0 0,0 0 0,0 0 0,0 0 0,0 0 0,0 0 0,0 0 0,1 1 0,-1-1 0,0 0 0,0 0 0,0 0 0,0 0 0,0 0 0,0 0 0,0 0 0,0 0 0,0 1 0,0-1 0,0 0 0,0 0 0,0 0 0,0 0 0,0 0 0,0 0 0,1 0 0,-1 0 0,0 0 0,0 0 0,0 0 0,0 0 0,0 0 0,0 0 0,0 0 0,0 0 0,1 1 0,-1-1 0,0 0 0,0 0 0,-15 6 0,-24 7 0,37-13 0,-12 4 0,1 0 0,-1 1 0,1 0 0,1 1 0,-1 1 0,-16 11 0,24-15 0,1 1 0,0 0 0,0 0 0,0 0 0,0 0 0,0 1 0,1 0 0,0-1 0,0 1 0,1 0 0,-1 1 0,1-1 0,0 0 0,0 1 0,1-1 0,-1 1 0,1-1 0,1 1 0,-1 7 0,4 53 0,-1-43 0,-1 0 0,-1-1 0,-4 34 0,4-51 0,-1 0 0,0 0 0,-1 0 0,1 0 0,-1 0 0,0 0 0,0-1 0,0 1 0,-1-1 0,1 1 0,-1-1 0,0 0 0,-1 0 0,1 0 0,0-1 0,-1 1 0,0-1 0,0 0 0,0 0 0,-7 4 0,3-5 5,1 1 0,0-1 0,-1 0 0,0-1 0,1 0 0,-1 0 0,-9 0 0,-15 1-1410,15 0-5421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41:53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1 533 24575,'2450'0'0,"-1984"-9"0,-9 0 0,557-8 0,-891 17 0,1375-31 0,-400-28 0,-352-19 0,-9-35 0,217-28 0,-315 75-1365,-558 56-5461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14:41:59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24575,'2'2'0,"0"-1"0,-1 1 0,1-1 0,0 0 0,0 0 0,0 0 0,1 0 0,-1 0 0,0 0 0,0 0 0,0 0 0,1-1 0,3 1 0,-1 0 0,206 39 0,-112-25 0,32 4 0,58 12 0,-185-31 0,1 2 0,0-1 0,0 0 0,-1 1 0,1 0 0,0 0 0,-1 0 0,5 4 0,-8-5 0,0 0 0,0 0 0,0-1 0,0 1 0,-1 0 0,1 0 0,0 0 0,-1 0 0,1 0 0,-1 0 0,1 1 0,-1-1 0,0 0 0,1 0 0,-1 0 0,0 0 0,0 0 0,0 1 0,0-1 0,0 0 0,0 0 0,0 0 0,0 0 0,0 1 0,-1-1 0,1 0 0,0 0 0,-1 0 0,1 0 0,-1 0 0,1 0 0,-1 0 0,0 0 0,1 0 0,-1 0 0,0 0 0,-1 1 0,-9 10 0,0 0 0,-1-1 0,-1 0 0,0-1 0,0-1 0,-23 13 0,1 0 0,-1 0 66,-48 21 0,-20 11-1563,82-40-5329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21:23:50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24575,'0'1'0,"0"0"0,0 0 0,0 1 0,0-1 0,0 0 0,1 0 0,-1 0 0,0 1 0,1-1 0,-1 0 0,1 0 0,-1 0 0,1 0 0,0 0 0,-1 0 0,1 0 0,0 0 0,0 0 0,0 0 0,0 0 0,-1 0 0,1-1 0,0 1 0,1 0 0,-1-1 0,0 1 0,0-1 0,0 1 0,0-1 0,0 1 0,2-1 0,1 1 0,-1-1 0,0 1 0,1-1 0,-1 0 0,0 0 0,1-1 0,-1 1 0,0-1 0,1 0 0,-1 1 0,5-3 0,5-9 113,-5 3-1591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6T21:24:34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24575,'127'10'0,"-123"-9"-114,0-1 1,0 0-1,-1-1 0,1 1 0,0-1 1,0 0-1,-1 0 0,1 0 0,0 0 1,-1 0-1,7-4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43702-CA62-4B01-B863-A102A3B9C072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7E75B-CE24-4B3C-8A8D-56E621C5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0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7E75B-CE24-4B3C-8A8D-56E621C5B7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7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7E75B-CE24-4B3C-8A8D-56E621C5B7F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21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AB85-A485-66FF-88B6-2D8E4062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714BC-DD20-B3B9-4165-8306C1D5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9FB7-9B02-4E11-4959-E1FE7EF9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41168-3114-C12E-E23F-F635F97D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FA82-AACF-0BF5-2B5E-BAAC1E9A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8F24-99BE-E5CE-431C-B95CF2F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8589-3D6D-5C33-46C6-BA12BDDA5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2900-550C-620C-FEF8-C5A09DC9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57B0-633C-EB86-959C-E5D11EC1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4F1-433B-F374-C00A-D3FAE71C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0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01B-F66A-443E-E19F-19FBE7F2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9C2AE-AE5B-971B-C7AD-68A297E0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B7ED-D94C-8F16-FF7B-5DAC0432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C466-8D95-DDA2-AAFC-BDCE42B7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F52B-3BF2-5E85-F266-22EAE98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CCB09-F70E-97ED-600C-5665836B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DE474-FDE0-759C-E3B2-F8C273A1F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DFE-AC4C-3F1C-D9A1-931494794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78FAA-6858-6142-1F26-13795A4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C7F70-611E-33BE-F822-6228E7FE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30888-2A12-2E36-51D6-1BA3CFFB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8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4C2F-7D13-531C-F6A2-45048812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B5256-36C3-0815-5F67-6DBF70BD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6AE4-E4CB-A853-18C7-3DBF5580A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2957-0FAA-236A-7325-1265280D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F4523-3D54-83D9-E2BF-BEABCC5EA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70EC1F-B04F-C190-D4D1-EB940422F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52-670A-8DA6-9D2D-5A194074E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894EB7-A2E3-F391-9D4B-BFDFE003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DC3-B3C9-8EEE-9C58-379205F4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200DB-0340-A725-FCDE-D8988CC3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8FB0-36DD-5A9D-F034-84C754C3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CA3611-C177-62B6-B869-91901C67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8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0A391-DCCA-D00C-BB9B-F97F4237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D665F-A389-5C5D-88C0-2E794981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0247-479F-676E-080F-5FEE716D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7D90-EBCA-BED2-577F-9C797FA4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B52F7-B3DD-0D52-74FA-81303DA0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C37E6-81A3-BF8F-F6C7-8406DCE29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D7BB6-5010-0DF4-797C-E955CED4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70D3-A83A-BAA3-8E47-18CB5233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E53-41D5-C470-7847-7932CE99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2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54E4-E87C-13C3-3C22-08A7C8AB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DC182-C212-E29D-9A31-A2A1E46A3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DB46C-FC97-B397-6E4B-B6D931BC6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B7F92-1C35-24DE-8013-2DAB8814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D823E-9251-B1F8-916F-B488A4C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218C3-43C0-4A71-8BA9-1C7B810B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7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D60-02ED-3023-B50F-5984B796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5C278-82F2-6B06-C417-60CD04BD9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971DB-BAB0-EECD-C58C-2B4D452D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EB408-BCC2-A739-C158-9714BC4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9879-00FE-82CA-4DA6-B9B5042A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6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5F75F-DC88-B564-DD9D-BB42B2AF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EE312-C991-FF98-4F3E-497F89E9F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ADDD-C052-BFF1-EA37-30F13E2E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930-C641-2FC7-1F88-EB3FA0F7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8AA47-01FF-6812-B569-E67B102C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DC7F3-FE36-79BE-63BA-A0D9CB46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5D-8BC5-076A-DA7D-978F5FFE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2215A-BE23-E07E-25E1-617E2EDFB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77924-099F-4094-BDB3-CD57C5B45D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0006-1E9E-68F4-4E24-60A041784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09B5E-6F1E-2EA7-62C1-6B2AEC904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4581F-ABC7-4A97-BB75-E78BF755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7.xml"/><Relationship Id="rId18" Type="http://schemas.openxmlformats.org/officeDocument/2006/relationships/image" Target="../media/image11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8.png"/><Relationship Id="rId17" Type="http://schemas.openxmlformats.org/officeDocument/2006/relationships/customXml" Target="../ink/ink9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7.png"/><Relationship Id="rId19" Type="http://schemas.openxmlformats.org/officeDocument/2006/relationships/customXml" Target="../ink/ink10.xml"/><Relationship Id="rId4" Type="http://schemas.openxmlformats.org/officeDocument/2006/relationships/image" Target="../media/image4.png"/><Relationship Id="rId9" Type="http://schemas.openxmlformats.org/officeDocument/2006/relationships/customXml" Target="../ink/ink5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customXml" Target="../ink/ink1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3.xml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png"/><Relationship Id="rId10" Type="http://schemas.openxmlformats.org/officeDocument/2006/relationships/customXml" Target="../ink/ink15.xml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32.png"/><Relationship Id="rId4" Type="http://schemas.openxmlformats.org/officeDocument/2006/relationships/customXml" Target="../ink/ink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37.png"/><Relationship Id="rId4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3.png"/><Relationship Id="rId7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9" Type="http://schemas.openxmlformats.org/officeDocument/2006/relationships/image" Target="../media/image68.png"/><Relationship Id="rId21" Type="http://schemas.openxmlformats.org/officeDocument/2006/relationships/image" Target="../media/image59.png"/><Relationship Id="rId34" Type="http://schemas.openxmlformats.org/officeDocument/2006/relationships/customXml" Target="../ink/ink34.xml"/><Relationship Id="rId7" Type="http://schemas.openxmlformats.org/officeDocument/2006/relationships/image" Target="../media/image51.png"/><Relationship Id="rId12" Type="http://schemas.openxmlformats.org/officeDocument/2006/relationships/customXml" Target="../ink/ink23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33" Type="http://schemas.openxmlformats.org/officeDocument/2006/relationships/image" Target="../media/image65.png"/><Relationship Id="rId38" Type="http://schemas.openxmlformats.org/officeDocument/2006/relationships/customXml" Target="../ink/ink36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image" Target="../media/image54.png"/><Relationship Id="rId24" Type="http://schemas.openxmlformats.org/officeDocument/2006/relationships/customXml" Target="../ink/ink29.xml"/><Relationship Id="rId32" Type="http://schemas.openxmlformats.org/officeDocument/2006/relationships/customXml" Target="../ink/ink33.xml"/><Relationship Id="rId37" Type="http://schemas.openxmlformats.org/officeDocument/2006/relationships/image" Target="../media/image67.png"/><Relationship Id="rId5" Type="http://schemas.openxmlformats.org/officeDocument/2006/relationships/image" Target="../media/image50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31.xml"/><Relationship Id="rId36" Type="http://schemas.openxmlformats.org/officeDocument/2006/relationships/customXml" Target="../ink/ink35.xml"/><Relationship Id="rId10" Type="http://schemas.openxmlformats.org/officeDocument/2006/relationships/customXml" Target="../ink/ink22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" Type="http://schemas.openxmlformats.org/officeDocument/2006/relationships/customXml" Target="../ink/ink20.xml"/><Relationship Id="rId9" Type="http://schemas.openxmlformats.org/officeDocument/2006/relationships/image" Target="../media/image53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62.png"/><Relationship Id="rId30" Type="http://schemas.openxmlformats.org/officeDocument/2006/relationships/customXml" Target="../ink/ink32.xml"/><Relationship Id="rId35" Type="http://schemas.openxmlformats.org/officeDocument/2006/relationships/image" Target="../media/image66.png"/><Relationship Id="rId8" Type="http://schemas.openxmlformats.org/officeDocument/2006/relationships/image" Target="../media/image52.png"/><Relationship Id="rId3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17" Type="http://schemas.openxmlformats.org/officeDocument/2006/relationships/customXml" Target="../ink/ink43.xml"/><Relationship Id="rId2" Type="http://schemas.openxmlformats.org/officeDocument/2006/relationships/image" Target="../media/image71.png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customXml" Target="../ink/ink41.xml"/><Relationship Id="rId5" Type="http://schemas.openxmlformats.org/officeDocument/2006/relationships/customXml" Target="../ink/ink38.xml"/><Relationship Id="rId15" Type="http://schemas.openxmlformats.org/officeDocument/2006/relationships/customXml" Target="../ink/ink42.xml"/><Relationship Id="rId10" Type="http://schemas.openxmlformats.org/officeDocument/2006/relationships/image" Target="NULL"/><Relationship Id="rId19" Type="http://schemas.openxmlformats.org/officeDocument/2006/relationships/customXml" Target="../ink/ink44.xml"/><Relationship Id="rId4" Type="http://schemas.openxmlformats.org/officeDocument/2006/relationships/image" Target="NULL"/><Relationship Id="rId9" Type="http://schemas.openxmlformats.org/officeDocument/2006/relationships/customXml" Target="../ink/ink40.xml"/><Relationship Id="rId14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NULL"/><Relationship Id="rId18" Type="http://schemas.openxmlformats.org/officeDocument/2006/relationships/customXml" Target="../ink/ink52.xml"/><Relationship Id="rId3" Type="http://schemas.openxmlformats.org/officeDocument/2006/relationships/image" Target="../media/image77.png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customXml" Target="../ink/ink49.xml"/><Relationship Id="rId17" Type="http://schemas.openxmlformats.org/officeDocument/2006/relationships/image" Target="NULL"/><Relationship Id="rId2" Type="http://schemas.openxmlformats.org/officeDocument/2006/relationships/image" Target="../media/image76.png"/><Relationship Id="rId16" Type="http://schemas.openxmlformats.org/officeDocument/2006/relationships/customXml" Target="../ink/ink51.xml"/><Relationship Id="rId20" Type="http://schemas.openxmlformats.org/officeDocument/2006/relationships/customXml" Target="../ink/ink5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0" Type="http://schemas.openxmlformats.org/officeDocument/2006/relationships/customXml" Target="../ink/ink48.xml"/><Relationship Id="rId19" Type="http://schemas.openxmlformats.org/officeDocument/2006/relationships/image" Target="NULL"/><Relationship Id="rId4" Type="http://schemas.openxmlformats.org/officeDocument/2006/relationships/customXml" Target="../ink/ink45.xml"/><Relationship Id="rId9" Type="http://schemas.openxmlformats.org/officeDocument/2006/relationships/image" Target="NULL"/><Relationship Id="rId14" Type="http://schemas.openxmlformats.org/officeDocument/2006/relationships/customXml" Target="../ink/ink50.xml"/><Relationship Id="rId22" Type="http://schemas.openxmlformats.org/officeDocument/2006/relationships/customXml" Target="../ink/ink5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8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customXml" Target="../ink/ink59.xml"/><Relationship Id="rId18" Type="http://schemas.openxmlformats.org/officeDocument/2006/relationships/image" Target="../media/image89.png"/><Relationship Id="rId26" Type="http://schemas.openxmlformats.org/officeDocument/2006/relationships/image" Target="../media/image93.png"/><Relationship Id="rId3" Type="http://schemas.openxmlformats.org/officeDocument/2006/relationships/image" Target="../media/image76.png"/><Relationship Id="rId21" Type="http://schemas.openxmlformats.org/officeDocument/2006/relationships/customXml" Target="../ink/ink63.xml"/><Relationship Id="rId7" Type="http://schemas.openxmlformats.org/officeDocument/2006/relationships/customXml" Target="../ink/ink56.xml"/><Relationship Id="rId12" Type="http://schemas.openxmlformats.org/officeDocument/2006/relationships/image" Target="../media/image86.png"/><Relationship Id="rId17" Type="http://schemas.openxmlformats.org/officeDocument/2006/relationships/customXml" Target="../ink/ink61.xml"/><Relationship Id="rId25" Type="http://schemas.openxmlformats.org/officeDocument/2006/relationships/customXml" Target="../ink/ink65.xml"/><Relationship Id="rId2" Type="http://schemas.openxmlformats.org/officeDocument/2006/relationships/image" Target="../media/image81.png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customXml" Target="../ink/ink58.xml"/><Relationship Id="rId24" Type="http://schemas.openxmlformats.org/officeDocument/2006/relationships/image" Target="../media/image92.png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23" Type="http://schemas.openxmlformats.org/officeDocument/2006/relationships/customXml" Target="../ink/ink64.xml"/><Relationship Id="rId10" Type="http://schemas.openxmlformats.org/officeDocument/2006/relationships/image" Target="../media/image85.png"/><Relationship Id="rId19" Type="http://schemas.openxmlformats.org/officeDocument/2006/relationships/customXml" Target="../ink/ink62.xml"/><Relationship Id="rId4" Type="http://schemas.openxmlformats.org/officeDocument/2006/relationships/image" Target="../media/image82.png"/><Relationship Id="rId9" Type="http://schemas.openxmlformats.org/officeDocument/2006/relationships/customXml" Target="../ink/ink57.xml"/><Relationship Id="rId14" Type="http://schemas.openxmlformats.org/officeDocument/2006/relationships/image" Target="../media/image87.png"/><Relationship Id="rId22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ichIcUZfOw?start=557&amp;feature=oembed" TargetMode="External"/><Relationship Id="rId4" Type="http://schemas.openxmlformats.org/officeDocument/2006/relationships/hyperlink" Target="https://www.youtube.com/watch?v=dichIcUZfOw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Ma2PmYJlCo?start=14&amp;feature=oembed" TargetMode="External"/><Relationship Id="rId4" Type="http://schemas.openxmlformats.org/officeDocument/2006/relationships/hyperlink" Target="https://www.youtube.com/watch?v=mMa2PmYJlCo&amp;t=14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J9kaJsE78k?start=172&amp;feature=oembed" TargetMode="External"/><Relationship Id="rId4" Type="http://schemas.openxmlformats.org/officeDocument/2006/relationships/hyperlink" Target="https://www.youtube.com/watch?v=gJ9kaJsE78k&amp;t=172s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hyperlink" Target="https://kazemnejad.com/blog/transformer_architecture_positional_encoding/" TargetMode="External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nlp.seas.harvard.edu/annotated-transform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hyperlink" Target="https://jalammar.github.io/illustrated-transformer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6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customXml" Target="../ink/ink66.xml"/><Relationship Id="rId4" Type="http://schemas.openxmlformats.org/officeDocument/2006/relationships/image" Target="../media/image10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113.png"/><Relationship Id="rId18" Type="http://schemas.openxmlformats.org/officeDocument/2006/relationships/customXml" Target="../ink/ink73.xml"/><Relationship Id="rId3" Type="http://schemas.openxmlformats.org/officeDocument/2006/relationships/image" Target="../media/image111.png"/><Relationship Id="rId21" Type="http://schemas.openxmlformats.org/officeDocument/2006/relationships/image" Target="../media/image124.png"/><Relationship Id="rId7" Type="http://schemas.openxmlformats.org/officeDocument/2006/relationships/image" Target="../media/image116.png"/><Relationship Id="rId12" Type="http://schemas.openxmlformats.org/officeDocument/2006/relationships/image" Target="../media/image112.png"/><Relationship Id="rId17" Type="http://schemas.openxmlformats.org/officeDocument/2006/relationships/image" Target="../media/image122.png"/><Relationship Id="rId2" Type="http://schemas.openxmlformats.org/officeDocument/2006/relationships/image" Target="../media/image110.png"/><Relationship Id="rId16" Type="http://schemas.openxmlformats.org/officeDocument/2006/relationships/customXml" Target="../ink/ink72.xml"/><Relationship Id="rId20" Type="http://schemas.openxmlformats.org/officeDocument/2006/relationships/customXml" Target="../ink/ink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8.xml"/><Relationship Id="rId11" Type="http://schemas.openxmlformats.org/officeDocument/2006/relationships/image" Target="../media/image118.png"/><Relationship Id="rId5" Type="http://schemas.openxmlformats.org/officeDocument/2006/relationships/image" Target="../media/image115.png"/><Relationship Id="rId15" Type="http://schemas.openxmlformats.org/officeDocument/2006/relationships/image" Target="../media/image121.png"/><Relationship Id="rId10" Type="http://schemas.openxmlformats.org/officeDocument/2006/relationships/customXml" Target="../ink/ink70.xml"/><Relationship Id="rId19" Type="http://schemas.openxmlformats.org/officeDocument/2006/relationships/image" Target="../media/image123.png"/><Relationship Id="rId4" Type="http://schemas.openxmlformats.org/officeDocument/2006/relationships/customXml" Target="../ink/ink67.xml"/><Relationship Id="rId9" Type="http://schemas.openxmlformats.org/officeDocument/2006/relationships/image" Target="../media/image117.png"/><Relationship Id="rId14" Type="http://schemas.openxmlformats.org/officeDocument/2006/relationships/customXml" Target="../ink/ink7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13" Type="http://schemas.openxmlformats.org/officeDocument/2006/relationships/image" Target="../media/image130.png"/><Relationship Id="rId18" Type="http://schemas.openxmlformats.org/officeDocument/2006/relationships/customXml" Target="../ink/ink82.xml"/><Relationship Id="rId3" Type="http://schemas.openxmlformats.org/officeDocument/2006/relationships/image" Target="../media/image114.png"/><Relationship Id="rId21" Type="http://schemas.openxmlformats.org/officeDocument/2006/relationships/image" Target="../media/image134.png"/><Relationship Id="rId7" Type="http://schemas.openxmlformats.org/officeDocument/2006/relationships/image" Target="../media/image127.png"/><Relationship Id="rId12" Type="http://schemas.openxmlformats.org/officeDocument/2006/relationships/customXml" Target="../ink/ink79.xml"/><Relationship Id="rId17" Type="http://schemas.openxmlformats.org/officeDocument/2006/relationships/image" Target="../media/image132.png"/><Relationship Id="rId2" Type="http://schemas.openxmlformats.org/officeDocument/2006/relationships/image" Target="../media/image103.png"/><Relationship Id="rId16" Type="http://schemas.openxmlformats.org/officeDocument/2006/relationships/customXml" Target="../ink/ink81.xml"/><Relationship Id="rId20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6.xml"/><Relationship Id="rId11" Type="http://schemas.openxmlformats.org/officeDocument/2006/relationships/image" Target="../media/image129.png"/><Relationship Id="rId5" Type="http://schemas.openxmlformats.org/officeDocument/2006/relationships/image" Target="../media/image126.png"/><Relationship Id="rId15" Type="http://schemas.openxmlformats.org/officeDocument/2006/relationships/image" Target="../media/image131.png"/><Relationship Id="rId23" Type="http://schemas.openxmlformats.org/officeDocument/2006/relationships/image" Target="../media/image135.png"/><Relationship Id="rId10" Type="http://schemas.openxmlformats.org/officeDocument/2006/relationships/customXml" Target="../ink/ink78.xml"/><Relationship Id="rId19" Type="http://schemas.openxmlformats.org/officeDocument/2006/relationships/image" Target="../media/image133.png"/><Relationship Id="rId4" Type="http://schemas.openxmlformats.org/officeDocument/2006/relationships/customXml" Target="../ink/ink75.xml"/><Relationship Id="rId9" Type="http://schemas.openxmlformats.org/officeDocument/2006/relationships/image" Target="../media/image128.png"/><Relationship Id="rId14" Type="http://schemas.openxmlformats.org/officeDocument/2006/relationships/customXml" Target="../ink/ink80.xml"/><Relationship Id="rId22" Type="http://schemas.openxmlformats.org/officeDocument/2006/relationships/customXml" Target="../ink/ink8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3" Type="http://schemas.openxmlformats.org/officeDocument/2006/relationships/image" Target="../media/image119.png"/><Relationship Id="rId7" Type="http://schemas.openxmlformats.org/officeDocument/2006/relationships/image" Target="../media/image13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6.xml"/><Relationship Id="rId11" Type="http://schemas.openxmlformats.org/officeDocument/2006/relationships/image" Target="../media/image140.png"/><Relationship Id="rId5" Type="http://schemas.openxmlformats.org/officeDocument/2006/relationships/image" Target="../media/image137.png"/><Relationship Id="rId10" Type="http://schemas.openxmlformats.org/officeDocument/2006/relationships/customXml" Target="../ink/ink88.xml"/><Relationship Id="rId4" Type="http://schemas.openxmlformats.org/officeDocument/2006/relationships/customXml" Target="../ink/ink85.xml"/><Relationship Id="rId9" Type="http://schemas.openxmlformats.org/officeDocument/2006/relationships/image" Target="../media/image13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.xml"/><Relationship Id="rId3" Type="http://schemas.openxmlformats.org/officeDocument/2006/relationships/image" Target="../media/image120.png"/><Relationship Id="rId7" Type="http://schemas.openxmlformats.org/officeDocument/2006/relationships/image" Target="../media/image14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0.xml"/><Relationship Id="rId11" Type="http://schemas.openxmlformats.org/officeDocument/2006/relationships/image" Target="../media/image145.png"/><Relationship Id="rId5" Type="http://schemas.openxmlformats.org/officeDocument/2006/relationships/image" Target="../media/image142.png"/><Relationship Id="rId10" Type="http://schemas.openxmlformats.org/officeDocument/2006/relationships/customXml" Target="../ink/ink92.xml"/><Relationship Id="rId4" Type="http://schemas.openxmlformats.org/officeDocument/2006/relationships/customXml" Target="../ink/ink89.xml"/><Relationship Id="rId9" Type="http://schemas.openxmlformats.org/officeDocument/2006/relationships/image" Target="../media/image14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customXml" Target="../ink/ink97.xml"/><Relationship Id="rId18" Type="http://schemas.openxmlformats.org/officeDocument/2006/relationships/image" Target="../media/image108.png"/><Relationship Id="rId3" Type="http://schemas.openxmlformats.org/officeDocument/2006/relationships/image" Target="../media/image95.png"/><Relationship Id="rId7" Type="http://schemas.openxmlformats.org/officeDocument/2006/relationships/customXml" Target="../ink/ink94.xml"/><Relationship Id="rId12" Type="http://schemas.openxmlformats.org/officeDocument/2006/relationships/image" Target="../media/image149.png"/><Relationship Id="rId17" Type="http://schemas.openxmlformats.org/officeDocument/2006/relationships/image" Target="../media/image107.png"/><Relationship Id="rId2" Type="http://schemas.openxmlformats.org/officeDocument/2006/relationships/image" Target="../media/image103.png"/><Relationship Id="rId16" Type="http://schemas.openxmlformats.org/officeDocument/2006/relationships/image" Target="../media/image151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customXml" Target="../ink/ink96.xml"/><Relationship Id="rId5" Type="http://schemas.openxmlformats.org/officeDocument/2006/relationships/customXml" Target="../ink/ink93.xml"/><Relationship Id="rId15" Type="http://schemas.openxmlformats.org/officeDocument/2006/relationships/customXml" Target="../ink/ink98.xml"/><Relationship Id="rId10" Type="http://schemas.openxmlformats.org/officeDocument/2006/relationships/image" Target="../media/image148.png"/><Relationship Id="rId19" Type="http://schemas.openxmlformats.org/officeDocument/2006/relationships/image" Target="../media/image125.png"/><Relationship Id="rId4" Type="http://schemas.openxmlformats.org/officeDocument/2006/relationships/image" Target="../media/image70.png"/><Relationship Id="rId9" Type="http://schemas.openxmlformats.org/officeDocument/2006/relationships/customXml" Target="../ink/ink95.xml"/><Relationship Id="rId14" Type="http://schemas.openxmlformats.org/officeDocument/2006/relationships/image" Target="../media/image1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53.png"/><Relationship Id="rId3" Type="http://schemas.openxmlformats.org/officeDocument/2006/relationships/image" Target="../media/image141.png"/><Relationship Id="rId7" Type="http://schemas.openxmlformats.org/officeDocument/2006/relationships/customXml" Target="../ink/ink100.xml"/><Relationship Id="rId12" Type="http://schemas.openxmlformats.org/officeDocument/2006/relationships/image" Target="../media/image159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customXml" Target="../ink/ink102.xml"/><Relationship Id="rId5" Type="http://schemas.openxmlformats.org/officeDocument/2006/relationships/customXml" Target="../ink/ink99.xml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customXml" Target="../ink/ink10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customXml" Target="../ink/ink103.xml"/><Relationship Id="rId7" Type="http://schemas.openxmlformats.org/officeDocument/2006/relationships/customXml" Target="../ink/ink105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image" Target="../media/image160.png"/><Relationship Id="rId5" Type="http://schemas.openxmlformats.org/officeDocument/2006/relationships/customXml" Target="../ink/ink104.xml"/><Relationship Id="rId10" Type="http://schemas.openxmlformats.org/officeDocument/2006/relationships/image" Target="../media/image155.png"/><Relationship Id="rId4" Type="http://schemas.openxmlformats.org/officeDocument/2006/relationships/image" Target="../media/image161.png"/><Relationship Id="rId9" Type="http://schemas.openxmlformats.org/officeDocument/2006/relationships/image" Target="../media/image1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7.xml"/><Relationship Id="rId3" Type="http://schemas.openxmlformats.org/officeDocument/2006/relationships/image" Target="../media/image168.png"/><Relationship Id="rId7" Type="http://schemas.openxmlformats.org/officeDocument/2006/relationships/image" Target="../media/image174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6.xml"/><Relationship Id="rId5" Type="http://schemas.openxmlformats.org/officeDocument/2006/relationships/image" Target="../media/image170.png"/><Relationship Id="rId10" Type="http://schemas.openxmlformats.org/officeDocument/2006/relationships/image" Target="../media/image171.png"/><Relationship Id="rId4" Type="http://schemas.openxmlformats.org/officeDocument/2006/relationships/image" Target="../media/image169.png"/><Relationship Id="rId9" Type="http://schemas.openxmlformats.org/officeDocument/2006/relationships/image" Target="../media/image17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9.xml"/><Relationship Id="rId13" Type="http://schemas.openxmlformats.org/officeDocument/2006/relationships/image" Target="../media/image184.png"/><Relationship Id="rId3" Type="http://schemas.openxmlformats.org/officeDocument/2006/relationships/image" Target="../media/image173.png"/><Relationship Id="rId7" Type="http://schemas.openxmlformats.org/officeDocument/2006/relationships/image" Target="../media/image181.png"/><Relationship Id="rId12" Type="http://schemas.openxmlformats.org/officeDocument/2006/relationships/customXml" Target="../ink/ink111.xml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8.xml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5" Type="http://schemas.openxmlformats.org/officeDocument/2006/relationships/image" Target="../media/image185.png"/><Relationship Id="rId10" Type="http://schemas.openxmlformats.org/officeDocument/2006/relationships/customXml" Target="../ink/ink110.xml"/><Relationship Id="rId4" Type="http://schemas.openxmlformats.org/officeDocument/2006/relationships/image" Target="../media/image176.png"/><Relationship Id="rId9" Type="http://schemas.openxmlformats.org/officeDocument/2006/relationships/image" Target="../media/image182.png"/><Relationship Id="rId14" Type="http://schemas.openxmlformats.org/officeDocument/2006/relationships/customXml" Target="../ink/ink1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6.png"/><Relationship Id="rId4" Type="http://schemas.openxmlformats.org/officeDocument/2006/relationships/image" Target="../media/image18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4.xml"/><Relationship Id="rId13" Type="http://schemas.openxmlformats.org/officeDocument/2006/relationships/image" Target="../media/image200.png"/><Relationship Id="rId3" Type="http://schemas.openxmlformats.org/officeDocument/2006/relationships/image" Target="../media/image192.png"/><Relationship Id="rId7" Type="http://schemas.openxmlformats.org/officeDocument/2006/relationships/image" Target="../media/image198.png"/><Relationship Id="rId12" Type="http://schemas.openxmlformats.org/officeDocument/2006/relationships/image" Target="../media/image19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3.xml"/><Relationship Id="rId11" Type="http://schemas.openxmlformats.org/officeDocument/2006/relationships/image" Target="../media/image196.png"/><Relationship Id="rId5" Type="http://schemas.openxmlformats.org/officeDocument/2006/relationships/image" Target="../media/image194.png"/><Relationship Id="rId10" Type="http://schemas.openxmlformats.org/officeDocument/2006/relationships/image" Target="../media/image195.png"/><Relationship Id="rId4" Type="http://schemas.openxmlformats.org/officeDocument/2006/relationships/image" Target="../media/image193.png"/><Relationship Id="rId9" Type="http://schemas.openxmlformats.org/officeDocument/2006/relationships/image" Target="../media/image19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7.png"/><Relationship Id="rId4" Type="http://schemas.openxmlformats.org/officeDocument/2006/relationships/image" Target="../media/image21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Bazele</a:t>
            </a:r>
            <a:r>
              <a:rPr lang="en-US" dirty="0"/>
              <a:t> </a:t>
            </a:r>
            <a:r>
              <a:rPr lang="en-US" dirty="0" err="1"/>
              <a:t>inteligenței</a:t>
            </a:r>
            <a:r>
              <a:rPr lang="en-US" dirty="0"/>
              <a:t> </a:t>
            </a:r>
            <a:r>
              <a:rPr lang="en-US" dirty="0" err="1"/>
              <a:t>artificiale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B002F-CA8B-2609-9C7E-E7F898FF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44" y="113015"/>
            <a:ext cx="4758996" cy="64446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E1247A-126A-D5ED-0D80-96CDF7BF64B1}"/>
              </a:ext>
            </a:extLst>
          </p:cNvPr>
          <p:cNvCxnSpPr>
            <a:cxnSpLocks/>
          </p:cNvCxnSpPr>
          <p:nvPr/>
        </p:nvCxnSpPr>
        <p:spPr>
          <a:xfrm flipV="1">
            <a:off x="3683000" y="5511801"/>
            <a:ext cx="3115733" cy="12446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06EACB9-4E76-88BD-479B-ABA628C15568}"/>
              </a:ext>
            </a:extLst>
          </p:cNvPr>
          <p:cNvSpPr txBox="1"/>
          <p:nvPr/>
        </p:nvSpPr>
        <p:spPr>
          <a:xfrm>
            <a:off x="6900333" y="5327135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57F6C7-2A47-01B6-E0B1-5B8F53540720}"/>
                  </a:ext>
                </a:extLst>
              </p14:cNvPr>
              <p14:cNvContentPartPr/>
              <p14:nvPr/>
            </p14:nvContentPartPr>
            <p14:xfrm>
              <a:off x="710307" y="5291000"/>
              <a:ext cx="2822400" cy="46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57F6C7-2A47-01B6-E0B1-5B8F535407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667" y="5273000"/>
                <a:ext cx="2858040" cy="50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3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9867" y="660400"/>
            <a:ext cx="4665134" cy="85143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0850-9648-B248-267C-6CCDCAE18C14}"/>
              </a:ext>
            </a:extLst>
          </p:cNvPr>
          <p:cNvSpPr txBox="1"/>
          <p:nvPr/>
        </p:nvSpPr>
        <p:spPr>
          <a:xfrm>
            <a:off x="1566334" y="2345265"/>
            <a:ext cx="106256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Attention pooling: </a:t>
            </a:r>
            <a:r>
              <a:rPr lang="en-US" sz="3200" dirty="0" err="1"/>
              <a:t>Nadaraya</a:t>
            </a:r>
            <a:r>
              <a:rPr lang="en-US" sz="3200" dirty="0"/>
              <a:t>-Watson kernel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Attention scoring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Bahdanau</a:t>
            </a:r>
            <a:r>
              <a:rPr lang="en-US" sz="3200" dirty="0"/>
              <a:t>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Multi-head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Self-attention and positional encoding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Transformer</a:t>
            </a:r>
          </a:p>
        </p:txBody>
      </p:sp>
    </p:spTree>
    <p:extLst>
      <p:ext uri="{BB962C8B-B14F-4D97-AF65-F5344CB8AC3E}">
        <p14:creationId xmlns:p14="http://schemas.microsoft.com/office/powerpoint/2010/main" val="4904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729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1) </a:t>
            </a:r>
            <a:r>
              <a:rPr lang="en-US" sz="6000" dirty="0"/>
              <a:t>Attention pooling: </a:t>
            </a:r>
            <a:r>
              <a:rPr lang="en-US" sz="6000" dirty="0" err="1"/>
              <a:t>Nadaraya</a:t>
            </a:r>
            <a:r>
              <a:rPr lang="en-US" sz="6000" dirty="0"/>
              <a:t>-Watson kernel 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3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E910-AB44-14FA-6096-114DFD1A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357"/>
            <a:ext cx="12322206" cy="4351338"/>
          </a:xfrm>
        </p:spPr>
        <p:txBody>
          <a:bodyPr/>
          <a:lstStyle/>
          <a:p>
            <a:r>
              <a:rPr lang="en-US" dirty="0"/>
              <a:t>it’s a simple example for demonstrating the power of attention mechanism in ML</a:t>
            </a:r>
          </a:p>
          <a:p>
            <a:endParaRPr lang="en-US" dirty="0"/>
          </a:p>
          <a:p>
            <a:r>
              <a:rPr lang="en-US" b="1" dirty="0">
                <a:highlight>
                  <a:srgbClr val="FFFF00"/>
                </a:highlight>
              </a:rPr>
              <a:t>regression problem: given a dataset of input-output pairs {(</a:t>
            </a:r>
            <a:r>
              <a:rPr lang="en-US" b="1" i="1" dirty="0">
                <a:highlight>
                  <a:srgbClr val="FFFF00"/>
                </a:highlight>
              </a:rPr>
              <a:t>x</a:t>
            </a:r>
            <a:r>
              <a:rPr lang="en-US" b="1" i="1" baseline="-25000" dirty="0">
                <a:highlight>
                  <a:srgbClr val="FFFF00"/>
                </a:highlight>
              </a:rPr>
              <a:t>1</a:t>
            </a:r>
            <a:r>
              <a:rPr lang="en-US" b="1" dirty="0">
                <a:highlight>
                  <a:srgbClr val="FFFF00"/>
                </a:highlight>
              </a:rPr>
              <a:t>, </a:t>
            </a:r>
            <a:r>
              <a:rPr lang="en-US" b="1" i="1" dirty="0">
                <a:highlight>
                  <a:srgbClr val="FFFF00"/>
                </a:highlight>
              </a:rPr>
              <a:t>y</a:t>
            </a:r>
            <a:r>
              <a:rPr lang="en-US" b="1" i="1" baseline="-25000" dirty="0">
                <a:highlight>
                  <a:srgbClr val="FFFF00"/>
                </a:highlight>
              </a:rPr>
              <a:t>1</a:t>
            </a:r>
            <a:r>
              <a:rPr lang="en-US" b="1" dirty="0">
                <a:highlight>
                  <a:srgbClr val="FFFF00"/>
                </a:highlight>
              </a:rPr>
              <a:t>), (</a:t>
            </a:r>
            <a:r>
              <a:rPr lang="en-US" b="1" i="1" dirty="0">
                <a:highlight>
                  <a:srgbClr val="FFFF00"/>
                </a:highlight>
              </a:rPr>
              <a:t>x</a:t>
            </a:r>
            <a:r>
              <a:rPr lang="en-US" b="1" i="1" baseline="-25000" dirty="0">
                <a:highlight>
                  <a:srgbClr val="FFFF00"/>
                </a:highlight>
              </a:rPr>
              <a:t>2</a:t>
            </a:r>
            <a:r>
              <a:rPr lang="en-US" b="1" dirty="0">
                <a:highlight>
                  <a:srgbClr val="FFFF00"/>
                </a:highlight>
              </a:rPr>
              <a:t>, </a:t>
            </a:r>
            <a:r>
              <a:rPr lang="en-US" b="1" i="1" dirty="0">
                <a:highlight>
                  <a:srgbClr val="FFFF00"/>
                </a:highlight>
              </a:rPr>
              <a:t>y</a:t>
            </a:r>
            <a:r>
              <a:rPr lang="en-US" b="1" i="1" baseline="-25000" dirty="0">
                <a:highlight>
                  <a:srgbClr val="FFFF00"/>
                </a:highlight>
              </a:rPr>
              <a:t>2</a:t>
            </a:r>
            <a:r>
              <a:rPr lang="en-US" b="1" dirty="0">
                <a:highlight>
                  <a:srgbClr val="FFFF00"/>
                </a:highlight>
              </a:rPr>
              <a:t>), …, (</a:t>
            </a:r>
            <a:r>
              <a:rPr lang="en-US" b="1" i="1" dirty="0" err="1">
                <a:highlight>
                  <a:srgbClr val="FFFF00"/>
                </a:highlight>
              </a:rPr>
              <a:t>x</a:t>
            </a:r>
            <a:r>
              <a:rPr lang="en-US" b="1" i="1" baseline="-25000" dirty="0" err="1">
                <a:highlight>
                  <a:srgbClr val="FFFF00"/>
                </a:highlight>
              </a:rPr>
              <a:t>n</a:t>
            </a:r>
            <a:r>
              <a:rPr lang="en-US" b="1" dirty="0">
                <a:highlight>
                  <a:srgbClr val="FFFF00"/>
                </a:highlight>
              </a:rPr>
              <a:t>, </a:t>
            </a:r>
            <a:r>
              <a:rPr lang="en-US" b="1" i="1" dirty="0" err="1">
                <a:highlight>
                  <a:srgbClr val="FFFF00"/>
                </a:highlight>
              </a:rPr>
              <a:t>y</a:t>
            </a:r>
            <a:r>
              <a:rPr lang="en-US" b="1" i="1" baseline="-25000" dirty="0" err="1">
                <a:highlight>
                  <a:srgbClr val="FFFF00"/>
                </a:highlight>
              </a:rPr>
              <a:t>n</a:t>
            </a:r>
            <a:r>
              <a:rPr lang="en-US" b="1" dirty="0">
                <a:highlight>
                  <a:srgbClr val="FFFF00"/>
                </a:highlight>
              </a:rPr>
              <a:t>)}, how to learn </a:t>
            </a:r>
            <a:r>
              <a:rPr lang="en-US" b="1" i="1" dirty="0">
                <a:highlight>
                  <a:srgbClr val="FFFF00"/>
                </a:highlight>
              </a:rPr>
              <a:t>f </a:t>
            </a:r>
            <a:r>
              <a:rPr lang="en-US" b="1" dirty="0">
                <a:highlight>
                  <a:srgbClr val="FFFF00"/>
                </a:highlight>
              </a:rPr>
              <a:t>to predict the output </a:t>
            </a:r>
            <a:r>
              <a:rPr lang="en-US" b="1" i="1" dirty="0">
                <a:highlight>
                  <a:srgbClr val="FFFF00"/>
                </a:highlight>
              </a:rPr>
              <a:t>ŷ</a:t>
            </a:r>
            <a:r>
              <a:rPr lang="en-US" b="1" dirty="0">
                <a:highlight>
                  <a:srgbClr val="FFFF00"/>
                </a:highlight>
              </a:rPr>
              <a:t> = </a:t>
            </a:r>
            <a:r>
              <a:rPr lang="en-US" b="1" i="1" dirty="0">
                <a:highlight>
                  <a:srgbClr val="FFFF00"/>
                </a:highlight>
              </a:rPr>
              <a:t>f</a:t>
            </a:r>
            <a:r>
              <a:rPr lang="en-US" b="1" dirty="0">
                <a:highlight>
                  <a:srgbClr val="FFFF00"/>
                </a:highlight>
              </a:rPr>
              <a:t>(</a:t>
            </a:r>
            <a:r>
              <a:rPr lang="en-US" b="1" i="1" dirty="0">
                <a:highlight>
                  <a:srgbClr val="FFFF00"/>
                </a:highlight>
              </a:rPr>
              <a:t>x</a:t>
            </a:r>
            <a:r>
              <a:rPr lang="en-US" b="1" dirty="0">
                <a:highlight>
                  <a:srgbClr val="FFFF00"/>
                </a:highlight>
              </a:rPr>
              <a:t>) for any new input </a:t>
            </a:r>
            <a:r>
              <a:rPr lang="en-US" b="1" i="1" dirty="0">
                <a:highlight>
                  <a:srgbClr val="FFFF00"/>
                </a:highlight>
              </a:rPr>
              <a:t>x</a:t>
            </a:r>
            <a:r>
              <a:rPr lang="en-US" b="1" dirty="0">
                <a:highlight>
                  <a:srgbClr val="FFFF00"/>
                </a:highlight>
              </a:rPr>
              <a:t>?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>
                <a:highlight>
                  <a:srgbClr val="FFFF00"/>
                </a:highlight>
              </a:rPr>
              <a:t>solution</a:t>
            </a:r>
            <a:r>
              <a:rPr lang="en-US" dirty="0"/>
              <a:t>: write </a:t>
            </a:r>
            <a:r>
              <a:rPr lang="en-US" i="1" dirty="0"/>
              <a:t>f</a:t>
            </a:r>
            <a:r>
              <a:rPr lang="en-US" dirty="0"/>
              <a:t> as: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F5C49-7739-3853-20BB-E876CB89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614" y="3243900"/>
            <a:ext cx="4124901" cy="131463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4A91B67-E767-C52A-E439-961B41C8F622}"/>
              </a:ext>
            </a:extLst>
          </p:cNvPr>
          <p:cNvGrpSpPr/>
          <p:nvPr/>
        </p:nvGrpSpPr>
        <p:grpSpPr>
          <a:xfrm>
            <a:off x="3352219" y="4181075"/>
            <a:ext cx="1060200" cy="918360"/>
            <a:chOff x="3352219" y="4181075"/>
            <a:chExt cx="1060200" cy="91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56A50FD-41B7-5ADD-6CA3-2E477C2C1E02}"/>
                    </a:ext>
                  </a:extLst>
                </p14:cNvPr>
                <p14:cNvContentPartPr/>
                <p14:nvPr/>
              </p14:nvContentPartPr>
              <p14:xfrm>
                <a:off x="3363739" y="4181075"/>
                <a:ext cx="1048680" cy="805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56A50FD-41B7-5ADD-6CA3-2E477C2C1E0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346099" y="4163435"/>
                  <a:ext cx="1084320" cy="84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3FCF11-966E-37C8-5147-EEC35B881B47}"/>
                    </a:ext>
                  </a:extLst>
                </p14:cNvPr>
                <p14:cNvContentPartPr/>
                <p14:nvPr/>
              </p14:nvContentPartPr>
              <p14:xfrm>
                <a:off x="3352219" y="4829075"/>
                <a:ext cx="166680" cy="270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3FCF11-966E-37C8-5147-EEC35B881B4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34579" y="4811435"/>
                  <a:ext cx="20232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B5B90D-9975-8F76-B39C-FB17ABF688E0}"/>
              </a:ext>
            </a:extLst>
          </p:cNvPr>
          <p:cNvGrpSpPr/>
          <p:nvPr/>
        </p:nvGrpSpPr>
        <p:grpSpPr>
          <a:xfrm>
            <a:off x="6110179" y="4127795"/>
            <a:ext cx="1308960" cy="1261800"/>
            <a:chOff x="6110179" y="4127795"/>
            <a:chExt cx="1308960" cy="12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383F26-7DD3-E2C9-94C4-E525E5AD5F0F}"/>
                    </a:ext>
                  </a:extLst>
                </p14:cNvPr>
                <p14:cNvContentPartPr/>
                <p14:nvPr/>
              </p14:nvContentPartPr>
              <p14:xfrm>
                <a:off x="6110179" y="4127795"/>
                <a:ext cx="1308960" cy="243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383F26-7DD3-E2C9-94C4-E525E5AD5F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92179" y="4110155"/>
                  <a:ext cx="1344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B99FAED-F300-66E8-ABDF-82F07094B1E8}"/>
                    </a:ext>
                  </a:extLst>
                </p14:cNvPr>
                <p14:cNvContentPartPr/>
                <p14:nvPr/>
              </p14:nvContentPartPr>
              <p14:xfrm>
                <a:off x="7164259" y="4456115"/>
                <a:ext cx="124920" cy="865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B99FAED-F300-66E8-ABDF-82F07094B1E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46259" y="4438475"/>
                  <a:ext cx="16056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4658E7-1979-BE09-E300-930303E1BEE2}"/>
                    </a:ext>
                  </a:extLst>
                </p14:cNvPr>
                <p14:cNvContentPartPr/>
                <p14:nvPr/>
              </p14:nvContentPartPr>
              <p14:xfrm>
                <a:off x="7172899" y="5175395"/>
                <a:ext cx="229320" cy="21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4658E7-1979-BE09-E300-930303E1BE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55259" y="5157395"/>
                  <a:ext cx="264960" cy="249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A1138AF-FAAA-BC73-7793-4C595352094C}"/>
              </a:ext>
            </a:extLst>
          </p:cNvPr>
          <p:cNvSpPr txBox="1"/>
          <p:nvPr/>
        </p:nvSpPr>
        <p:spPr>
          <a:xfrm>
            <a:off x="2827439" y="5034043"/>
            <a:ext cx="1216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query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A4B26-60A1-8F3C-723E-5F1E15686998}"/>
              </a:ext>
            </a:extLst>
          </p:cNvPr>
          <p:cNvSpPr txBox="1"/>
          <p:nvPr/>
        </p:nvSpPr>
        <p:spPr>
          <a:xfrm>
            <a:off x="6794098" y="5338590"/>
            <a:ext cx="1710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attention weight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37A05E5-594C-B65D-7175-35272AD6AF3E}"/>
                  </a:ext>
                </a:extLst>
              </p14:cNvPr>
              <p14:cNvContentPartPr/>
              <p14:nvPr/>
            </p14:nvContentPartPr>
            <p14:xfrm>
              <a:off x="7199899" y="3364595"/>
              <a:ext cx="288000" cy="372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37A05E5-594C-B65D-7175-35272AD6AF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81899" y="3346955"/>
                <a:ext cx="323640" cy="40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AFF330B-A1C8-D839-4004-B760E42543CC}"/>
              </a:ext>
            </a:extLst>
          </p:cNvPr>
          <p:cNvGrpSpPr/>
          <p:nvPr/>
        </p:nvGrpSpPr>
        <p:grpSpPr>
          <a:xfrm>
            <a:off x="7359739" y="3264875"/>
            <a:ext cx="1048680" cy="508680"/>
            <a:chOff x="7359739" y="3264875"/>
            <a:chExt cx="104868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C5AF28-F255-5769-EA76-1AA4D83D6DE6}"/>
                    </a:ext>
                  </a:extLst>
                </p14:cNvPr>
                <p14:cNvContentPartPr/>
                <p14:nvPr/>
              </p14:nvContentPartPr>
              <p14:xfrm>
                <a:off x="7359739" y="3264875"/>
                <a:ext cx="163800" cy="177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C5AF28-F255-5769-EA76-1AA4D83D6D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41739" y="3247235"/>
                  <a:ext cx="199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7A735B-A838-4E62-C2D7-F528228A9B41}"/>
                    </a:ext>
                  </a:extLst>
                </p14:cNvPr>
                <p14:cNvContentPartPr/>
                <p14:nvPr/>
              </p14:nvContentPartPr>
              <p14:xfrm>
                <a:off x="7856539" y="3470075"/>
                <a:ext cx="462600" cy="303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7A735B-A838-4E62-C2D7-F528228A9B4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38899" y="3452075"/>
                  <a:ext cx="4982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26DFFF-0585-9B63-01DF-7213991A22AB}"/>
                    </a:ext>
                  </a:extLst>
                </p14:cNvPr>
                <p14:cNvContentPartPr/>
                <p14:nvPr/>
              </p14:nvContentPartPr>
              <p14:xfrm>
                <a:off x="8184859" y="3397355"/>
                <a:ext cx="223560" cy="136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26DFFF-0585-9B63-01DF-7213991A22A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67219" y="3379715"/>
                  <a:ext cx="259200" cy="171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0CF7B6A-FF15-5795-8E4E-22A066B135B1}"/>
              </a:ext>
            </a:extLst>
          </p:cNvPr>
          <p:cNvSpPr txBox="1"/>
          <p:nvPr/>
        </p:nvSpPr>
        <p:spPr>
          <a:xfrm>
            <a:off x="7042150" y="2764621"/>
            <a:ext cx="1216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key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AFB92F-5D1F-FBE9-718E-5F3540636B2F}"/>
              </a:ext>
            </a:extLst>
          </p:cNvPr>
          <p:cNvSpPr txBox="1"/>
          <p:nvPr/>
        </p:nvSpPr>
        <p:spPr>
          <a:xfrm>
            <a:off x="8273500" y="2919495"/>
            <a:ext cx="1216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22127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3145-5AE1-0E8E-0799-312E0A18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724"/>
            <a:ext cx="10515600" cy="4351338"/>
          </a:xfrm>
        </p:spPr>
        <p:txBody>
          <a:bodyPr/>
          <a:lstStyle/>
          <a:p>
            <a:r>
              <a:rPr lang="en-US" b="1" dirty="0"/>
              <a:t>question</a:t>
            </a:r>
            <a:r>
              <a:rPr lang="en-US" dirty="0"/>
              <a:t>: how do we choose the attention weight      ?</a:t>
            </a:r>
          </a:p>
          <a:p>
            <a:r>
              <a:rPr lang="en-US" b="1" dirty="0"/>
              <a:t>answer</a:t>
            </a:r>
            <a:r>
              <a:rPr lang="en-US" dirty="0"/>
              <a:t>: the sky is the limit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some examples (</a:t>
            </a:r>
            <a:r>
              <a:rPr lang="en-US" b="1" dirty="0" err="1"/>
              <a:t>Nadaraya</a:t>
            </a:r>
            <a:r>
              <a:rPr lang="en-US" b="1" dirty="0"/>
              <a:t>-Watson</a:t>
            </a:r>
            <a:r>
              <a:rPr lang="en-US" dirty="0"/>
              <a:t> attention models):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BE6F6-B8F6-771F-6CA4-A17878875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170" y="147746"/>
            <a:ext cx="279598" cy="305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54BE2C-183A-BD5E-6115-6315B212B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988" y="2227979"/>
            <a:ext cx="6614395" cy="1279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BE61D-0525-B452-D51D-60B5D60F4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101400"/>
            <a:ext cx="6961573" cy="13319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0E7215-EB38-7B27-BAEC-79CE1F8832F9}"/>
              </a:ext>
            </a:extLst>
          </p:cNvPr>
          <p:cNvSpPr txBox="1"/>
          <p:nvPr/>
        </p:nvSpPr>
        <p:spPr>
          <a:xfrm>
            <a:off x="9081856" y="2351254"/>
            <a:ext cx="30361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non-parametric model</a:t>
            </a:r>
            <a:r>
              <a:rPr lang="en-US" sz="2000" dirty="0"/>
              <a:t>: we don’t have any weights or biases to learn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0B0ECD-A783-9FCB-6280-8CC79527DA8B}"/>
              </a:ext>
            </a:extLst>
          </p:cNvPr>
          <p:cNvSpPr txBox="1"/>
          <p:nvPr/>
        </p:nvSpPr>
        <p:spPr>
          <a:xfrm>
            <a:off x="9144000" y="4394669"/>
            <a:ext cx="26011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parametric model</a:t>
            </a:r>
            <a:r>
              <a:rPr lang="en-US" sz="2000" dirty="0"/>
              <a:t>: we have </a:t>
            </a:r>
            <a:r>
              <a:rPr lang="en-US" sz="2000" b="1" dirty="0"/>
              <a:t>w</a:t>
            </a:r>
            <a:r>
              <a:rPr lang="en-US" sz="2000" dirty="0"/>
              <a:t> which is a learnable parameter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50BDD-E4D2-BE40-788D-B283559CA70C}"/>
              </a:ext>
            </a:extLst>
          </p:cNvPr>
          <p:cNvSpPr txBox="1"/>
          <p:nvPr/>
        </p:nvSpPr>
        <p:spPr>
          <a:xfrm>
            <a:off x="941033" y="6176474"/>
            <a:ext cx="10928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Why this formula with </a:t>
            </a:r>
            <a:r>
              <a:rPr lang="en-US" sz="2800" dirty="0" err="1"/>
              <a:t>softmax</a:t>
            </a:r>
            <a:r>
              <a:rPr lang="en-US" sz="2800" dirty="0"/>
              <a:t>? We will explain it in the next slides </a:t>
            </a:r>
            <a:r>
              <a:rPr lang="en-US" sz="2800" dirty="0">
                <a:sym typeface="Wingdings" panose="05000000000000000000" pitchFamily="2" charset="2"/>
              </a:rPr>
              <a:t> </a:t>
            </a:r>
            <a:endParaRPr lang="en-US" sz="2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ABA2D9-3F0C-5584-F2D0-9376191100E3}"/>
              </a:ext>
            </a:extLst>
          </p:cNvPr>
          <p:cNvGrpSpPr/>
          <p:nvPr/>
        </p:nvGrpSpPr>
        <p:grpSpPr>
          <a:xfrm>
            <a:off x="4624819" y="5161355"/>
            <a:ext cx="435600" cy="1097640"/>
            <a:chOff x="4624819" y="5161355"/>
            <a:chExt cx="435600" cy="10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E8DB38-B51F-AC8C-6B24-EA7C18526C5D}"/>
                    </a:ext>
                  </a:extLst>
                </p14:cNvPr>
                <p14:cNvContentPartPr/>
                <p14:nvPr/>
              </p14:nvContentPartPr>
              <p14:xfrm>
                <a:off x="4647139" y="5190875"/>
                <a:ext cx="413280" cy="1068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E8DB38-B51F-AC8C-6B24-EA7C18526C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29139" y="5172875"/>
                  <a:ext cx="44892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3D9D802-5B70-68B0-07FD-D42CF4441147}"/>
                    </a:ext>
                  </a:extLst>
                </p14:cNvPr>
                <p14:cNvContentPartPr/>
                <p14:nvPr/>
              </p14:nvContentPartPr>
              <p14:xfrm>
                <a:off x="4624819" y="5161355"/>
                <a:ext cx="246960" cy="17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3D9D802-5B70-68B0-07FD-D42CF44411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07179" y="5143355"/>
                  <a:ext cx="282600" cy="21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995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8344C-5AE7-924D-ADD8-74263DEB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2145" y="67648"/>
            <a:ext cx="12348840" cy="4351338"/>
          </a:xfrm>
        </p:spPr>
        <p:txBody>
          <a:bodyPr/>
          <a:lstStyle/>
          <a:p>
            <a:r>
              <a:rPr lang="en-US" dirty="0"/>
              <a:t>we generate an artificial dataset according to the following nonlinear function, with the noise term </a:t>
            </a:r>
            <a:r>
              <a:rPr lang="el-GR" dirty="0"/>
              <a:t>ϵ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B73CE-5923-367C-DEBD-06A91CD70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300" y="674380"/>
            <a:ext cx="3622910" cy="692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EF9DAD-F409-D797-113A-EAB04FCF6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058" y="1609151"/>
            <a:ext cx="7279394" cy="181984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01E5B64F-CDD2-EFCF-237B-C64477235CDB}"/>
              </a:ext>
            </a:extLst>
          </p:cNvPr>
          <p:cNvSpPr/>
          <p:nvPr/>
        </p:nvSpPr>
        <p:spPr>
          <a:xfrm>
            <a:off x="9792069" y="2276759"/>
            <a:ext cx="1713391" cy="493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805DA5D-35D9-4274-7AA1-BCD341BC33D6}"/>
              </a:ext>
            </a:extLst>
          </p:cNvPr>
          <p:cNvSpPr/>
          <p:nvPr/>
        </p:nvSpPr>
        <p:spPr>
          <a:xfrm>
            <a:off x="1265362" y="4865058"/>
            <a:ext cx="1713391" cy="4930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C508E2-F1CF-A43F-D77A-9E81CABB9200}"/>
              </a:ext>
            </a:extLst>
          </p:cNvPr>
          <p:cNvSpPr txBox="1"/>
          <p:nvPr/>
        </p:nvSpPr>
        <p:spPr>
          <a:xfrm>
            <a:off x="7792447" y="4498480"/>
            <a:ext cx="4494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generated 50 </a:t>
            </a:r>
            <a:r>
              <a:rPr lang="fr-FR" sz="2400" dirty="0"/>
              <a:t>input-output pairs {(</a:t>
            </a:r>
            <a:r>
              <a:rPr lang="fr-FR" sz="2400" i="1" dirty="0"/>
              <a:t>x</a:t>
            </a:r>
            <a:r>
              <a:rPr lang="fr-FR" sz="2400" i="1" baseline="-25000" dirty="0"/>
              <a:t>1</a:t>
            </a:r>
            <a:r>
              <a:rPr lang="fr-FR" sz="2400" dirty="0"/>
              <a:t>, </a:t>
            </a:r>
            <a:r>
              <a:rPr lang="fr-FR" sz="2400" i="1" dirty="0"/>
              <a:t>y</a:t>
            </a:r>
            <a:r>
              <a:rPr lang="fr-FR" sz="2400" i="1" baseline="-25000" dirty="0"/>
              <a:t>1</a:t>
            </a:r>
            <a:r>
              <a:rPr lang="fr-FR" sz="2400" dirty="0"/>
              <a:t>), (</a:t>
            </a:r>
            <a:r>
              <a:rPr lang="fr-FR" sz="2400" i="1" dirty="0"/>
              <a:t>x</a:t>
            </a:r>
            <a:r>
              <a:rPr lang="fr-FR" sz="2400" i="1" baseline="-25000" dirty="0"/>
              <a:t>2</a:t>
            </a:r>
            <a:r>
              <a:rPr lang="fr-FR" sz="2400" dirty="0"/>
              <a:t>, </a:t>
            </a:r>
            <a:r>
              <a:rPr lang="fr-FR" sz="2400" i="1" dirty="0"/>
              <a:t>y</a:t>
            </a:r>
            <a:r>
              <a:rPr lang="fr-FR" sz="2400" i="1" baseline="-25000" dirty="0"/>
              <a:t>2</a:t>
            </a:r>
            <a:r>
              <a:rPr lang="fr-FR" sz="2400" dirty="0"/>
              <a:t>), …, (</a:t>
            </a:r>
            <a:r>
              <a:rPr lang="fr-FR" sz="2400" i="1" dirty="0"/>
              <a:t>x</a:t>
            </a:r>
            <a:r>
              <a:rPr lang="fr-FR" sz="2400" i="1" baseline="-25000" dirty="0"/>
              <a:t>50</a:t>
            </a:r>
            <a:r>
              <a:rPr lang="fr-FR" sz="2400" dirty="0"/>
              <a:t>, </a:t>
            </a:r>
            <a:r>
              <a:rPr lang="fr-FR" sz="2400" i="1" dirty="0"/>
              <a:t>y</a:t>
            </a:r>
            <a:r>
              <a:rPr lang="fr-FR" sz="2400" i="1" baseline="-25000" dirty="0"/>
              <a:t>50</a:t>
            </a:r>
            <a:r>
              <a:rPr lang="fr-FR" sz="2400" dirty="0"/>
              <a:t>)}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1FE927-C3D9-C790-F9F1-B986CE908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26" y="3709040"/>
            <a:ext cx="704948" cy="1905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D9326F-0649-7BD5-8AB8-8B09E642B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812" y="3538364"/>
            <a:ext cx="4240398" cy="32519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59FC11-7A83-4695-BE12-22581FDF7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371" y="3670989"/>
            <a:ext cx="523948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42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E17055-BC0A-BED1-6000-53A4070F880E}"/>
              </a:ext>
            </a:extLst>
          </p:cNvPr>
          <p:cNvSpPr txBox="1"/>
          <p:nvPr/>
        </p:nvSpPr>
        <p:spPr>
          <a:xfrm>
            <a:off x="187911" y="79899"/>
            <a:ext cx="11816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goal: we want to learn to estimate the blue line: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2E179-1F37-9534-81CC-B583662F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893" y="3282490"/>
            <a:ext cx="1742570" cy="7928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F44F5C-95D0-CC00-545F-09DDBC8A0AC4}"/>
              </a:ext>
            </a:extLst>
          </p:cNvPr>
          <p:cNvSpPr txBox="1"/>
          <p:nvPr/>
        </p:nvSpPr>
        <p:spPr>
          <a:xfrm>
            <a:off x="170157" y="3323631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(stupid) solution: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08D4EF0-5B5E-5A3B-56CB-BF520886D60C}"/>
                  </a:ext>
                </a:extLst>
              </p14:cNvPr>
              <p14:cNvContentPartPr/>
              <p14:nvPr/>
            </p14:nvContentPartPr>
            <p14:xfrm>
              <a:off x="7040059" y="5220035"/>
              <a:ext cx="180000" cy="123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08D4EF0-5B5E-5A3B-56CB-BF520886D6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2059" y="5202035"/>
                <a:ext cx="215640" cy="15948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DD730A3-5232-F96E-93D6-874780FD4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195" y="4784765"/>
            <a:ext cx="1746211" cy="16419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83598FB-E3E0-C051-F434-50E21BE03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1915" y="512276"/>
            <a:ext cx="3352172" cy="25213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38C4AD2-E845-BA74-DBA3-4F2952AF71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915" y="4290077"/>
            <a:ext cx="3352172" cy="25321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275530E-58A6-D0D1-AA55-6BA76FF4D94C}"/>
                  </a:ext>
                </a:extLst>
              </p14:cNvPr>
              <p14:cNvContentPartPr/>
              <p14:nvPr/>
            </p14:nvContentPartPr>
            <p14:xfrm>
              <a:off x="6764299" y="3684275"/>
              <a:ext cx="996480" cy="1540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275530E-58A6-D0D1-AA55-6BA76FF4D9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46659" y="3666275"/>
                <a:ext cx="1032120" cy="15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21113C0-B2D5-078B-4BA5-3C1991F8F6E3}"/>
                  </a:ext>
                </a:extLst>
              </p14:cNvPr>
              <p14:cNvContentPartPr/>
              <p14:nvPr/>
            </p14:nvContentPartPr>
            <p14:xfrm>
              <a:off x="7101979" y="5158115"/>
              <a:ext cx="173160" cy="97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21113C0-B2D5-078B-4BA5-3C1991F8F6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84339" y="5140115"/>
                <a:ext cx="208800" cy="1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119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BCA5A-7B54-688F-1A16-C85A125B74BE}"/>
              </a:ext>
            </a:extLst>
          </p:cNvPr>
          <p:cNvSpPr txBox="1"/>
          <p:nvPr/>
        </p:nvSpPr>
        <p:spPr>
          <a:xfrm>
            <a:off x="188651" y="139368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(smart) solution: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E645D8-82E1-02E0-A703-F9291AA69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090" y="139368"/>
            <a:ext cx="4076971" cy="8293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46207E-C14C-E914-FA32-D63B92B31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569" y="1394668"/>
            <a:ext cx="5622956" cy="42392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5918760-D05E-E082-8443-CBCA29CF7859}"/>
                  </a:ext>
                </a:extLst>
              </p14:cNvPr>
              <p14:cNvContentPartPr/>
              <p14:nvPr/>
            </p14:nvContentPartPr>
            <p14:xfrm>
              <a:off x="7397179" y="603395"/>
              <a:ext cx="1375560" cy="2772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5918760-D05E-E082-8443-CBCA29CF78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9179" y="585395"/>
                <a:ext cx="1411200" cy="28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C7CB2DF-B13B-C0B8-7941-A6073DE5C029}"/>
                  </a:ext>
                </a:extLst>
              </p14:cNvPr>
              <p14:cNvContentPartPr/>
              <p14:nvPr/>
            </p14:nvContentPartPr>
            <p14:xfrm>
              <a:off x="7359379" y="3249035"/>
              <a:ext cx="142560" cy="155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C7CB2DF-B13B-C0B8-7941-A6073DE5C0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1379" y="3231395"/>
                <a:ext cx="178200" cy="1908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BA9EFE38-B944-1545-A59C-2B98FCC09F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5947" y="2600056"/>
            <a:ext cx="1791542" cy="176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7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9AC4AC-372F-A432-EE5F-F7B085E2CE1D}"/>
              </a:ext>
            </a:extLst>
          </p:cNvPr>
          <p:cNvSpPr txBox="1"/>
          <p:nvPr/>
        </p:nvSpPr>
        <p:spPr>
          <a:xfrm>
            <a:off x="188651" y="139368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(genius) solution: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3E7C3-70F0-6BD2-F0DC-C8DCBF3B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210" y="136719"/>
            <a:ext cx="4182059" cy="7525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F9164E-3956-2820-C50C-7B554AC4AD0F}"/>
              </a:ext>
            </a:extLst>
          </p:cNvPr>
          <p:cNvSpPr txBox="1"/>
          <p:nvPr/>
        </p:nvSpPr>
        <p:spPr>
          <a:xfrm>
            <a:off x="7910004" y="312954"/>
            <a:ext cx="4182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need to train this model to find </a:t>
            </a:r>
            <a:r>
              <a:rPr lang="en-US" sz="2000" b="1" i="1" dirty="0"/>
              <a:t>w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2CE1FEC-A946-1BD0-97F8-1C74585CBBCB}"/>
              </a:ext>
            </a:extLst>
          </p:cNvPr>
          <p:cNvSpPr/>
          <p:nvPr/>
        </p:nvSpPr>
        <p:spPr>
          <a:xfrm>
            <a:off x="5335480" y="1083076"/>
            <a:ext cx="470516" cy="20241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55B5F-A7A2-AAF2-2D39-0BDAC635F19D}"/>
              </a:ext>
            </a:extLst>
          </p:cNvPr>
          <p:cNvSpPr txBox="1"/>
          <p:nvPr/>
        </p:nvSpPr>
        <p:spPr>
          <a:xfrm>
            <a:off x="5805996" y="1544767"/>
            <a:ext cx="1734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 and finding the best </a:t>
            </a:r>
            <a:r>
              <a:rPr lang="en-US" b="1" i="1" dirty="0"/>
              <a:t>w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3F46A2-DFDA-9F7C-0CFE-7B9426325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662" y="3214374"/>
            <a:ext cx="4828151" cy="36436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CC88CF-B2F1-CF53-E20C-12CD96148A99}"/>
              </a:ext>
            </a:extLst>
          </p:cNvPr>
          <p:cNvSpPr txBox="1"/>
          <p:nvPr/>
        </p:nvSpPr>
        <p:spPr>
          <a:xfrm>
            <a:off x="8265788" y="1544767"/>
            <a:ext cx="3826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 have the </a:t>
            </a:r>
            <a:r>
              <a:rPr lang="en-US" b="1" i="1" dirty="0" err="1">
                <a:solidFill>
                  <a:srgbClr val="FF0000"/>
                </a:solidFill>
              </a:rPr>
              <a:t>NWKernelRergession</a:t>
            </a:r>
            <a:r>
              <a:rPr lang="en-US" b="1" dirty="0">
                <a:solidFill>
                  <a:srgbClr val="FF0000"/>
                </a:solidFill>
              </a:rPr>
              <a:t> class and the training loop already done in lab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748DA99-9A8A-5D7D-545B-B40C40975DF3}"/>
                  </a:ext>
                </a:extLst>
              </p14:cNvPr>
              <p14:cNvContentPartPr/>
              <p14:nvPr/>
            </p14:nvContentPartPr>
            <p14:xfrm>
              <a:off x="7581499" y="1996235"/>
              <a:ext cx="447120" cy="10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748DA99-9A8A-5D7D-545B-B40C40975D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63499" y="1978235"/>
                <a:ext cx="4827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56135A4-44ED-B594-56FA-FC16B787FF02}"/>
                  </a:ext>
                </a:extLst>
              </p14:cNvPr>
              <p14:cNvContentPartPr/>
              <p14:nvPr/>
            </p14:nvContentPartPr>
            <p14:xfrm>
              <a:off x="7940419" y="1917395"/>
              <a:ext cx="142920" cy="153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56135A4-44ED-B594-56FA-FC16B787FF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22779" y="1899755"/>
                <a:ext cx="178560" cy="1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321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7C90B-77CF-A29D-27CE-6E9DD828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910" y="252667"/>
            <a:ext cx="2887575" cy="6352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500BE8-7F3B-EF24-551B-098D885FF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796" y="855265"/>
            <a:ext cx="1742570" cy="792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F32C3-F6EC-0A64-602E-552AE06CA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131" y="252667"/>
            <a:ext cx="2645113" cy="1998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EB1B2-34C2-A07D-DA98-40FFB53F3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3131" y="2332883"/>
            <a:ext cx="2645113" cy="1994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B0890-0B50-A4D3-1DAC-1EC96C4113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887" y="2970878"/>
            <a:ext cx="3530389" cy="7181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BD71F2-C100-95FF-0942-863FCD1C21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9" y="5062335"/>
            <a:ext cx="4004506" cy="720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89ED60-07D7-3489-56DA-D6F718C401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3131" y="4561565"/>
            <a:ext cx="2708186" cy="20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66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933" y="1350962"/>
            <a:ext cx="10888134" cy="2387600"/>
          </a:xfrm>
        </p:spPr>
        <p:txBody>
          <a:bodyPr>
            <a:normAutofit/>
          </a:bodyPr>
          <a:lstStyle/>
          <a:p>
            <a:r>
              <a:rPr lang="en-US" dirty="0"/>
              <a:t>2) </a:t>
            </a:r>
            <a:r>
              <a:rPr lang="en-US" sz="6000" dirty="0"/>
              <a:t>Attention scoring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6EB5EE-2EBB-B120-0D91-84BD751B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04" y="0"/>
            <a:ext cx="4507336" cy="2490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4F910-50BC-0791-2549-3B6A1AFD42CB}"/>
              </a:ext>
            </a:extLst>
          </p:cNvPr>
          <p:cNvSpPr txBox="1"/>
          <p:nvPr/>
        </p:nvSpPr>
        <p:spPr>
          <a:xfrm>
            <a:off x="121920" y="508775"/>
            <a:ext cx="385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remember this?</a:t>
            </a:r>
          </a:p>
          <a:p>
            <a:r>
              <a:rPr lang="en-US" sz="2800" dirty="0"/>
              <a:t>       (slide 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533D51-BB97-AC56-AA6C-FE188777E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189" y="54335"/>
            <a:ext cx="1114581" cy="400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8B8012-7E91-0223-0268-CC89114C7185}"/>
              </a:ext>
            </a:extLst>
          </p:cNvPr>
          <p:cNvSpPr txBox="1"/>
          <p:nvPr/>
        </p:nvSpPr>
        <p:spPr>
          <a:xfrm>
            <a:off x="121920" y="2743014"/>
            <a:ext cx="767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let's write it more mathematically: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8F932C-6293-03FD-706E-000E891F9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859" y="3520966"/>
            <a:ext cx="7590180" cy="1063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A8FFFD-2441-ABCD-8061-A3312D218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781" y="4349864"/>
            <a:ext cx="1011117" cy="3620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78BB93-EDB6-0821-F8B0-4EC3BC2DC1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0781" y="4732039"/>
            <a:ext cx="1000104" cy="3291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8B2067-2990-50D0-5A6F-4EB6786595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7859" y="5106907"/>
            <a:ext cx="1045948" cy="3260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C2AEFD-0254-DEF9-B4C3-B84FC1D3B8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1247" y="4711953"/>
            <a:ext cx="2529176" cy="1880874"/>
          </a:xfrm>
          <a:prstGeom prst="rect">
            <a:avLst/>
          </a:prstGeom>
        </p:spPr>
      </p:pic>
      <p:sp>
        <p:nvSpPr>
          <p:cNvPr id="22" name="Left Brace 21">
            <a:extLst>
              <a:ext uri="{FF2B5EF4-FFF2-40B4-BE49-F238E27FC236}">
                <a16:creationId xmlns:a16="http://schemas.microsoft.com/office/drawing/2014/main" id="{ED878BD0-0744-EDED-7067-83A0BC20C6D7}"/>
              </a:ext>
            </a:extLst>
          </p:cNvPr>
          <p:cNvSpPr/>
          <p:nvPr/>
        </p:nvSpPr>
        <p:spPr>
          <a:xfrm>
            <a:off x="2386147" y="3881138"/>
            <a:ext cx="221711" cy="22047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A9B4281-A83F-35FC-FB8F-569EFB3A59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947" y="3414710"/>
            <a:ext cx="38105" cy="285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7D74EDC-A579-5F5B-7365-DB57ECA558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6926" y="5478637"/>
            <a:ext cx="966854" cy="3737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EFAF3CC-2822-6B6B-FB83-871AC4426751}"/>
              </a:ext>
            </a:extLst>
          </p:cNvPr>
          <p:cNvSpPr txBox="1"/>
          <p:nvPr/>
        </p:nvSpPr>
        <p:spPr>
          <a:xfrm>
            <a:off x="3573780" y="5493917"/>
            <a:ext cx="3619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 a scalar ( a number </a:t>
            </a:r>
            <a:r>
              <a:rPr lang="en-US" sz="2000" dirty="0">
                <a:sym typeface="Wingdings" panose="05000000000000000000" pitchFamily="2" charset="2"/>
              </a:rPr>
              <a:t> 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92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3645FA-9E85-58CC-EE93-032C9839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98" y="0"/>
            <a:ext cx="8094137" cy="1626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F2FFF4-A9B3-A9AF-E5F8-F8DB2E4A1A2D}"/>
              </a:ext>
            </a:extLst>
          </p:cNvPr>
          <p:cNvSpPr txBox="1"/>
          <p:nvPr/>
        </p:nvSpPr>
        <p:spPr>
          <a:xfrm>
            <a:off x="1420428" y="1395595"/>
            <a:ext cx="3160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scoring function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A96CA3E-4349-2C71-5E61-284612DBB074}"/>
                  </a:ext>
                </a:extLst>
              </p14:cNvPr>
              <p14:cNvContentPartPr/>
              <p14:nvPr/>
            </p14:nvContentPartPr>
            <p14:xfrm>
              <a:off x="3035419" y="967715"/>
              <a:ext cx="409320" cy="457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A96CA3E-4349-2C71-5E61-284612DBB0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7419" y="949715"/>
                <a:ext cx="44496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4190CC-4C55-E708-EC87-9751C5951A42}"/>
                  </a:ext>
                </a:extLst>
              </p14:cNvPr>
              <p14:cNvContentPartPr/>
              <p14:nvPr/>
            </p14:nvContentPartPr>
            <p14:xfrm>
              <a:off x="3017059" y="1304675"/>
              <a:ext cx="177480" cy="129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4190CC-4C55-E708-EC87-9751C5951A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99059" y="1287035"/>
                <a:ext cx="213120" cy="165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BD5B41E-3083-5B04-0529-50D7C82B14E2}"/>
              </a:ext>
            </a:extLst>
          </p:cNvPr>
          <p:cNvSpPr txBox="1"/>
          <p:nvPr/>
        </p:nvSpPr>
        <p:spPr>
          <a:xfrm>
            <a:off x="0" y="2300789"/>
            <a:ext cx="9703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scoring functions: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4076FB-C22D-5AC3-DA97-D5BBF6AF6F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9934" y="3252855"/>
            <a:ext cx="6670742" cy="6558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492815-0A87-EC22-5A24-9A1D41CA75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9934" y="4214446"/>
            <a:ext cx="2272683" cy="10554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BFCCFE1-A5E0-ED67-5A69-99D96800F677}"/>
              </a:ext>
            </a:extLst>
          </p:cNvPr>
          <p:cNvSpPr txBox="1"/>
          <p:nvPr/>
        </p:nvSpPr>
        <p:spPr>
          <a:xfrm>
            <a:off x="5335480" y="4511337"/>
            <a:ext cx="4616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 - scaled-dot product attention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B81009-5964-D2F3-C372-E2715992091F}"/>
              </a:ext>
            </a:extLst>
          </p:cNvPr>
          <p:cNvSpPr txBox="1"/>
          <p:nvPr/>
        </p:nvSpPr>
        <p:spPr>
          <a:xfrm>
            <a:off x="9405065" y="3349950"/>
            <a:ext cx="4616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 - additive attention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27DD993-89E2-ABC0-800E-725F0AC60E56}"/>
                  </a:ext>
                </a:extLst>
              </p14:cNvPr>
              <p14:cNvContentPartPr/>
              <p14:nvPr/>
            </p14:nvContentPartPr>
            <p14:xfrm>
              <a:off x="4409856" y="3447216"/>
              <a:ext cx="731160" cy="459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27DD993-89E2-ABC0-800E-725F0AC60E5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56216" y="3339216"/>
                <a:ext cx="838800" cy="67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41AF94D-B1F6-15A2-0B33-C5F330626B88}"/>
                  </a:ext>
                </a:extLst>
              </p14:cNvPr>
              <p14:cNvContentPartPr/>
              <p14:nvPr/>
            </p14:nvContentPartPr>
            <p14:xfrm>
              <a:off x="4471416" y="3773016"/>
              <a:ext cx="231120" cy="40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41AF94D-B1F6-15A2-0B33-C5F330626B8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17416" y="3665016"/>
                <a:ext cx="3387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E2F704F-1681-65C0-0A2B-946A98EE4060}"/>
                  </a:ext>
                </a:extLst>
              </p14:cNvPr>
              <p14:cNvContentPartPr/>
              <p14:nvPr/>
            </p14:nvContentPartPr>
            <p14:xfrm>
              <a:off x="6208776" y="3538296"/>
              <a:ext cx="38952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E2F704F-1681-65C0-0A2B-946A98EE40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55136" y="3430656"/>
                <a:ext cx="497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6907170-70BE-06BF-1F01-4F5BF735E3D0}"/>
                  </a:ext>
                </a:extLst>
              </p14:cNvPr>
              <p14:cNvContentPartPr/>
              <p14:nvPr/>
            </p14:nvContentPartPr>
            <p14:xfrm>
              <a:off x="6154056" y="3584376"/>
              <a:ext cx="507960" cy="9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6907170-70BE-06BF-1F01-4F5BF735E3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100056" y="3476376"/>
                <a:ext cx="6156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1CFCC42-5D4E-6814-E813-F3A5B9C61C37}"/>
                  </a:ext>
                </a:extLst>
              </p14:cNvPr>
              <p14:cNvContentPartPr/>
              <p14:nvPr/>
            </p14:nvContentPartPr>
            <p14:xfrm>
              <a:off x="6195096" y="3464136"/>
              <a:ext cx="485640" cy="266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1CFCC42-5D4E-6814-E813-F3A5B9C61C3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41456" y="3356496"/>
                <a:ext cx="59328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1B0CC0C-A48F-C3F8-9F7C-6136726C4974}"/>
                  </a:ext>
                </a:extLst>
              </p14:cNvPr>
              <p14:cNvContentPartPr/>
              <p14:nvPr/>
            </p14:nvContentPartPr>
            <p14:xfrm>
              <a:off x="6139656" y="3538296"/>
              <a:ext cx="516600" cy="275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1B0CC0C-A48F-C3F8-9F7C-6136726C497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85656" y="3430656"/>
                <a:ext cx="62424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5E82198-E415-BA08-B102-63017D47A830}"/>
                  </a:ext>
                </a:extLst>
              </p14:cNvPr>
              <p14:cNvContentPartPr/>
              <p14:nvPr/>
            </p14:nvContentPartPr>
            <p14:xfrm>
              <a:off x="7514856" y="3437856"/>
              <a:ext cx="563040" cy="4194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5E82198-E415-BA08-B102-63017D47A83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60856" y="3329856"/>
                <a:ext cx="670680" cy="63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04C0BDC-5F35-2A36-6A18-ED1653CE698B}"/>
              </a:ext>
            </a:extLst>
          </p:cNvPr>
          <p:cNvGrpSpPr/>
          <p:nvPr/>
        </p:nvGrpSpPr>
        <p:grpSpPr>
          <a:xfrm>
            <a:off x="4955976" y="2832696"/>
            <a:ext cx="1697976" cy="550800"/>
            <a:chOff x="4955976" y="2832696"/>
            <a:chExt cx="1697976" cy="55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0A4B0A-A1FF-A6AA-E3A3-7F37735D0742}"/>
                    </a:ext>
                  </a:extLst>
                </p14:cNvPr>
                <p14:cNvContentPartPr/>
                <p14:nvPr/>
              </p14:nvContentPartPr>
              <p14:xfrm>
                <a:off x="4955976" y="2901816"/>
                <a:ext cx="1400040" cy="445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00A4B0A-A1FF-A6AA-E3A3-7F37735D07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38336" y="2883816"/>
                  <a:ext cx="143568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A9F3AA-45A4-F9C4-6513-3E6466C90DE9}"/>
                    </a:ext>
                  </a:extLst>
                </p14:cNvPr>
                <p14:cNvContentPartPr/>
                <p14:nvPr/>
              </p14:nvContentPartPr>
              <p14:xfrm>
                <a:off x="6190056" y="2832696"/>
                <a:ext cx="263160" cy="194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A9F3AA-45A4-F9C4-6513-3E6466C90D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72416" y="2814696"/>
                  <a:ext cx="298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8EDA01D-A94A-16E6-1960-5FEE86D0AAC0}"/>
                    </a:ext>
                  </a:extLst>
                </p14:cNvPr>
                <p14:cNvContentPartPr/>
                <p14:nvPr/>
              </p14:nvContentPartPr>
              <p14:xfrm>
                <a:off x="6582456" y="2981736"/>
                <a:ext cx="19800" cy="401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8EDA01D-A94A-16E6-1960-5FEE86D0AAC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64456" y="2964096"/>
                  <a:ext cx="55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166F162-DBD3-7C86-A5A1-8FD4E34ACE06}"/>
                    </a:ext>
                  </a:extLst>
                </p14:cNvPr>
                <p14:cNvContentPartPr/>
                <p14:nvPr/>
              </p14:nvContentPartPr>
              <p14:xfrm>
                <a:off x="6510312" y="2933784"/>
                <a:ext cx="143640" cy="144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166F162-DBD3-7C86-A5A1-8FD4E34ACE0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92312" y="2915784"/>
                  <a:ext cx="1792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EC1DDBB-55FD-AEB7-DE39-C3821E6EE472}"/>
              </a:ext>
            </a:extLst>
          </p:cNvPr>
          <p:cNvGrpSpPr/>
          <p:nvPr/>
        </p:nvGrpSpPr>
        <p:grpSpPr>
          <a:xfrm>
            <a:off x="6959232" y="2826144"/>
            <a:ext cx="532800" cy="459720"/>
            <a:chOff x="6959232" y="2826144"/>
            <a:chExt cx="532800" cy="45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5D7E34F-772F-538C-AC52-ECFE32E8FBB6}"/>
                    </a:ext>
                  </a:extLst>
                </p14:cNvPr>
                <p14:cNvContentPartPr/>
                <p14:nvPr/>
              </p14:nvContentPartPr>
              <p14:xfrm>
                <a:off x="7024752" y="2890584"/>
                <a:ext cx="467280" cy="395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5D7E34F-772F-538C-AC52-ECFE32E8FB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06752" y="2872584"/>
                  <a:ext cx="5029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809CA6-3B95-0B55-56EC-AC8901296CF2}"/>
                    </a:ext>
                  </a:extLst>
                </p14:cNvPr>
                <p14:cNvContentPartPr/>
                <p14:nvPr/>
              </p14:nvContentPartPr>
              <p14:xfrm>
                <a:off x="6959232" y="2826144"/>
                <a:ext cx="153720" cy="149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809CA6-3B95-0B55-56EC-AC8901296C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41592" y="2808504"/>
                  <a:ext cx="189360" cy="184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06A0E60-982A-E4F3-F517-6AD20C042E0C}"/>
              </a:ext>
            </a:extLst>
          </p:cNvPr>
          <p:cNvSpPr txBox="1"/>
          <p:nvPr/>
        </p:nvSpPr>
        <p:spPr>
          <a:xfrm>
            <a:off x="5793816" y="2468567"/>
            <a:ext cx="214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learnable weights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26ADB30-4118-38CE-FBCA-B54FC5CF239D}"/>
                  </a:ext>
                </a:extLst>
              </p14:cNvPr>
              <p14:cNvContentPartPr/>
              <p14:nvPr/>
            </p14:nvContentPartPr>
            <p14:xfrm>
              <a:off x="4805720" y="5252680"/>
              <a:ext cx="848880" cy="478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26ADB30-4118-38CE-FBCA-B54FC5CF239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88080" y="5234680"/>
                <a:ext cx="88452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796DDB0-AC47-D358-43D8-6B9C60187E02}"/>
                  </a:ext>
                </a:extLst>
              </p14:cNvPr>
              <p14:cNvContentPartPr/>
              <p14:nvPr/>
            </p14:nvContentPartPr>
            <p14:xfrm>
              <a:off x="5489360" y="5638600"/>
              <a:ext cx="213840" cy="189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796DDB0-AC47-D358-43D8-6B9C60187E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471360" y="5620600"/>
                <a:ext cx="249480" cy="225000"/>
              </a:xfrm>
              <a:prstGeom prst="rect">
                <a:avLst/>
              </a:prstGeom>
            </p:spPr>
          </p:pic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B6216767-591A-F783-1281-574EB7892485}"/>
              </a:ext>
            </a:extLst>
          </p:cNvPr>
          <p:cNvSpPr txBox="1"/>
          <p:nvPr/>
        </p:nvSpPr>
        <p:spPr>
          <a:xfrm>
            <a:off x="5690497" y="5438372"/>
            <a:ext cx="1361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len</a:t>
            </a:r>
            <a:r>
              <a:rPr lang="en-US" sz="3200" dirty="0"/>
              <a:t>(q)</a:t>
            </a:r>
          </a:p>
        </p:txBody>
      </p:sp>
      <p:sp>
        <p:nvSpPr>
          <p:cNvPr id="55" name="Left Brace 54">
            <a:extLst>
              <a:ext uri="{FF2B5EF4-FFF2-40B4-BE49-F238E27FC236}">
                <a16:creationId xmlns:a16="http://schemas.microsoft.com/office/drawing/2014/main" id="{469F6BD1-575F-C78B-B077-DA104A0C4BF2}"/>
              </a:ext>
            </a:extLst>
          </p:cNvPr>
          <p:cNvSpPr/>
          <p:nvPr/>
        </p:nvSpPr>
        <p:spPr>
          <a:xfrm>
            <a:off x="2468188" y="3437856"/>
            <a:ext cx="177357" cy="1523266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80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473600DF-F49D-6F1B-1DF1-152A5827C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40" y="1212427"/>
            <a:ext cx="6075680" cy="4708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4D731F-C490-B53C-5B5D-E78AF9469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38" y="1938719"/>
            <a:ext cx="5596022" cy="2980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A98BF8-170A-4B87-C7DE-64A97B0FF221}"/>
              </a:ext>
            </a:extLst>
          </p:cNvPr>
          <p:cNvSpPr txBox="1"/>
          <p:nvPr/>
        </p:nvSpPr>
        <p:spPr>
          <a:xfrm>
            <a:off x="264160" y="101600"/>
            <a:ext cx="1168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have the classes for implementing these scoring functions in lab but we will explain them later with an example: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65400F-CFE2-F797-B2A7-6D42198A5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07" y="4919281"/>
            <a:ext cx="2272683" cy="1055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5FDCA7-205A-DECF-5468-C359B6F20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" y="6077799"/>
            <a:ext cx="5862320" cy="57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96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1308629"/>
            <a:ext cx="9144000" cy="2387600"/>
          </a:xfrm>
        </p:spPr>
        <p:txBody>
          <a:bodyPr/>
          <a:lstStyle/>
          <a:p>
            <a:r>
              <a:rPr lang="en-US" dirty="0"/>
              <a:t>3) </a:t>
            </a:r>
            <a:r>
              <a:rPr lang="en-US" sz="6000" dirty="0" err="1"/>
              <a:t>Bahdanau</a:t>
            </a:r>
            <a:r>
              <a:rPr lang="en-US" sz="6000" dirty="0"/>
              <a:t>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755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467E9-DC74-387C-C782-FFF9FD3B6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952" y="0"/>
            <a:ext cx="6487430" cy="9145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3F2341-E42A-F698-4B4F-5E06DF66773A}"/>
              </a:ext>
            </a:extLst>
          </p:cNvPr>
          <p:cNvSpPr txBox="1"/>
          <p:nvPr/>
        </p:nvSpPr>
        <p:spPr>
          <a:xfrm>
            <a:off x="681930" y="16224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“Cum vi se pare </a:t>
            </a:r>
            <a:r>
              <a:rPr lang="en-US" sz="2000" dirty="0" err="1"/>
              <a:t>laboratorul</a:t>
            </a:r>
            <a:r>
              <a:rPr lang="en-US" sz="2000" dirty="0"/>
              <a:t> de BIA?”</a:t>
            </a:r>
          </a:p>
          <a:p>
            <a:r>
              <a:rPr lang="en-US" sz="2000" dirty="0"/>
              <a:t>	(</a:t>
            </a:r>
            <a:r>
              <a:rPr lang="en-US" sz="2000" b="1" dirty="0">
                <a:highlight>
                  <a:srgbClr val="FFFF00"/>
                </a:highlight>
              </a:rPr>
              <a:t>variable length</a:t>
            </a:r>
            <a:r>
              <a:rPr lang="en-US" sz="20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EFD74-E37D-8CD7-E5A1-3E30B839BB1D}"/>
              </a:ext>
            </a:extLst>
          </p:cNvPr>
          <p:cNvSpPr txBox="1"/>
          <p:nvPr/>
        </p:nvSpPr>
        <p:spPr>
          <a:xfrm>
            <a:off x="8192105" y="1579880"/>
            <a:ext cx="3625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“How do you like the BIA lab?”</a:t>
            </a:r>
          </a:p>
          <a:p>
            <a:r>
              <a:rPr lang="en-US" sz="2000" dirty="0"/>
              <a:t>          (</a:t>
            </a:r>
            <a:r>
              <a:rPr lang="en-US" sz="2000" b="1" dirty="0">
                <a:highlight>
                  <a:srgbClr val="FFFF00"/>
                </a:highlight>
              </a:rPr>
              <a:t>variable length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57EE030-99CD-4E41-EDD3-C62305BF236B}"/>
                  </a:ext>
                </a:extLst>
              </p14:cNvPr>
              <p14:cNvContentPartPr/>
              <p14:nvPr/>
            </p14:nvContentPartPr>
            <p14:xfrm>
              <a:off x="3148693" y="777680"/>
              <a:ext cx="363960" cy="847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57EE030-99CD-4E41-EDD3-C62305BF23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1053" y="760040"/>
                <a:ext cx="399600" cy="8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29812C5-27C3-8F0C-3F60-E826C0EE9C70}"/>
                  </a:ext>
                </a:extLst>
              </p14:cNvPr>
              <p14:cNvContentPartPr/>
              <p14:nvPr/>
            </p14:nvContentPartPr>
            <p14:xfrm>
              <a:off x="3361093" y="760040"/>
              <a:ext cx="191520" cy="167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29812C5-27C3-8F0C-3F60-E826C0EE9C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43093" y="742400"/>
                <a:ext cx="227160" cy="20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950B191-FECD-DF46-8443-6EC0F914CF07}"/>
              </a:ext>
            </a:extLst>
          </p:cNvPr>
          <p:cNvGrpSpPr/>
          <p:nvPr/>
        </p:nvGrpSpPr>
        <p:grpSpPr>
          <a:xfrm>
            <a:off x="9067453" y="795680"/>
            <a:ext cx="409680" cy="804240"/>
            <a:chOff x="9067453" y="795680"/>
            <a:chExt cx="409680" cy="80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AF80EB-F84E-F306-7127-67C39455567D}"/>
                    </a:ext>
                  </a:extLst>
                </p14:cNvPr>
                <p14:cNvContentPartPr/>
                <p14:nvPr/>
              </p14:nvContentPartPr>
              <p14:xfrm>
                <a:off x="9067453" y="795680"/>
                <a:ext cx="391680" cy="804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AF80EB-F84E-F306-7127-67C3945556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049813" y="778040"/>
                  <a:ext cx="42732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C1196A-D379-E4B7-9CB0-13E20000C3EB}"/>
                    </a:ext>
                  </a:extLst>
                </p14:cNvPr>
                <p14:cNvContentPartPr/>
                <p14:nvPr/>
              </p14:nvContentPartPr>
              <p14:xfrm>
                <a:off x="9363733" y="1465280"/>
                <a:ext cx="113400" cy="132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C1196A-D379-E4B7-9CB0-13E20000C3E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46093" y="1447640"/>
                  <a:ext cx="149040" cy="168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072DF79-5FFA-8CF8-54A9-4A28D2F89F33}"/>
              </a:ext>
            </a:extLst>
          </p:cNvPr>
          <p:cNvSpPr txBox="1"/>
          <p:nvPr/>
        </p:nvSpPr>
        <p:spPr>
          <a:xfrm>
            <a:off x="5582904" y="843740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(</a:t>
            </a:r>
            <a:r>
              <a:rPr lang="en-US" b="1" dirty="0">
                <a:highlight>
                  <a:srgbClr val="FFFF00"/>
                </a:highlight>
              </a:rPr>
              <a:t>fixed </a:t>
            </a:r>
            <a:r>
              <a:rPr lang="en-US" sz="1800" b="1" dirty="0">
                <a:highlight>
                  <a:srgbClr val="FFFF00"/>
                </a:highlight>
              </a:rPr>
              <a:t>length</a:t>
            </a:r>
            <a:r>
              <a:rPr lang="en-US" sz="1800" dirty="0"/>
              <a:t>)</a:t>
            </a: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76A6E8-A7DA-FB97-3258-EBFB1E6D8D0F}"/>
              </a:ext>
            </a:extLst>
          </p:cNvPr>
          <p:cNvGrpSpPr/>
          <p:nvPr/>
        </p:nvGrpSpPr>
        <p:grpSpPr>
          <a:xfrm>
            <a:off x="5028973" y="956600"/>
            <a:ext cx="2481120" cy="1194480"/>
            <a:chOff x="5028973" y="956600"/>
            <a:chExt cx="2481120" cy="11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C3DE72-F1B0-DF01-6083-277C6D2DA291}"/>
                    </a:ext>
                  </a:extLst>
                </p14:cNvPr>
                <p14:cNvContentPartPr/>
                <p14:nvPr/>
              </p14:nvContentPartPr>
              <p14:xfrm>
                <a:off x="5028973" y="956600"/>
                <a:ext cx="1124640" cy="114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C3DE72-F1B0-DF01-6083-277C6D2DA29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10973" y="938600"/>
                  <a:ext cx="1160280" cy="11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F98615-17F5-90A2-7200-01B11CB20094}"/>
                    </a:ext>
                  </a:extLst>
                </p14:cNvPr>
                <p14:cNvContentPartPr/>
                <p14:nvPr/>
              </p14:nvContentPartPr>
              <p14:xfrm>
                <a:off x="6681013" y="990440"/>
                <a:ext cx="829080" cy="1109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F98615-17F5-90A2-7200-01B11CB2009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63013" y="972800"/>
                  <a:ext cx="864720" cy="11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9B6D25-5DCA-ED10-BEF2-465847AA2511}"/>
                    </a:ext>
                  </a:extLst>
                </p14:cNvPr>
                <p14:cNvContentPartPr/>
                <p14:nvPr/>
              </p14:nvContentPartPr>
              <p14:xfrm>
                <a:off x="5994133" y="1993040"/>
                <a:ext cx="232560" cy="14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9B6D25-5DCA-ED10-BEF2-465847AA25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76133" y="1975400"/>
                  <a:ext cx="268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10EA1B-43E3-4BA8-D877-45E64FD251BE}"/>
                    </a:ext>
                  </a:extLst>
                </p14:cNvPr>
                <p14:cNvContentPartPr/>
                <p14:nvPr/>
              </p14:nvContentPartPr>
              <p14:xfrm>
                <a:off x="6660853" y="1921760"/>
                <a:ext cx="146160" cy="229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10EA1B-43E3-4BA8-D877-45E64FD251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43213" y="1903760"/>
                  <a:ext cx="181800" cy="264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3CBB786-652D-1263-40CE-63BBFCE6C31E}"/>
              </a:ext>
            </a:extLst>
          </p:cNvPr>
          <p:cNvSpPr txBox="1"/>
          <p:nvPr/>
        </p:nvSpPr>
        <p:spPr>
          <a:xfrm>
            <a:off x="6110413" y="2122964"/>
            <a:ext cx="939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RNNs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7FB6FBA8-CE8D-9926-EE2C-0ED783B4FF55}"/>
              </a:ext>
            </a:extLst>
          </p:cNvPr>
          <p:cNvSpPr/>
          <p:nvPr/>
        </p:nvSpPr>
        <p:spPr>
          <a:xfrm rot="5400000">
            <a:off x="6049675" y="-2526994"/>
            <a:ext cx="400110" cy="11135601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636EF-DDC3-7E5C-20C4-A6D9C51A05DA}"/>
              </a:ext>
            </a:extLst>
          </p:cNvPr>
          <p:cNvSpPr txBox="1"/>
          <p:nvPr/>
        </p:nvSpPr>
        <p:spPr>
          <a:xfrm>
            <a:off x="640563" y="3379403"/>
            <a:ext cx="112183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Remember this from the previous lab? We used 2 RNNs as encoder-decoder model to translate from one language to other (see next 2 slides):</a:t>
            </a:r>
          </a:p>
        </p:txBody>
      </p:sp>
    </p:spTree>
    <p:extLst>
      <p:ext uri="{BB962C8B-B14F-4D97-AF65-F5344CB8AC3E}">
        <p14:creationId xmlns:p14="http://schemas.microsoft.com/office/powerpoint/2010/main" val="3145175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B71F-F89C-DA3A-C694-4652FB0D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01560"/>
            <a:ext cx="10515600" cy="1325563"/>
          </a:xfrm>
        </p:spPr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B3D82-6937-EE25-955D-23DB6EE0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30" y="513109"/>
            <a:ext cx="11700934" cy="4351338"/>
          </a:xfrm>
        </p:spPr>
        <p:txBody>
          <a:bodyPr/>
          <a:lstStyle/>
          <a:p>
            <a:r>
              <a:rPr lang="en-US" dirty="0"/>
              <a:t>2 RNNs: one for encoder and one for decoder: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0FF6082-4E2A-0D1D-3898-C5C134906B10}"/>
              </a:ext>
            </a:extLst>
          </p:cNvPr>
          <p:cNvSpPr/>
          <p:nvPr/>
        </p:nvSpPr>
        <p:spPr>
          <a:xfrm>
            <a:off x="5814393" y="18132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A572F-A6A3-8060-D4BD-1867CEF72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27" y="1388713"/>
            <a:ext cx="5487166" cy="1333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6CE688-52A6-35E1-E6C4-EE9DEECE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616" y="966819"/>
            <a:ext cx="4031063" cy="2696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AB46D7F-7187-F2A3-46F8-B15372392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0" y="4511891"/>
            <a:ext cx="5515745" cy="1914792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B4B99732-3E32-042A-21A5-A2F8D0FD90C4}"/>
              </a:ext>
            </a:extLst>
          </p:cNvPr>
          <p:cNvSpPr/>
          <p:nvPr/>
        </p:nvSpPr>
        <p:spPr>
          <a:xfrm>
            <a:off x="5760445" y="50758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30D4E2-AF99-2F4F-ABF9-AD52DA59D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448" y="3745305"/>
            <a:ext cx="4031062" cy="314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64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D1AB1C-ABE5-95C6-47A0-A483357C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5" y="452932"/>
            <a:ext cx="4801270" cy="2010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5FA0E4-6B5A-C73B-4977-DFF84A20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25" y="3590112"/>
            <a:ext cx="9503476" cy="804901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4E2D252-3576-6B04-AF93-B5707ED2DB78}"/>
              </a:ext>
            </a:extLst>
          </p:cNvPr>
          <p:cNvGrpSpPr/>
          <p:nvPr/>
        </p:nvGrpSpPr>
        <p:grpSpPr>
          <a:xfrm>
            <a:off x="5455720" y="2883520"/>
            <a:ext cx="2489760" cy="662400"/>
            <a:chOff x="5455720" y="2883520"/>
            <a:chExt cx="2489760" cy="66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0B6C75-3020-44F1-2DCD-C8B0E6688957}"/>
                    </a:ext>
                  </a:extLst>
                </p14:cNvPr>
                <p14:cNvContentPartPr/>
                <p14:nvPr/>
              </p14:nvContentPartPr>
              <p14:xfrm>
                <a:off x="5455720" y="2980360"/>
                <a:ext cx="921960" cy="49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0B6C75-3020-44F1-2DCD-C8B0E668895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38080" y="2962360"/>
                  <a:ext cx="95760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27C1A4-31AC-A8A1-99DF-96D4A77D179E}"/>
                    </a:ext>
                  </a:extLst>
                </p14:cNvPr>
                <p14:cNvContentPartPr/>
                <p14:nvPr/>
              </p14:nvContentPartPr>
              <p14:xfrm>
                <a:off x="6177160" y="2935360"/>
                <a:ext cx="266400" cy="266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27C1A4-31AC-A8A1-99DF-96D4A77D179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59520" y="2917360"/>
                  <a:ext cx="3020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BB6148-19CE-EDE1-4C07-50706FA2E453}"/>
                    </a:ext>
                  </a:extLst>
                </p14:cNvPr>
                <p14:cNvContentPartPr/>
                <p14:nvPr/>
              </p14:nvContentPartPr>
              <p14:xfrm>
                <a:off x="6706360" y="3030040"/>
                <a:ext cx="81000" cy="475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BB6148-19CE-EDE1-4C07-50706FA2E4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88360" y="3012040"/>
                  <a:ext cx="1166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38FC21-7A3F-9EFB-3728-BC5027D66A92}"/>
                    </a:ext>
                  </a:extLst>
                </p14:cNvPr>
                <p14:cNvContentPartPr/>
                <p14:nvPr/>
              </p14:nvContentPartPr>
              <p14:xfrm>
                <a:off x="6613840" y="2955880"/>
                <a:ext cx="170280" cy="183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938FC21-7A3F-9EFB-3728-BC5027D66A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96200" y="2938240"/>
                  <a:ext cx="205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EBD77F-7767-E46F-ECF0-AB18B869E109}"/>
                    </a:ext>
                  </a:extLst>
                </p14:cNvPr>
                <p14:cNvContentPartPr/>
                <p14:nvPr/>
              </p14:nvContentPartPr>
              <p14:xfrm>
                <a:off x="7066720" y="2910880"/>
                <a:ext cx="878760" cy="635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EBD77F-7767-E46F-ECF0-AB18B869E1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49080" y="2893240"/>
                  <a:ext cx="91440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3F18DBF-78F3-222E-F00A-92450088C99F}"/>
                    </a:ext>
                  </a:extLst>
                </p14:cNvPr>
                <p14:cNvContentPartPr/>
                <p14:nvPr/>
              </p14:nvContentPartPr>
              <p14:xfrm>
                <a:off x="7058440" y="2883520"/>
                <a:ext cx="184680" cy="205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3F18DBF-78F3-222E-F00A-92450088C9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40800" y="2865880"/>
                  <a:ext cx="220320" cy="240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4370590-39DD-6B2E-9951-1370F9AD4351}"/>
              </a:ext>
            </a:extLst>
          </p:cNvPr>
          <p:cNvSpPr txBox="1"/>
          <p:nvPr/>
        </p:nvSpPr>
        <p:spPr>
          <a:xfrm>
            <a:off x="5319120" y="2416319"/>
            <a:ext cx="525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specified in the problem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C0CDB3-657F-3A7B-E049-29780AB95532}"/>
              </a:ext>
            </a:extLst>
          </p:cNvPr>
          <p:cNvGrpSpPr/>
          <p:nvPr/>
        </p:nvGrpSpPr>
        <p:grpSpPr>
          <a:xfrm>
            <a:off x="7566040" y="2815480"/>
            <a:ext cx="1476720" cy="720360"/>
            <a:chOff x="7566040" y="2815480"/>
            <a:chExt cx="1476720" cy="7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4F8DC36-050B-A945-E573-CB78DC614724}"/>
                    </a:ext>
                  </a:extLst>
                </p14:cNvPr>
                <p14:cNvContentPartPr/>
                <p14:nvPr/>
              </p14:nvContentPartPr>
              <p14:xfrm>
                <a:off x="7566040" y="2849320"/>
                <a:ext cx="1476720" cy="686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4F8DC36-050B-A945-E573-CB78DC6147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48400" y="2831680"/>
                  <a:ext cx="151236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9D1455-1CE0-C44B-E1F0-FA64B3BE78A5}"/>
                    </a:ext>
                  </a:extLst>
                </p14:cNvPr>
                <p14:cNvContentPartPr/>
                <p14:nvPr/>
              </p14:nvContentPartPr>
              <p14:xfrm>
                <a:off x="7571800" y="2815480"/>
                <a:ext cx="191880" cy="181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9D1455-1CE0-C44B-E1F0-FA64B3BE78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54160" y="2797840"/>
                  <a:ext cx="22752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24D3B1-C98F-BF0D-3EB5-3F373642D5DC}"/>
              </a:ext>
            </a:extLst>
          </p:cNvPr>
          <p:cNvGrpSpPr/>
          <p:nvPr/>
        </p:nvGrpSpPr>
        <p:grpSpPr>
          <a:xfrm>
            <a:off x="457120" y="4480480"/>
            <a:ext cx="894600" cy="775080"/>
            <a:chOff x="457120" y="4480480"/>
            <a:chExt cx="89460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4CF2C3-9E1C-EDFA-4D09-EF972075A2A5}"/>
                    </a:ext>
                  </a:extLst>
                </p14:cNvPr>
                <p14:cNvContentPartPr/>
                <p14:nvPr/>
              </p14:nvContentPartPr>
              <p14:xfrm>
                <a:off x="457120" y="4480480"/>
                <a:ext cx="823680" cy="684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4CF2C3-9E1C-EDFA-4D09-EF972075A2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9120" y="4462480"/>
                  <a:ext cx="85932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8D6DE22-9018-7D5A-18F9-D167D525F767}"/>
                    </a:ext>
                  </a:extLst>
                </p14:cNvPr>
                <p14:cNvContentPartPr/>
                <p14:nvPr/>
              </p14:nvContentPartPr>
              <p14:xfrm>
                <a:off x="1126360" y="4998880"/>
                <a:ext cx="225360" cy="256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8D6DE22-9018-7D5A-18F9-D167D525F7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8720" y="4980880"/>
                  <a:ext cx="261000" cy="29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C8830DE-6F54-7450-1D31-E2077B2F5B88}"/>
              </a:ext>
            </a:extLst>
          </p:cNvPr>
          <p:cNvSpPr txBox="1"/>
          <p:nvPr/>
        </p:nvSpPr>
        <p:spPr>
          <a:xfrm>
            <a:off x="1387400" y="4998880"/>
            <a:ext cx="6376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this is the model used for training in lab 10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we needed to use 5 classes to obtain it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738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1FDF-43E1-6FCC-B7DB-F865D5742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18745"/>
            <a:ext cx="11871960" cy="4351338"/>
          </a:xfrm>
        </p:spPr>
        <p:txBody>
          <a:bodyPr/>
          <a:lstStyle/>
          <a:p>
            <a:r>
              <a:rPr lang="en-US" dirty="0"/>
              <a:t>what is different now? </a:t>
            </a:r>
          </a:p>
          <a:p>
            <a:endParaRPr lang="en-US" dirty="0"/>
          </a:p>
          <a:p>
            <a:r>
              <a:rPr lang="en-US" dirty="0"/>
              <a:t>we use </a:t>
            </a:r>
            <a:r>
              <a:rPr lang="en-US" b="1" dirty="0" err="1">
                <a:highlight>
                  <a:srgbClr val="FFFF00"/>
                </a:highlight>
              </a:rPr>
              <a:t>Bahdanau</a:t>
            </a:r>
            <a:r>
              <a:rPr lang="en-US" b="1" dirty="0">
                <a:highlight>
                  <a:srgbClr val="FFFF00"/>
                </a:highlight>
              </a:rPr>
              <a:t> attention</a:t>
            </a:r>
            <a:r>
              <a:rPr lang="en-US" b="1" dirty="0"/>
              <a:t> </a:t>
            </a:r>
            <a:r>
              <a:rPr lang="en-US" dirty="0"/>
              <a:t>to redefine the decoder 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83D2E-DCF0-11F1-D39F-A5119E8FA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66" y="2294414"/>
            <a:ext cx="5487166" cy="1333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0A1E5E-F342-7DC5-B38A-EB8E30B73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56" y="1773294"/>
            <a:ext cx="4031063" cy="269678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8B9936A-BC7E-9655-0AE7-579B52DF70FC}"/>
              </a:ext>
            </a:extLst>
          </p:cNvPr>
          <p:cNvSpPr/>
          <p:nvPr/>
        </p:nvSpPr>
        <p:spPr>
          <a:xfrm>
            <a:off x="6048040" y="27987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107F5A-7132-D8A6-3D4B-C50475D03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562691"/>
            <a:ext cx="5515745" cy="1914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7DFDAD-9C9E-A369-BB2D-FD3CC8103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960" y="4744719"/>
            <a:ext cx="4849841" cy="176942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4A0884B-32C6-D97C-18B0-5691B33194D8}"/>
              </a:ext>
            </a:extLst>
          </p:cNvPr>
          <p:cNvSpPr/>
          <p:nvPr/>
        </p:nvSpPr>
        <p:spPr>
          <a:xfrm>
            <a:off x="5763400" y="523121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11E30B-0880-09C7-11FD-90B9A33AA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744" y="0"/>
            <a:ext cx="775223" cy="7462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1580A0-0711-6975-80FD-1642519E7E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0201" y="842847"/>
            <a:ext cx="1069972" cy="8945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8366B3-084E-D0E4-E2BE-0B8163280C6F}"/>
              </a:ext>
            </a:extLst>
          </p:cNvPr>
          <p:cNvSpPr txBox="1"/>
          <p:nvPr/>
        </p:nvSpPr>
        <p:spPr>
          <a:xfrm>
            <a:off x="1964449" y="3562179"/>
            <a:ext cx="249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same as in lab 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40515-DDB2-1682-AD63-A4106197014B}"/>
              </a:ext>
            </a:extLst>
          </p:cNvPr>
          <p:cNvSpPr txBox="1"/>
          <p:nvPr/>
        </p:nvSpPr>
        <p:spPr>
          <a:xfrm>
            <a:off x="1964448" y="6461086"/>
            <a:ext cx="249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same as in lab 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14BFD1-32E2-EB81-F0A5-836194BAB6C1}"/>
              </a:ext>
            </a:extLst>
          </p:cNvPr>
          <p:cNvSpPr txBox="1"/>
          <p:nvPr/>
        </p:nvSpPr>
        <p:spPr>
          <a:xfrm>
            <a:off x="8424665" y="4375387"/>
            <a:ext cx="249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same as in lab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CA7319-8E5A-44AA-6D76-6538403C60C2}"/>
              </a:ext>
            </a:extLst>
          </p:cNvPr>
          <p:cNvSpPr txBox="1"/>
          <p:nvPr/>
        </p:nvSpPr>
        <p:spPr>
          <a:xfrm>
            <a:off x="8780201" y="6470250"/>
            <a:ext cx="249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new !</a:t>
            </a:r>
          </a:p>
        </p:txBody>
      </p:sp>
    </p:spTree>
    <p:extLst>
      <p:ext uri="{BB962C8B-B14F-4D97-AF65-F5344CB8AC3E}">
        <p14:creationId xmlns:p14="http://schemas.microsoft.com/office/powerpoint/2010/main" val="2934365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A6285-03CF-41CC-52C6-A1E514FD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22" y="472440"/>
            <a:ext cx="4032023" cy="5913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1A327A-5C0E-12E2-371E-2A0852296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525" y="472440"/>
            <a:ext cx="4801270" cy="2010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12662C-CB1D-42A3-0C5A-FE0A57C6D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167" y="3541351"/>
            <a:ext cx="7620553" cy="6045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809F39-2627-277B-3C5D-EE8D11143751}"/>
              </a:ext>
            </a:extLst>
          </p:cNvPr>
          <p:cNvSpPr txBox="1"/>
          <p:nvPr/>
        </p:nvSpPr>
        <p:spPr>
          <a:xfrm>
            <a:off x="5207560" y="4399440"/>
            <a:ext cx="4789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this is the model used for training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we need to use 6 classes to obtain it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83CA09-11D8-70CE-0337-1562693F86C7}"/>
              </a:ext>
            </a:extLst>
          </p:cNvPr>
          <p:cNvGrpSpPr/>
          <p:nvPr/>
        </p:nvGrpSpPr>
        <p:grpSpPr>
          <a:xfrm>
            <a:off x="4673240" y="4175560"/>
            <a:ext cx="539640" cy="508680"/>
            <a:chOff x="4673240" y="4175560"/>
            <a:chExt cx="53964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914747E-F8C4-BD59-4D1D-033999858106}"/>
                    </a:ext>
                  </a:extLst>
                </p14:cNvPr>
                <p14:cNvContentPartPr/>
                <p14:nvPr/>
              </p14:nvContentPartPr>
              <p14:xfrm>
                <a:off x="4673240" y="4175560"/>
                <a:ext cx="468360" cy="464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914747E-F8C4-BD59-4D1D-0339998581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55600" y="4157560"/>
                  <a:ext cx="50400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DE1065-E908-414B-A935-AD772D1D0E90}"/>
                    </a:ext>
                  </a:extLst>
                </p14:cNvPr>
                <p14:cNvContentPartPr/>
                <p14:nvPr/>
              </p14:nvContentPartPr>
              <p14:xfrm>
                <a:off x="5041160" y="4592080"/>
                <a:ext cx="171720" cy="9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DE1065-E908-414B-A935-AD772D1D0E9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3520" y="4574080"/>
                  <a:ext cx="207360" cy="127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F18A66D-B63A-13AC-D7B5-B70440EDCECF}"/>
              </a:ext>
            </a:extLst>
          </p:cNvPr>
          <p:cNvSpPr txBox="1"/>
          <p:nvPr/>
        </p:nvSpPr>
        <p:spPr>
          <a:xfrm>
            <a:off x="1505641" y="6339840"/>
            <a:ext cx="249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this is new 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AD0B11-CAFD-E235-5360-B66E22C03837}"/>
              </a:ext>
            </a:extLst>
          </p:cNvPr>
          <p:cNvSpPr txBox="1"/>
          <p:nvPr/>
        </p:nvSpPr>
        <p:spPr>
          <a:xfrm>
            <a:off x="6096000" y="2437765"/>
            <a:ext cx="249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same as in lab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D499EA-5254-5898-7E9C-46084D6503A1}"/>
              </a:ext>
            </a:extLst>
          </p:cNvPr>
          <p:cNvSpPr txBox="1"/>
          <p:nvPr/>
        </p:nvSpPr>
        <p:spPr>
          <a:xfrm>
            <a:off x="7036935" y="2790080"/>
            <a:ext cx="525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these are specified in the problem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C72152-E633-4DD3-BBA9-D1BCA6B5A1E1}"/>
              </a:ext>
            </a:extLst>
          </p:cNvPr>
          <p:cNvGrpSpPr/>
          <p:nvPr/>
        </p:nvGrpSpPr>
        <p:grpSpPr>
          <a:xfrm>
            <a:off x="8092440" y="3261540"/>
            <a:ext cx="95040" cy="236160"/>
            <a:chOff x="8092440" y="3261540"/>
            <a:chExt cx="950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7ADA34-AE87-B307-EFB0-C5F02BA03A5C}"/>
                    </a:ext>
                  </a:extLst>
                </p14:cNvPr>
                <p14:cNvContentPartPr/>
                <p14:nvPr/>
              </p14:nvContentPartPr>
              <p14:xfrm>
                <a:off x="8138160" y="3314820"/>
                <a:ext cx="360" cy="182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7ADA34-AE87-B307-EFB0-C5F02BA03A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20160" y="3297180"/>
                  <a:ext cx="36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72F26B-FDBC-73F1-DA87-44534A0BDEB7}"/>
                    </a:ext>
                  </a:extLst>
                </p14:cNvPr>
                <p14:cNvContentPartPr/>
                <p14:nvPr/>
              </p14:nvContentPartPr>
              <p14:xfrm>
                <a:off x="8092440" y="333714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72F26B-FDBC-73F1-DA87-44534A0BDEB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74440" y="331950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42E7485-1581-29F3-54A5-43DAA3F6BA07}"/>
                    </a:ext>
                  </a:extLst>
                </p14:cNvPr>
                <p14:cNvContentPartPr/>
                <p14:nvPr/>
              </p14:nvContentPartPr>
              <p14:xfrm>
                <a:off x="8092440" y="3261540"/>
                <a:ext cx="95040" cy="76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2E7485-1581-29F3-54A5-43DAA3F6BA0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74440" y="3243540"/>
                  <a:ext cx="130680" cy="11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A2F7B59-B01E-E3C4-464F-E934FEE4656F}"/>
                  </a:ext>
                </a:extLst>
              </p14:cNvPr>
              <p14:cNvContentPartPr/>
              <p14:nvPr/>
            </p14:nvContentPartPr>
            <p14:xfrm>
              <a:off x="9098280" y="3247140"/>
              <a:ext cx="360" cy="273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A2F7B59-B01E-E3C4-464F-E934FEE4656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80280" y="3229140"/>
                <a:ext cx="3600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BF8C1F3-960E-A2FE-BD70-2E0FF1B08AF2}"/>
                  </a:ext>
                </a:extLst>
              </p14:cNvPr>
              <p14:cNvContentPartPr/>
              <p14:nvPr/>
            </p14:nvContentPartPr>
            <p14:xfrm>
              <a:off x="9032320" y="3219320"/>
              <a:ext cx="138960" cy="62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BF8C1F3-960E-A2FE-BD70-2E0FF1B08A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14320" y="3201320"/>
                <a:ext cx="17460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52F82913-D127-3E1F-469C-A833C3636F9E}"/>
              </a:ext>
            </a:extLst>
          </p:cNvPr>
          <p:cNvGrpSpPr/>
          <p:nvPr/>
        </p:nvGrpSpPr>
        <p:grpSpPr>
          <a:xfrm>
            <a:off x="10012600" y="3221120"/>
            <a:ext cx="145080" cy="289440"/>
            <a:chOff x="10012600" y="3221120"/>
            <a:chExt cx="14508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88E2A4-C877-AE81-747E-CC472BFBE493}"/>
                    </a:ext>
                  </a:extLst>
                </p14:cNvPr>
                <p14:cNvContentPartPr/>
                <p14:nvPr/>
              </p14:nvContentPartPr>
              <p14:xfrm>
                <a:off x="10083520" y="3264680"/>
                <a:ext cx="360" cy="245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88E2A4-C877-AE81-747E-CC472BFBE49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65880" y="3246680"/>
                  <a:ext cx="36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16275E-95A2-55CA-0168-E29BBC3517AF}"/>
                    </a:ext>
                  </a:extLst>
                </p14:cNvPr>
                <p14:cNvContentPartPr/>
                <p14:nvPr/>
              </p14:nvContentPartPr>
              <p14:xfrm>
                <a:off x="10012600" y="3221120"/>
                <a:ext cx="145080" cy="106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16275E-95A2-55CA-0168-E29BBC3517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94600" y="3203120"/>
                  <a:ext cx="18072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7531C26-BC4F-6017-6C23-8E821B78D391}"/>
                  </a:ext>
                </a:extLst>
              </p14:cNvPr>
              <p14:cNvContentPartPr/>
              <p14:nvPr/>
            </p14:nvContentPartPr>
            <p14:xfrm>
              <a:off x="10907560" y="3256760"/>
              <a:ext cx="29880" cy="26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7531C26-BC4F-6017-6C23-8E821B78D39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889560" y="3238760"/>
                <a:ext cx="6552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06966E3-DFAD-565D-446E-CE9948F26800}"/>
                  </a:ext>
                </a:extLst>
              </p14:cNvPr>
              <p14:cNvContentPartPr/>
              <p14:nvPr/>
            </p14:nvContentPartPr>
            <p14:xfrm>
              <a:off x="10865800" y="3233720"/>
              <a:ext cx="95760" cy="129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06966E3-DFAD-565D-446E-CE9948F2680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847800" y="3216080"/>
                <a:ext cx="13140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3112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C853-0817-8443-A346-4F7E3116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450" y="2103437"/>
            <a:ext cx="10515600" cy="1325563"/>
          </a:xfrm>
        </p:spPr>
        <p:txBody>
          <a:bodyPr>
            <a:noAutofit/>
          </a:bodyPr>
          <a:lstStyle/>
          <a:p>
            <a:r>
              <a:rPr lang="en-US" sz="5000" dirty="0"/>
              <a:t>Now, before we start the Transformer part, let’s see some good tutorials…</a:t>
            </a:r>
          </a:p>
        </p:txBody>
      </p:sp>
    </p:spTree>
    <p:extLst>
      <p:ext uri="{BB962C8B-B14F-4D97-AF65-F5344CB8AC3E}">
        <p14:creationId xmlns:p14="http://schemas.microsoft.com/office/powerpoint/2010/main" val="2451187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DABE-6ECC-6433-692A-C1CB47FD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354607"/>
            <a:ext cx="10515600" cy="1325563"/>
          </a:xfrm>
        </p:spPr>
        <p:txBody>
          <a:bodyPr/>
          <a:lstStyle/>
          <a:p>
            <a:r>
              <a:rPr lang="en-US" dirty="0"/>
              <a:t>Part 1</a:t>
            </a:r>
          </a:p>
        </p:txBody>
      </p:sp>
      <p:pic>
        <p:nvPicPr>
          <p:cNvPr id="4" name="Online Media 3" title="Visual Guide to Transformer Neural Networks - (Episode 1) Position Embeddings">
            <a:hlinkClick r:id="" action="ppaction://media"/>
            <a:extLst>
              <a:ext uri="{FF2B5EF4-FFF2-40B4-BE49-F238E27FC236}">
                <a16:creationId xmlns:a16="http://schemas.microsoft.com/office/drawing/2014/main" id="{97A02E2B-2E4A-9D1C-C2BF-982FD6E6C34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86665" y="665825"/>
            <a:ext cx="10618669" cy="5995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069BF6-7052-ACCF-7363-451E70EF9370}"/>
              </a:ext>
            </a:extLst>
          </p:cNvPr>
          <p:cNvSpPr txBox="1"/>
          <p:nvPr/>
        </p:nvSpPr>
        <p:spPr>
          <a:xfrm>
            <a:off x="1392767" y="104032"/>
            <a:ext cx="6256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https://www.youtube.com/watch?v=dichIcUZfOw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30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Visual Guide to Transformer Neural Networks - (Episode 2) Multi-Head &amp; Self-Attention">
            <a:hlinkClick r:id="" action="ppaction://media"/>
            <a:extLst>
              <a:ext uri="{FF2B5EF4-FFF2-40B4-BE49-F238E27FC236}">
                <a16:creationId xmlns:a16="http://schemas.microsoft.com/office/drawing/2014/main" id="{F2E796E7-3C4D-2391-5797-352353A927E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88249" y="736847"/>
            <a:ext cx="10393949" cy="58681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E69063E-632E-90D6-D5CB-5718AC1879F4}"/>
              </a:ext>
            </a:extLst>
          </p:cNvPr>
          <p:cNvSpPr txBox="1">
            <a:spLocks/>
          </p:cNvSpPr>
          <p:nvPr/>
        </p:nvSpPr>
        <p:spPr>
          <a:xfrm>
            <a:off x="-76200" y="-3546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Part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24746E-E930-BF7C-0316-671605B3933A}"/>
              </a:ext>
            </a:extLst>
          </p:cNvPr>
          <p:cNvSpPr txBox="1"/>
          <p:nvPr/>
        </p:nvSpPr>
        <p:spPr>
          <a:xfrm>
            <a:off x="1475500" y="123508"/>
            <a:ext cx="6256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https://www.youtube.com/watch?v=mMa2PmYJlCo&amp;t=14s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61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Visual Guide to Transformer Neural Networks - (Episode 3) Decoder’s Masked Attention">
            <a:hlinkClick r:id="" action="ppaction://media"/>
            <a:extLst>
              <a:ext uri="{FF2B5EF4-FFF2-40B4-BE49-F238E27FC236}">
                <a16:creationId xmlns:a16="http://schemas.microsoft.com/office/drawing/2014/main" id="{9BC3169D-9751-DAA8-76F1-24510CF2930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8729" y="692458"/>
            <a:ext cx="10763465" cy="60767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2941A1E-9C24-7661-FD49-6E1F50D74A05}"/>
              </a:ext>
            </a:extLst>
          </p:cNvPr>
          <p:cNvSpPr txBox="1">
            <a:spLocks/>
          </p:cNvSpPr>
          <p:nvPr/>
        </p:nvSpPr>
        <p:spPr>
          <a:xfrm>
            <a:off x="-76200" y="-3546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Part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CCF80-9CDE-1D06-983F-C280C207E2F7}"/>
              </a:ext>
            </a:extLst>
          </p:cNvPr>
          <p:cNvSpPr txBox="1"/>
          <p:nvPr/>
        </p:nvSpPr>
        <p:spPr>
          <a:xfrm>
            <a:off x="1435100" y="88784"/>
            <a:ext cx="6256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https://www.youtube.com/watch?v=gJ9kaJsE78k&amp;t=172s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362"/>
            <a:ext cx="9144000" cy="2387600"/>
          </a:xfrm>
        </p:spPr>
        <p:txBody>
          <a:bodyPr/>
          <a:lstStyle/>
          <a:p>
            <a:r>
              <a:rPr lang="en-US" dirty="0"/>
              <a:t>4) </a:t>
            </a:r>
            <a:r>
              <a:rPr lang="en-US" sz="6000" dirty="0"/>
              <a:t>Multi-head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27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520063-80F5-3FA6-77DF-C2A73E0ED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8973"/>
            <a:ext cx="5894773" cy="3054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8A21ED-7B1D-61B8-7447-1EEC2B7A3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804" y="301557"/>
            <a:ext cx="5073256" cy="584632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97E814E-6984-FA64-66A0-FADF186BCDA3}"/>
              </a:ext>
            </a:extLst>
          </p:cNvPr>
          <p:cNvSpPr/>
          <p:nvPr/>
        </p:nvSpPr>
        <p:spPr>
          <a:xfrm>
            <a:off x="5894773" y="298240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7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2029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5) </a:t>
            </a:r>
            <a:r>
              <a:rPr lang="en-US" sz="6000" dirty="0"/>
              <a:t>Self-attention and positional encoding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41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B26A64-D89A-7630-8B5B-CD63AB34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6" y="3429000"/>
            <a:ext cx="5437569" cy="739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4E841-615F-0676-B8EA-677792A9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370" y="2754549"/>
            <a:ext cx="4757161" cy="2828582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E2E126C-5BF5-FE73-6A39-B1B56F05321C}"/>
              </a:ext>
            </a:extLst>
          </p:cNvPr>
          <p:cNvSpPr/>
          <p:nvPr/>
        </p:nvSpPr>
        <p:spPr>
          <a:xfrm>
            <a:off x="5870811" y="3615591"/>
            <a:ext cx="1138317" cy="530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5997A4-29EA-D75F-DBCC-E33D20399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69" y="4300194"/>
            <a:ext cx="5588677" cy="21246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E2440E-B44B-676D-F02F-DFAA87264F35}"/>
              </a:ext>
            </a:extLst>
          </p:cNvPr>
          <p:cNvSpPr txBox="1"/>
          <p:nvPr/>
        </p:nvSpPr>
        <p:spPr>
          <a:xfrm>
            <a:off x="0" y="6424815"/>
            <a:ext cx="11264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https://kazemnejad.com/blog/transformer_architecture_positional_encoding/</a:t>
            </a:r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E2913-408E-858F-F190-CC93F0AE1773}"/>
              </a:ext>
            </a:extLst>
          </p:cNvPr>
          <p:cNvSpPr txBox="1"/>
          <p:nvPr/>
        </p:nvSpPr>
        <p:spPr>
          <a:xfrm>
            <a:off x="162469" y="173305"/>
            <a:ext cx="11416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self-attention</a:t>
            </a:r>
            <a:r>
              <a:rPr lang="en-US" sz="2800" dirty="0"/>
              <a:t>:  queries, keys and values are from the same source: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69EC01-84EB-B10C-56BD-CC166B8FD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194" y="767380"/>
            <a:ext cx="6211167" cy="84784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C73EF9-3399-320E-B89B-DBEAF9FCA54C}"/>
              </a:ext>
            </a:extLst>
          </p:cNvPr>
          <p:cNvCxnSpPr/>
          <p:nvPr/>
        </p:nvCxnSpPr>
        <p:spPr>
          <a:xfrm>
            <a:off x="0" y="2299317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6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90095"/>
            <a:ext cx="9144000" cy="2387600"/>
          </a:xfrm>
        </p:spPr>
        <p:txBody>
          <a:bodyPr/>
          <a:lstStyle/>
          <a:p>
            <a:r>
              <a:rPr lang="en-US" dirty="0"/>
              <a:t>6) </a:t>
            </a:r>
            <a:r>
              <a:rPr lang="en-US" sz="6000" dirty="0"/>
              <a:t>Transformer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82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A7FC40-4AEB-3C43-1FE7-3B5DE0718D03}"/>
              </a:ext>
            </a:extLst>
          </p:cNvPr>
          <p:cNvSpPr txBox="1"/>
          <p:nvPr/>
        </p:nvSpPr>
        <p:spPr>
          <a:xfrm>
            <a:off x="223401" y="5469567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https://nlp.seas.harvard.edu/annotated-transformer/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B7287-7BD0-B946-3CA3-F357D761C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4562"/>
            <a:ext cx="6540873" cy="4823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D94AA1-AFB3-FDB5-91B4-55B5647EDE12}"/>
              </a:ext>
            </a:extLst>
          </p:cNvPr>
          <p:cNvSpPr txBox="1"/>
          <p:nvPr/>
        </p:nvSpPr>
        <p:spPr>
          <a:xfrm>
            <a:off x="6317471" y="5469566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https://jalammar.github.io/illustrated-transformer/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91DF78-0F5C-1F02-4484-055CB0C59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48" y="863183"/>
            <a:ext cx="6006352" cy="2843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323746-4FBE-AB65-0891-58E522A9C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471" y="3429000"/>
            <a:ext cx="5566046" cy="197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41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8A9395-B355-ED9C-7B1B-1BC4603DD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19548" cy="5665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5C7675-2526-36D7-039D-0FBE7D6EA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165" y="600816"/>
            <a:ext cx="3468485" cy="4066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40E225-46CF-6D73-8484-8164B1F97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165" y="4888006"/>
            <a:ext cx="5025048" cy="8315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C2826A-2086-F166-92A1-A2C071A0160B}"/>
                  </a:ext>
                </a:extLst>
              </p14:cNvPr>
              <p14:cNvContentPartPr/>
              <p14:nvPr/>
            </p14:nvContentPartPr>
            <p14:xfrm>
              <a:off x="7626240" y="5427392"/>
              <a:ext cx="985680" cy="360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C2826A-2086-F166-92A1-A2C071A016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8240" y="5409752"/>
                <a:ext cx="1021320" cy="39636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402D83EB-2982-9F9A-4FFD-3FC3183E7D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0346" y="785482"/>
            <a:ext cx="1512921" cy="17961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9CD7B63-B193-4B03-9ACB-2E44245F6437}"/>
              </a:ext>
            </a:extLst>
          </p:cNvPr>
          <p:cNvSpPr txBox="1"/>
          <p:nvPr/>
        </p:nvSpPr>
        <p:spPr>
          <a:xfrm>
            <a:off x="9925650" y="2581674"/>
            <a:ext cx="2185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Ashish Vaswani</a:t>
            </a:r>
          </a:p>
        </p:txBody>
      </p:sp>
    </p:spTree>
    <p:extLst>
      <p:ext uri="{BB962C8B-B14F-4D97-AF65-F5344CB8AC3E}">
        <p14:creationId xmlns:p14="http://schemas.microsoft.com/office/powerpoint/2010/main" val="3918037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FF53-21E1-D5E5-51AA-D85A8D187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64080"/>
            <a:ext cx="10515600" cy="1325563"/>
          </a:xfrm>
        </p:spPr>
        <p:txBody>
          <a:bodyPr/>
          <a:lstStyle/>
          <a:p>
            <a:r>
              <a:rPr lang="en-US" dirty="0"/>
              <a:t>Masking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02761-C08B-B4E8-BBCE-AD35E3E7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574" y="801322"/>
            <a:ext cx="7297168" cy="1169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B337C2-26DD-A964-80DB-C42838922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574" y="2913964"/>
            <a:ext cx="7297168" cy="3696216"/>
          </a:xfrm>
          <a:prstGeom prst="rect">
            <a:avLst/>
          </a:prstGeom>
        </p:spPr>
      </p:pic>
      <p:sp>
        <p:nvSpPr>
          <p:cNvPr id="8" name="Plus Sign 7">
            <a:extLst>
              <a:ext uri="{FF2B5EF4-FFF2-40B4-BE49-F238E27FC236}">
                <a16:creationId xmlns:a16="http://schemas.microsoft.com/office/drawing/2014/main" id="{40A1C8C7-FF0B-6EDE-B997-D57B21B0F510}"/>
              </a:ext>
            </a:extLst>
          </p:cNvPr>
          <p:cNvSpPr/>
          <p:nvPr/>
        </p:nvSpPr>
        <p:spPr>
          <a:xfrm>
            <a:off x="5181600" y="1985104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23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E30A-26F3-EA34-D47E-D8CCB0C3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74" y="-364080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3A2F0-D21C-6264-6BE4-02B83F6C1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1" y="1788988"/>
            <a:ext cx="6255614" cy="463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E38B5-DF86-2173-5FDB-0532C418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339" y="1288599"/>
            <a:ext cx="5208563" cy="14641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628F21-560C-3A66-44B1-475399CA4F07}"/>
                  </a:ext>
                </a:extLst>
              </p14:cNvPr>
              <p14:cNvContentPartPr/>
              <p14:nvPr/>
            </p14:nvContentPartPr>
            <p14:xfrm>
              <a:off x="5555821" y="715698"/>
              <a:ext cx="4360320" cy="118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628F21-560C-3A66-44B1-475399CA4F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7821" y="698058"/>
                <a:ext cx="4395960" cy="12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6078161-DF6F-1660-3EFC-691D808D5379}"/>
                  </a:ext>
                </a:extLst>
              </p14:cNvPr>
              <p14:cNvContentPartPr/>
              <p14:nvPr/>
            </p14:nvContentPartPr>
            <p14:xfrm>
              <a:off x="5937781" y="2152818"/>
              <a:ext cx="5268960" cy="1274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6078161-DF6F-1660-3EFC-691D808D53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20141" y="2135178"/>
                <a:ext cx="5304600" cy="13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DA8E3E-2590-0A3C-B541-215972277768}"/>
                  </a:ext>
                </a:extLst>
              </p14:cNvPr>
              <p14:cNvContentPartPr/>
              <p14:nvPr/>
            </p14:nvContentPartPr>
            <p14:xfrm>
              <a:off x="11088661" y="2696778"/>
              <a:ext cx="143640" cy="137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DA8E3E-2590-0A3C-B541-2159722777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70661" y="2679138"/>
                <a:ext cx="1792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D8458B-F888-F4CE-0E99-26885835142F}"/>
                  </a:ext>
                </a:extLst>
              </p14:cNvPr>
              <p14:cNvContentPartPr/>
              <p14:nvPr/>
            </p14:nvContentPartPr>
            <p14:xfrm>
              <a:off x="9768901" y="1036458"/>
              <a:ext cx="239400" cy="144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D8458B-F888-F4CE-0E99-26885835142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51261" y="1018458"/>
                <a:ext cx="275040" cy="18036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327D1F0-E95D-A03A-7E51-12EC6C01FE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01" y="5434227"/>
            <a:ext cx="6258798" cy="352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72AF94-4B04-6EF3-52FE-B35984772A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1904" y="4733837"/>
            <a:ext cx="4790998" cy="14084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6314DB7-C190-DC53-D8A5-AAFE01AD6D8C}"/>
              </a:ext>
            </a:extLst>
          </p:cNvPr>
          <p:cNvSpPr txBox="1"/>
          <p:nvPr/>
        </p:nvSpPr>
        <p:spPr>
          <a:xfrm>
            <a:off x="6267668" y="288994"/>
            <a:ext cx="626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values beyond index 2 are all masked as zero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F049FD-EBB8-8511-57DC-2EB3D37166CE}"/>
              </a:ext>
            </a:extLst>
          </p:cNvPr>
          <p:cNvSpPr txBox="1"/>
          <p:nvPr/>
        </p:nvSpPr>
        <p:spPr>
          <a:xfrm>
            <a:off x="6794339" y="3407108"/>
            <a:ext cx="626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values beyond index 3 are all masked as zero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48B29C-CC47-E5D1-DB55-E0DE51095A29}"/>
              </a:ext>
            </a:extLst>
          </p:cNvPr>
          <p:cNvGrpSpPr/>
          <p:nvPr/>
        </p:nvGrpSpPr>
        <p:grpSpPr>
          <a:xfrm>
            <a:off x="4988461" y="4212738"/>
            <a:ext cx="4546800" cy="1204920"/>
            <a:chOff x="4988461" y="4212738"/>
            <a:chExt cx="4546800" cy="12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CA72C5A-C3CE-66EF-000B-8BF4617D0F1B}"/>
                    </a:ext>
                  </a:extLst>
                </p14:cNvPr>
                <p14:cNvContentPartPr/>
                <p14:nvPr/>
              </p14:nvContentPartPr>
              <p14:xfrm>
                <a:off x="4988461" y="4212738"/>
                <a:ext cx="4471920" cy="120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CA72C5A-C3CE-66EF-000B-8BF4617D0F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70821" y="4194738"/>
                  <a:ext cx="4507560" cy="12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415890-3D5E-BECE-0865-7A7ADA1134B6}"/>
                    </a:ext>
                  </a:extLst>
                </p14:cNvPr>
                <p14:cNvContentPartPr/>
                <p14:nvPr/>
              </p14:nvContentPartPr>
              <p14:xfrm>
                <a:off x="9322861" y="4560138"/>
                <a:ext cx="212400" cy="150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415890-3D5E-BECE-0865-7A7ADA1134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04861" y="4542138"/>
                  <a:ext cx="2480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AACFDFE-D2AB-71BB-E759-4624F70F6141}"/>
              </a:ext>
            </a:extLst>
          </p:cNvPr>
          <p:cNvGrpSpPr/>
          <p:nvPr/>
        </p:nvGrpSpPr>
        <p:grpSpPr>
          <a:xfrm>
            <a:off x="5914381" y="5844978"/>
            <a:ext cx="5618520" cy="626760"/>
            <a:chOff x="5914381" y="5844978"/>
            <a:chExt cx="5618520" cy="62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8AE2891-4DC2-0D6A-E075-F76F90B7845D}"/>
                    </a:ext>
                  </a:extLst>
                </p14:cNvPr>
                <p14:cNvContentPartPr/>
                <p14:nvPr/>
              </p14:nvContentPartPr>
              <p14:xfrm>
                <a:off x="5914381" y="5844978"/>
                <a:ext cx="5541120" cy="626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8AE2891-4DC2-0D6A-E075-F76F90B784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96741" y="5827338"/>
                  <a:ext cx="557676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6F9BF4-D9E3-2945-D335-E7BD2AEF1242}"/>
                    </a:ext>
                  </a:extLst>
                </p14:cNvPr>
                <p14:cNvContentPartPr/>
                <p14:nvPr/>
              </p14:nvContentPartPr>
              <p14:xfrm>
                <a:off x="11261821" y="6043698"/>
                <a:ext cx="271080" cy="17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6F9BF4-D9E3-2945-D335-E7BD2AEF12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44181" y="6025698"/>
                  <a:ext cx="306720" cy="206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2848A1A-93BB-6293-037D-58533B9A52EE}"/>
              </a:ext>
            </a:extLst>
          </p:cNvPr>
          <p:cNvSpPr txBox="1"/>
          <p:nvPr/>
        </p:nvSpPr>
        <p:spPr>
          <a:xfrm>
            <a:off x="3810186" y="3889519"/>
            <a:ext cx="626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values beyond indices  1 and 3 are all masked as zero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7F3872-6C33-B436-4787-0DB62DBFBF87}"/>
              </a:ext>
            </a:extLst>
          </p:cNvPr>
          <p:cNvSpPr txBox="1"/>
          <p:nvPr/>
        </p:nvSpPr>
        <p:spPr>
          <a:xfrm>
            <a:off x="5270997" y="6433668"/>
            <a:ext cx="6261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values beyond indices  2 and 4 are all masked as zero</a:t>
            </a:r>
          </a:p>
        </p:txBody>
      </p:sp>
    </p:spTree>
    <p:extLst>
      <p:ext uri="{BB962C8B-B14F-4D97-AF65-F5344CB8AC3E}">
        <p14:creationId xmlns:p14="http://schemas.microsoft.com/office/powerpoint/2010/main" val="310534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731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086331"/>
            <a:ext cx="4069080" cy="4783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1B7006-086C-EDF1-545B-9EFA131D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51772"/>
            <a:ext cx="5842345" cy="217502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579727F-13E7-FA32-9270-0AF278F20C56}"/>
              </a:ext>
            </a:extLst>
          </p:cNvPr>
          <p:cNvGrpSpPr/>
          <p:nvPr/>
        </p:nvGrpSpPr>
        <p:grpSpPr>
          <a:xfrm>
            <a:off x="3790699" y="1624247"/>
            <a:ext cx="1359360" cy="320040"/>
            <a:chOff x="3790699" y="1624247"/>
            <a:chExt cx="135936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1D0DFC2-6271-634F-1817-7AF79253A79A}"/>
                    </a:ext>
                  </a:extLst>
                </p14:cNvPr>
                <p14:cNvContentPartPr/>
                <p14:nvPr/>
              </p14:nvContentPartPr>
              <p14:xfrm>
                <a:off x="3790699" y="1669247"/>
                <a:ext cx="1311120" cy="275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1D0DFC2-6271-634F-1817-7AF79253A79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73059" y="1651247"/>
                  <a:ext cx="1346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1C5BB3B-7F48-45E0-DB37-5EA640BD5C85}"/>
                    </a:ext>
                  </a:extLst>
                </p14:cNvPr>
                <p14:cNvContentPartPr/>
                <p14:nvPr/>
              </p14:nvContentPartPr>
              <p14:xfrm>
                <a:off x="4980139" y="1624247"/>
                <a:ext cx="169920" cy="181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1C5BB3B-7F48-45E0-DB37-5EA640BD5C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62499" y="1606247"/>
                  <a:ext cx="205560" cy="21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377E5C5-4A2D-820E-AE5C-11D005CAD031}"/>
                  </a:ext>
                </a:extLst>
              </p14:cNvPr>
              <p14:cNvContentPartPr/>
              <p14:nvPr/>
            </p14:nvContentPartPr>
            <p14:xfrm>
              <a:off x="1199779" y="1063367"/>
              <a:ext cx="3936960" cy="1902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377E5C5-4A2D-820E-AE5C-11D005CAD0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81779" y="1045367"/>
                <a:ext cx="3972600" cy="19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1E8A549-DAA2-DC3C-1BAD-B323D545CC20}"/>
                  </a:ext>
                </a:extLst>
              </p14:cNvPr>
              <p14:cNvContentPartPr/>
              <p14:nvPr/>
            </p14:nvContentPartPr>
            <p14:xfrm>
              <a:off x="4976539" y="1322567"/>
              <a:ext cx="204120" cy="196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1E8A549-DAA2-DC3C-1BAD-B323D545CC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58539" y="1304567"/>
                <a:ext cx="239760" cy="23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E5908684-1724-BFF1-4A2F-19645EB95A5F}"/>
              </a:ext>
            </a:extLst>
          </p:cNvPr>
          <p:cNvGrpSpPr/>
          <p:nvPr/>
        </p:nvGrpSpPr>
        <p:grpSpPr>
          <a:xfrm>
            <a:off x="3746419" y="2439287"/>
            <a:ext cx="1422360" cy="1360440"/>
            <a:chOff x="3746419" y="2439287"/>
            <a:chExt cx="1422360" cy="13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00B096-8E70-87A0-5108-982F16C5542E}"/>
                    </a:ext>
                  </a:extLst>
                </p14:cNvPr>
                <p14:cNvContentPartPr/>
                <p14:nvPr/>
              </p14:nvContentPartPr>
              <p14:xfrm>
                <a:off x="3746419" y="2990447"/>
                <a:ext cx="1391400" cy="809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00B096-8E70-87A0-5108-982F16C554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28419" y="2972807"/>
                  <a:ext cx="1427040" cy="84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FB17C04-3929-EEAB-1B19-7816B7DE4326}"/>
                    </a:ext>
                  </a:extLst>
                </p14:cNvPr>
                <p14:cNvContentPartPr/>
                <p14:nvPr/>
              </p14:nvContentPartPr>
              <p14:xfrm>
                <a:off x="4971499" y="2928167"/>
                <a:ext cx="178920" cy="160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FB17C04-3929-EEAB-1B19-7816B7DE43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53499" y="2910167"/>
                  <a:ext cx="214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F4B530-5274-3748-C750-D2684707BFEF}"/>
                    </a:ext>
                  </a:extLst>
                </p14:cNvPr>
                <p14:cNvContentPartPr/>
                <p14:nvPr/>
              </p14:nvContentPartPr>
              <p14:xfrm>
                <a:off x="3825979" y="2439287"/>
                <a:ext cx="1342800" cy="419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F4B530-5274-3748-C750-D2684707BF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08339" y="2421287"/>
                  <a:ext cx="1378440" cy="45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D7E37B1-7989-152B-CFB1-26BC74C772B5}"/>
                  </a:ext>
                </a:extLst>
              </p14:cNvPr>
              <p14:cNvContentPartPr/>
              <p14:nvPr/>
            </p14:nvContentPartPr>
            <p14:xfrm>
              <a:off x="4997779" y="2366567"/>
              <a:ext cx="188640" cy="198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D7E37B1-7989-152B-CFB1-26BC74C772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80139" y="2348567"/>
                <a:ext cx="22428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7A84B08A-84B0-7930-61BC-3A85E791E965}"/>
              </a:ext>
            </a:extLst>
          </p:cNvPr>
          <p:cNvGrpSpPr/>
          <p:nvPr/>
        </p:nvGrpSpPr>
        <p:grpSpPr>
          <a:xfrm>
            <a:off x="407779" y="3420287"/>
            <a:ext cx="4789440" cy="2777400"/>
            <a:chOff x="407779" y="3420287"/>
            <a:chExt cx="4789440" cy="277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58EE2B-697F-725B-7EE8-1547CE9C8C0F}"/>
                    </a:ext>
                  </a:extLst>
                </p14:cNvPr>
                <p14:cNvContentPartPr/>
                <p14:nvPr/>
              </p14:nvContentPartPr>
              <p14:xfrm>
                <a:off x="407779" y="3505607"/>
                <a:ext cx="4773960" cy="2692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58EE2B-697F-725B-7EE8-1547CE9C8C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0139" y="3487967"/>
                  <a:ext cx="4809600" cy="27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D1E08B-900D-6BC6-CCDC-243F99E68E24}"/>
                    </a:ext>
                  </a:extLst>
                </p14:cNvPr>
                <p14:cNvContentPartPr/>
                <p14:nvPr/>
              </p14:nvContentPartPr>
              <p14:xfrm>
                <a:off x="5051059" y="3420287"/>
                <a:ext cx="146160" cy="212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D1E08B-900D-6BC6-CCDC-243F99E68E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33419" y="3402647"/>
                  <a:ext cx="181800" cy="24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53809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731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086331"/>
            <a:ext cx="4069080" cy="47836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AC071C-C7B7-1994-7AD9-D652A6905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262" y="1779367"/>
            <a:ext cx="6272403" cy="246415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9683980-10FE-7996-AE74-2DB605DDFBDD}"/>
              </a:ext>
            </a:extLst>
          </p:cNvPr>
          <p:cNvGrpSpPr/>
          <p:nvPr/>
        </p:nvGrpSpPr>
        <p:grpSpPr>
          <a:xfrm>
            <a:off x="696859" y="991727"/>
            <a:ext cx="4533840" cy="2523960"/>
            <a:chOff x="696859" y="991727"/>
            <a:chExt cx="4533840" cy="252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9494D1A-663D-D26B-B586-C66AB4059B29}"/>
                    </a:ext>
                  </a:extLst>
                </p14:cNvPr>
                <p14:cNvContentPartPr/>
                <p14:nvPr/>
              </p14:nvContentPartPr>
              <p14:xfrm>
                <a:off x="3834979" y="2423447"/>
                <a:ext cx="1395720" cy="13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9494D1A-663D-D26B-B586-C66AB4059B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16979" y="2405447"/>
                  <a:ext cx="1431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CAAA2C-DA0E-F86C-52CE-5E143DF7658D}"/>
                    </a:ext>
                  </a:extLst>
                </p14:cNvPr>
                <p14:cNvContentPartPr/>
                <p14:nvPr/>
              </p14:nvContentPartPr>
              <p14:xfrm>
                <a:off x="4886179" y="2432087"/>
                <a:ext cx="337320" cy="249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CAAA2C-DA0E-F86C-52CE-5E143DF765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68539" y="2414447"/>
                  <a:ext cx="3729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33832F-54BC-1454-F258-F06CEBAC0642}"/>
                    </a:ext>
                  </a:extLst>
                </p14:cNvPr>
                <p14:cNvContentPartPr/>
                <p14:nvPr/>
              </p14:nvContentPartPr>
              <p14:xfrm>
                <a:off x="696859" y="991727"/>
                <a:ext cx="4460040" cy="2523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33832F-54BC-1454-F258-F06CEBAC06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8859" y="974087"/>
                  <a:ext cx="4495680" cy="255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30DC0F-6882-E1D2-5405-91CCEC12EAA2}"/>
                  </a:ext>
                </a:extLst>
              </p14:cNvPr>
              <p14:cNvContentPartPr/>
              <p14:nvPr/>
            </p14:nvContentPartPr>
            <p14:xfrm>
              <a:off x="4989139" y="2017367"/>
              <a:ext cx="200880" cy="183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30DC0F-6882-E1D2-5405-91CCEC12EA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71139" y="1999727"/>
                <a:ext cx="236520" cy="21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0522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731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086331"/>
            <a:ext cx="4069080" cy="4783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DDF9C3-99F2-8E43-692D-01AD0F408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881" y="2065990"/>
            <a:ext cx="5059762" cy="302997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B6D0CD2-ABD2-FE81-85E0-C664B86811E8}"/>
              </a:ext>
            </a:extLst>
          </p:cNvPr>
          <p:cNvGrpSpPr/>
          <p:nvPr/>
        </p:nvGrpSpPr>
        <p:grpSpPr>
          <a:xfrm>
            <a:off x="415699" y="1153244"/>
            <a:ext cx="5035680" cy="3942720"/>
            <a:chOff x="415699" y="1153244"/>
            <a:chExt cx="5035680" cy="39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9CB568D-45CD-C27A-DA7D-2B6FF5677D70}"/>
                    </a:ext>
                  </a:extLst>
                </p14:cNvPr>
                <p14:cNvContentPartPr/>
                <p14:nvPr/>
              </p14:nvContentPartPr>
              <p14:xfrm>
                <a:off x="4527259" y="4535444"/>
                <a:ext cx="865440" cy="560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9CB568D-45CD-C27A-DA7D-2B6FF5677D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09619" y="4517804"/>
                  <a:ext cx="90108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5DFD0E-3349-9BA4-A467-D3991528F080}"/>
                    </a:ext>
                  </a:extLst>
                </p14:cNvPr>
                <p14:cNvContentPartPr/>
                <p14:nvPr/>
              </p14:nvContentPartPr>
              <p14:xfrm>
                <a:off x="5282179" y="4451924"/>
                <a:ext cx="169200" cy="155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5DFD0E-3349-9BA4-A467-D3991528F08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64539" y="4433924"/>
                  <a:ext cx="204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5630AEF-7613-AE8A-025D-BCA8C50804D7}"/>
                    </a:ext>
                  </a:extLst>
                </p14:cNvPr>
                <p14:cNvContentPartPr/>
                <p14:nvPr/>
              </p14:nvContentPartPr>
              <p14:xfrm>
                <a:off x="415699" y="1153244"/>
                <a:ext cx="4948560" cy="372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5630AEF-7613-AE8A-025D-BCA8C50804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7699" y="1135604"/>
                  <a:ext cx="4984200" cy="37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7FCE71-2F33-1645-07E2-1FB210A24A11}"/>
                    </a:ext>
                  </a:extLst>
                </p14:cNvPr>
                <p14:cNvContentPartPr/>
                <p14:nvPr/>
              </p14:nvContentPartPr>
              <p14:xfrm>
                <a:off x="5224219" y="2449964"/>
                <a:ext cx="155880" cy="161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7FCE71-2F33-1645-07E2-1FB210A24A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06219" y="2431964"/>
                  <a:ext cx="191520" cy="19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3803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731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" y="1127903"/>
            <a:ext cx="4069080" cy="4783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65C4B3-1AB1-A3B2-3D16-F7D32830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985" y="772073"/>
            <a:ext cx="4069081" cy="46891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53943C-7698-5FC4-FB1B-4A5BC1050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598" y="2565648"/>
            <a:ext cx="3351821" cy="17852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A781716-0586-7C74-46D1-17A139D447D2}"/>
                  </a:ext>
                </a:extLst>
              </p14:cNvPr>
              <p14:cNvContentPartPr/>
              <p14:nvPr/>
            </p14:nvContentPartPr>
            <p14:xfrm>
              <a:off x="3306960" y="4159380"/>
              <a:ext cx="833400" cy="115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A781716-0586-7C74-46D1-17A139D447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8960" y="4141380"/>
                <a:ext cx="86904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C661309-C27D-C74A-57E0-ED2D0ABA45FB}"/>
                  </a:ext>
                </a:extLst>
              </p14:cNvPr>
              <p14:cNvContentPartPr/>
              <p14:nvPr/>
            </p14:nvContentPartPr>
            <p14:xfrm>
              <a:off x="4015560" y="4114410"/>
              <a:ext cx="141480" cy="122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C661309-C27D-C74A-57E0-ED2D0ABA45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97920" y="4096770"/>
                <a:ext cx="17712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1A0C423-8B13-9FB3-949B-9A048696662B}"/>
                  </a:ext>
                </a:extLst>
              </p14:cNvPr>
              <p14:cNvContentPartPr/>
              <p14:nvPr/>
            </p14:nvContentPartPr>
            <p14:xfrm>
              <a:off x="3279528" y="3425784"/>
              <a:ext cx="831240" cy="64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1A0C423-8B13-9FB3-949B-9A04869666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61888" y="3408144"/>
                <a:ext cx="8668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F8606E8-EFC1-B595-E930-353519B950FF}"/>
                  </a:ext>
                </a:extLst>
              </p14:cNvPr>
              <p14:cNvContentPartPr/>
              <p14:nvPr/>
            </p14:nvContentPartPr>
            <p14:xfrm>
              <a:off x="3998808" y="3358824"/>
              <a:ext cx="140040" cy="123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F8606E8-EFC1-B595-E930-353519B950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1168" y="3340824"/>
                <a:ext cx="1756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877FE1A-C910-D0E6-834B-D3EC8D1698F6}"/>
              </a:ext>
            </a:extLst>
          </p:cNvPr>
          <p:cNvGrpSpPr/>
          <p:nvPr/>
        </p:nvGrpSpPr>
        <p:grpSpPr>
          <a:xfrm>
            <a:off x="98580" y="4350900"/>
            <a:ext cx="4033080" cy="1934640"/>
            <a:chOff x="98580" y="4350900"/>
            <a:chExt cx="4033080" cy="19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3B90B8-E1DC-AB62-02A5-E399C24C5114}"/>
                    </a:ext>
                  </a:extLst>
                </p14:cNvPr>
                <p14:cNvContentPartPr/>
                <p14:nvPr/>
              </p14:nvContentPartPr>
              <p14:xfrm>
                <a:off x="98580" y="4350900"/>
                <a:ext cx="4020480" cy="1934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3B90B8-E1DC-AB62-02A5-E399C24C511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940" y="4333260"/>
                  <a:ext cx="4056120" cy="19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76E2ED-CB62-0835-483C-EB80C066D26A}"/>
                    </a:ext>
                  </a:extLst>
                </p14:cNvPr>
                <p14:cNvContentPartPr/>
                <p14:nvPr/>
              </p14:nvContentPartPr>
              <p14:xfrm>
                <a:off x="3977580" y="5560860"/>
                <a:ext cx="154080" cy="138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76E2ED-CB62-0835-483C-EB80C066D26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59580" y="5543220"/>
                  <a:ext cx="189720" cy="174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7491A18-AF61-8B8F-D2CB-E6B2E539267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35627" y="4439304"/>
            <a:ext cx="3357793" cy="53806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6337F9F-C141-D1A2-801B-2FD5470D3D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35627" y="5110311"/>
            <a:ext cx="3335045" cy="16892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1A378B-CC1C-2EF5-3E52-844390E768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3134" y="5603801"/>
            <a:ext cx="4003932" cy="96425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4EB5871-D4C0-1592-52ED-5D9A7DA070D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35627" y="487930"/>
            <a:ext cx="3335044" cy="192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43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2743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971"/>
            <a:ext cx="3700234" cy="4350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20510A-D416-6242-3D43-56F3AFC4C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995" y="1635372"/>
            <a:ext cx="3733335" cy="19966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7E527C-430C-3A40-3298-E136D55E5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995" y="3695204"/>
            <a:ext cx="3733335" cy="30982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195C882-7F71-DF1A-38C2-6B1774E2793C}"/>
                  </a:ext>
                </a:extLst>
              </p14:cNvPr>
              <p14:cNvContentPartPr/>
              <p14:nvPr/>
            </p14:nvContentPartPr>
            <p14:xfrm>
              <a:off x="123019" y="2192204"/>
              <a:ext cx="1875600" cy="4005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195C882-7F71-DF1A-38C2-6B1774E279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019" y="2174204"/>
                <a:ext cx="1911240" cy="4041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DD833A28-0B00-E6B1-FC37-5E9C0587A35C}"/>
              </a:ext>
            </a:extLst>
          </p:cNvPr>
          <p:cNvSpPr/>
          <p:nvPr/>
        </p:nvSpPr>
        <p:spPr>
          <a:xfrm>
            <a:off x="5005358" y="688940"/>
            <a:ext cx="354403" cy="6104548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94A38E-BC1F-CE3A-C509-8A2548B5BF58}"/>
              </a:ext>
            </a:extLst>
          </p:cNvPr>
          <p:cNvGrpSpPr/>
          <p:nvPr/>
        </p:nvGrpSpPr>
        <p:grpSpPr>
          <a:xfrm>
            <a:off x="949579" y="1117964"/>
            <a:ext cx="3900960" cy="2577240"/>
            <a:chOff x="949579" y="1117964"/>
            <a:chExt cx="3900960" cy="257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D09B3E-C956-5059-F568-54965F6CC31D}"/>
                    </a:ext>
                  </a:extLst>
                </p14:cNvPr>
                <p14:cNvContentPartPr/>
                <p14:nvPr/>
              </p14:nvContentPartPr>
              <p14:xfrm>
                <a:off x="949579" y="1117964"/>
                <a:ext cx="3819960" cy="2503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D09B3E-C956-5059-F568-54965F6CC3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1939" y="1100324"/>
                  <a:ext cx="3855600" cy="25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3FD76F-E71D-2826-203F-BE7E5386E600}"/>
                    </a:ext>
                  </a:extLst>
                </p14:cNvPr>
                <p14:cNvContentPartPr/>
                <p14:nvPr/>
              </p14:nvContentPartPr>
              <p14:xfrm>
                <a:off x="4723459" y="3506564"/>
                <a:ext cx="127080" cy="188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3FD76F-E71D-2826-203F-BE7E5386E60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05819" y="3488564"/>
                  <a:ext cx="16272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969E813-A822-431C-87E0-EB7852149CBA}"/>
                  </a:ext>
                </a:extLst>
              </p14:cNvPr>
              <p14:cNvContentPartPr/>
              <p14:nvPr/>
            </p14:nvContentPartPr>
            <p14:xfrm>
              <a:off x="944904" y="2072544"/>
              <a:ext cx="360" cy="122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969E813-A822-431C-87E0-EB7852149CB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26904" y="2054544"/>
                <a:ext cx="36000" cy="15840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D39CC45F-8EB8-E08E-54BF-DDD5742A25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8995" y="688940"/>
            <a:ext cx="3745629" cy="8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02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2743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971"/>
            <a:ext cx="3700234" cy="4350058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DD833A28-0B00-E6B1-FC37-5E9C0587A35C}"/>
              </a:ext>
            </a:extLst>
          </p:cNvPr>
          <p:cNvSpPr/>
          <p:nvPr/>
        </p:nvSpPr>
        <p:spPr>
          <a:xfrm>
            <a:off x="4882224" y="508426"/>
            <a:ext cx="363094" cy="6246296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C51830A-054A-EF20-F442-C9931C5F9950}"/>
              </a:ext>
            </a:extLst>
          </p:cNvPr>
          <p:cNvGrpSpPr/>
          <p:nvPr/>
        </p:nvGrpSpPr>
        <p:grpSpPr>
          <a:xfrm>
            <a:off x="1889000" y="1157320"/>
            <a:ext cx="2927880" cy="4901040"/>
            <a:chOff x="1889000" y="1157320"/>
            <a:chExt cx="2927880" cy="49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ECA7BD1-3021-C50C-EFDD-BF9FD3ED0BDD}"/>
                    </a:ext>
                  </a:extLst>
                </p14:cNvPr>
                <p14:cNvContentPartPr/>
                <p14:nvPr/>
              </p14:nvContentPartPr>
              <p14:xfrm>
                <a:off x="1889000" y="1157320"/>
                <a:ext cx="1851120" cy="4901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ECA7BD1-3021-C50C-EFDD-BF9FD3ED0BD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71360" y="1139320"/>
                  <a:ext cx="1886760" cy="49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D1B7E93-51CA-5327-1B85-9680CA5A087F}"/>
                    </a:ext>
                  </a:extLst>
                </p14:cNvPr>
                <p14:cNvContentPartPr/>
                <p14:nvPr/>
              </p14:nvContentPartPr>
              <p14:xfrm>
                <a:off x="3769280" y="3616840"/>
                <a:ext cx="94860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D1B7E93-51CA-5327-1B85-9680CA5A08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51640" y="3598840"/>
                  <a:ext cx="984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50E985-0508-532C-7AFD-0AD5A29C51C8}"/>
                    </a:ext>
                  </a:extLst>
                </p14:cNvPr>
                <p14:cNvContentPartPr/>
                <p14:nvPr/>
              </p14:nvContentPartPr>
              <p14:xfrm>
                <a:off x="4582160" y="3515320"/>
                <a:ext cx="234720" cy="216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50E985-0508-532C-7AFD-0AD5A29C51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64160" y="3497680"/>
                  <a:ext cx="270360" cy="252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647FF8D-C743-6030-F8F2-7357EB6D06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4317" y="2090890"/>
            <a:ext cx="4408575" cy="26762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E8C6B31-64B4-C807-2742-634A351400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6862" y="4807404"/>
            <a:ext cx="4421120" cy="19473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2A89BAE-D747-E9F5-C9A5-CBCE445C23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6862" y="508426"/>
            <a:ext cx="2440356" cy="154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32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CE0F5-F99D-9FCC-9788-AD1FE67F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2743"/>
            <a:ext cx="10515600" cy="1325563"/>
          </a:xfrm>
        </p:spPr>
        <p:txBody>
          <a:bodyPr/>
          <a:lstStyle/>
          <a:p>
            <a:r>
              <a:rPr lang="en-US" dirty="0"/>
              <a:t>Create the Transformer model in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CAD2B-E6DF-A02D-0F75-A2DF7411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3971"/>
            <a:ext cx="3700234" cy="4350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C49E2E-4E55-F15B-49B3-4DD500FD9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289" y="2540233"/>
            <a:ext cx="6612178" cy="2283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B942AF-068B-96B8-A46E-06B119026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405" y="882713"/>
            <a:ext cx="1713062" cy="16082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A78045-4A96-E6DF-709A-FADFCDC25F60}"/>
              </a:ext>
            </a:extLst>
          </p:cNvPr>
          <p:cNvSpPr txBox="1"/>
          <p:nvPr/>
        </p:nvSpPr>
        <p:spPr>
          <a:xfrm>
            <a:off x="4572000" y="1980055"/>
            <a:ext cx="4181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putting everything together: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149B04-8FEF-4A7C-D88F-FC09C29C23C5}"/>
              </a:ext>
            </a:extLst>
          </p:cNvPr>
          <p:cNvSpPr txBox="1"/>
          <p:nvPr/>
        </p:nvSpPr>
        <p:spPr>
          <a:xfrm>
            <a:off x="4572000" y="5065420"/>
            <a:ext cx="58193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just 12 classes and 4 functions to copy-paste </a:t>
            </a:r>
            <a:r>
              <a:rPr 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3490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Exercises</a:t>
            </a:r>
          </a:p>
        </p:txBody>
      </p:sp>
    </p:spTree>
    <p:extLst>
      <p:ext uri="{BB962C8B-B14F-4D97-AF65-F5344CB8AC3E}">
        <p14:creationId xmlns:p14="http://schemas.microsoft.com/office/powerpoint/2010/main" val="16497583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BB7774-2F83-80EB-FFC7-AAC1C5E6D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556" y="753147"/>
            <a:ext cx="8154538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556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7B60-8B65-CF2E-1553-7AF22032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9941"/>
            <a:ext cx="10515600" cy="132556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3B495-1401-427C-7536-84A3F81D0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734" y="98558"/>
            <a:ext cx="3236882" cy="2549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C2C6F-5C56-CDC2-A019-562251FD0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60" y="2648102"/>
            <a:ext cx="4224906" cy="8810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2B5959-C290-9AE7-B7CD-690025BA9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9138"/>
            <a:ext cx="5965794" cy="1670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41D802-2319-BDBB-C6E5-19FC91DA9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60" y="3950098"/>
            <a:ext cx="8916644" cy="2686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89F53E-A6B0-D4E8-18B7-AE0EF9869C1A}"/>
                  </a:ext>
                </a:extLst>
              </p14:cNvPr>
              <p14:cNvContentPartPr/>
              <p14:nvPr/>
            </p14:nvContentPartPr>
            <p14:xfrm>
              <a:off x="3364819" y="5050604"/>
              <a:ext cx="5904000" cy="231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89F53E-A6B0-D4E8-18B7-AE0EF9869C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6819" y="5032964"/>
                <a:ext cx="59396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42EE84-140C-AB22-F5C9-A5EC914D6DAD}"/>
                  </a:ext>
                </a:extLst>
              </p14:cNvPr>
              <p14:cNvContentPartPr/>
              <p14:nvPr/>
            </p14:nvContentPartPr>
            <p14:xfrm>
              <a:off x="9197179" y="4953404"/>
              <a:ext cx="221760" cy="199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42EE84-140C-AB22-F5C9-A5EC914D6D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79179" y="4935764"/>
                <a:ext cx="257400" cy="2347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E1E75D2-2DD6-0BD2-EA87-02A9DBAF9D3A}"/>
              </a:ext>
            </a:extLst>
          </p:cNvPr>
          <p:cNvSpPr txBox="1"/>
          <p:nvPr/>
        </p:nvSpPr>
        <p:spPr>
          <a:xfrm>
            <a:off x="9539476" y="4566359"/>
            <a:ext cx="2661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changed this because </a:t>
            </a:r>
            <a:r>
              <a:rPr lang="en-US" dirty="0" err="1"/>
              <a:t>x_train</a:t>
            </a:r>
            <a:r>
              <a:rPr lang="en-US" dirty="0"/>
              <a:t> is in range [0, 5] and we need to generate 100 testing examples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56B13F-7C96-46A4-22A1-3DD3C4EDEC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1813" y="5308474"/>
            <a:ext cx="438211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681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BC1CD1-4765-3D04-7BE6-3328E255A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701" y="0"/>
            <a:ext cx="3462291" cy="2578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AE64E-42EE-83E7-F2D7-1200A8C40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14" y="381810"/>
            <a:ext cx="6573167" cy="119079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E226B05D-BA63-E813-D61C-AF92A1E41EF2}"/>
              </a:ext>
            </a:extLst>
          </p:cNvPr>
          <p:cNvSpPr/>
          <p:nvPr/>
        </p:nvSpPr>
        <p:spPr>
          <a:xfrm>
            <a:off x="7022237" y="80457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DE3A5-FBA4-B200-050C-14705F292AC6}"/>
              </a:ext>
            </a:extLst>
          </p:cNvPr>
          <p:cNvSpPr txBox="1"/>
          <p:nvPr/>
        </p:nvSpPr>
        <p:spPr>
          <a:xfrm>
            <a:off x="1478" y="1572601"/>
            <a:ext cx="7022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something </a:t>
            </a:r>
            <a:r>
              <a:rPr lang="en-US" b="1" dirty="0">
                <a:solidFill>
                  <a:srgbClr val="FF0000"/>
                </a:solidFill>
              </a:rPr>
              <a:t>optional</a:t>
            </a:r>
            <a:r>
              <a:rPr lang="en-US" dirty="0"/>
              <a:t>, just in case you want to visualize the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it’ s just an adaptation from </a:t>
            </a:r>
            <a:r>
              <a:rPr lang="en-US" dirty="0" err="1"/>
              <a:t>plot_kernel_reg</a:t>
            </a:r>
            <a:r>
              <a:rPr lang="en-US" dirty="0"/>
              <a:t>() function from the lab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34E010-98F9-BE5A-2425-EF4926A47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34" y="2843073"/>
            <a:ext cx="5433153" cy="1892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3DD22C-96CC-73F6-D929-FB2C4AD00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134" y="4833620"/>
            <a:ext cx="7139337" cy="18912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87AA99A-DC6C-6B75-6E80-6E38BE33FB03}"/>
                  </a:ext>
                </a:extLst>
              </p14:cNvPr>
              <p14:cNvContentPartPr/>
              <p14:nvPr/>
            </p14:nvContentPartPr>
            <p14:xfrm>
              <a:off x="7572859" y="5613155"/>
              <a:ext cx="1047960" cy="60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87AA99A-DC6C-6B75-6E80-6E38BE33FB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54859" y="5595155"/>
                <a:ext cx="108360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0C7D995-E0A2-931F-928E-27EAA5B9A1E5}"/>
                  </a:ext>
                </a:extLst>
              </p14:cNvPr>
              <p14:cNvContentPartPr/>
              <p14:nvPr/>
            </p14:nvContentPartPr>
            <p14:xfrm>
              <a:off x="8468899" y="5565995"/>
              <a:ext cx="215280" cy="204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0C7D995-E0A2-931F-928E-27EAA5B9A1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51259" y="5547995"/>
                <a:ext cx="250920" cy="2401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9721A00-8075-EC3A-6D05-385EB3BCD31C}"/>
              </a:ext>
            </a:extLst>
          </p:cNvPr>
          <p:cNvSpPr txBox="1"/>
          <p:nvPr/>
        </p:nvSpPr>
        <p:spPr>
          <a:xfrm>
            <a:off x="8684179" y="5401143"/>
            <a:ext cx="3254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copy-paste from lab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46FCD2-2DA8-7C4D-074E-537AD88D0A4B}"/>
                  </a:ext>
                </a:extLst>
              </p14:cNvPr>
              <p14:cNvContentPartPr/>
              <p14:nvPr/>
            </p14:nvContentPartPr>
            <p14:xfrm>
              <a:off x="2029920" y="3950136"/>
              <a:ext cx="144000" cy="4438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46FCD2-2DA8-7C4D-074E-537AD88D0A4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11920" y="3932136"/>
                <a:ext cx="17964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C6537FC-ED3A-05C3-A2B0-6853CA7E3B84}"/>
                  </a:ext>
                </a:extLst>
              </p14:cNvPr>
              <p14:cNvContentPartPr/>
              <p14:nvPr/>
            </p14:nvContentPartPr>
            <p14:xfrm>
              <a:off x="2255280" y="3971736"/>
              <a:ext cx="3695040" cy="192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C6537FC-ED3A-05C3-A2B0-6853CA7E3B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37640" y="3953736"/>
                <a:ext cx="37306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4B54AE3-7BFC-1E67-3819-AE3CC122885D}"/>
                  </a:ext>
                </a:extLst>
              </p14:cNvPr>
              <p14:cNvContentPartPr/>
              <p14:nvPr/>
            </p14:nvContentPartPr>
            <p14:xfrm>
              <a:off x="5870400" y="3883176"/>
              <a:ext cx="261000" cy="152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4B54AE3-7BFC-1E67-3819-AE3CC12288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52400" y="3865176"/>
                <a:ext cx="296640" cy="1879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1B76024-CA20-2C48-8B2F-85372B047939}"/>
              </a:ext>
            </a:extLst>
          </p:cNvPr>
          <p:cNvSpPr txBox="1"/>
          <p:nvPr/>
        </p:nvSpPr>
        <p:spPr>
          <a:xfrm>
            <a:off x="6252839" y="3750081"/>
            <a:ext cx="5433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 changed only the limits for Ox and Oy axis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749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D565CD-5A3C-888F-DA7C-FA44E3040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88" y="0"/>
            <a:ext cx="4247369" cy="3144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6456E-6A75-A0CF-6758-A5495C0BE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07" y="3588149"/>
            <a:ext cx="5652714" cy="291084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DE9C28D-94CA-C5F8-AECC-4C09E8C60453}"/>
              </a:ext>
            </a:extLst>
          </p:cNvPr>
          <p:cNvSpPr/>
          <p:nvPr/>
        </p:nvSpPr>
        <p:spPr>
          <a:xfrm>
            <a:off x="243840" y="13298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7E8ADD-C30A-ACDA-278B-60E10A249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3556877"/>
            <a:ext cx="4432677" cy="2942112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8B6CF7B-B45F-305A-4F51-DDC9D3244FD8}"/>
              </a:ext>
            </a:extLst>
          </p:cNvPr>
          <p:cNvSpPr/>
          <p:nvPr/>
        </p:nvSpPr>
        <p:spPr>
          <a:xfrm>
            <a:off x="5974080" y="4785616"/>
            <a:ext cx="1100328" cy="487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10411B-31CB-BF32-E4A1-1A429D278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4080" y="864740"/>
            <a:ext cx="2029469" cy="14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994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B41F2-C543-01F3-DDEB-7DB041C09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281910" cy="12073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35EE7B-0CB7-01F3-D66D-9CD6C64D6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73" y="2074613"/>
            <a:ext cx="5811061" cy="44487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D6F0C5-1EC1-09D7-9257-AD82FC544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842" y="2765272"/>
            <a:ext cx="5772956" cy="3067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AFCB01-A80F-7073-A237-AC8A8D6D6BC1}"/>
              </a:ext>
            </a:extLst>
          </p:cNvPr>
          <p:cNvSpPr txBox="1"/>
          <p:nvPr/>
        </p:nvSpPr>
        <p:spPr>
          <a:xfrm>
            <a:off x="127673" y="1524651"/>
            <a:ext cx="8487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 the Transformer model (a lot of classes and functions):</a:t>
            </a:r>
          </a:p>
        </p:txBody>
      </p:sp>
    </p:spTree>
    <p:extLst>
      <p:ext uri="{BB962C8B-B14F-4D97-AF65-F5344CB8AC3E}">
        <p14:creationId xmlns:p14="http://schemas.microsoft.com/office/powerpoint/2010/main" val="7356434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EF0CCF-7FAB-8AA1-8F8E-9DC52BE0E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2" y="1242707"/>
            <a:ext cx="5744377" cy="4372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1C098-3F29-7707-45F9-477E10878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920"/>
            <a:ext cx="5591079" cy="660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5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D716F-6CF2-1C6B-DB8B-FF519550F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68" y="521276"/>
            <a:ext cx="5059762" cy="3029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8C8603-29E0-F4B8-A233-122773C3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68" y="3956548"/>
            <a:ext cx="5059762" cy="18436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E44351-4341-2E3C-ED47-5D924294F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935" y="4364419"/>
            <a:ext cx="2601197" cy="2258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0FE76B-2248-4E9F-2AAA-7A0990801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132" y="4349821"/>
            <a:ext cx="3824286" cy="2404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988DC2-50A5-861A-CA19-9D777292C857}"/>
                  </a:ext>
                </a:extLst>
              </p14:cNvPr>
              <p14:cNvContentPartPr/>
              <p14:nvPr/>
            </p14:nvContentPartPr>
            <p14:xfrm>
              <a:off x="8953300" y="4579440"/>
              <a:ext cx="32400" cy="11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988DC2-50A5-861A-CA19-9D777292C85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8980" y="4575120"/>
                <a:ext cx="410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842B69F-79D0-BAD6-AD81-9BED7BCE8903}"/>
                  </a:ext>
                </a:extLst>
              </p14:cNvPr>
              <p14:cNvContentPartPr/>
              <p14:nvPr/>
            </p14:nvContentPartPr>
            <p14:xfrm>
              <a:off x="9515235" y="4588455"/>
              <a:ext cx="64440" cy="4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842B69F-79D0-BAD6-AD81-9BED7BCE89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10915" y="4584135"/>
                <a:ext cx="73080" cy="1332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95C4AC86-D8FE-7231-9626-6BC1C6A06F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4935" y="4702308"/>
            <a:ext cx="2778750" cy="2345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FACC5F6-2988-9FD7-2B94-67AE270E18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4616" y="4700155"/>
            <a:ext cx="912519" cy="22450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1586918-909A-643A-212D-A4CD73A584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5206" y="4843198"/>
            <a:ext cx="45719" cy="7033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04DF84A-450B-CAD8-F1CC-97CF05D49B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4935" y="2010099"/>
            <a:ext cx="6425483" cy="235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698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48FA84-E6AE-EEF3-0FA9-E5D68086D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8" y="852193"/>
            <a:ext cx="6104814" cy="4770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7C64B6-9CF7-0D50-939D-564B6E53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376" y="852193"/>
            <a:ext cx="5663436" cy="47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631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BCF8D1-9C0F-B418-477E-23ABF052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72" y="150920"/>
            <a:ext cx="4319104" cy="27165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FEAAAF-235A-4BC6-309B-2B28CAE41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535" y="150920"/>
            <a:ext cx="4711934" cy="6639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792DE-F180-65C1-CE1B-E2FE5A045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795" y="2950994"/>
            <a:ext cx="3438498" cy="383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275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A8A603-2091-9E00-20EF-F2A04148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766" y="76356"/>
            <a:ext cx="3972479" cy="1733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51254-2B41-CD5F-9D8E-3BE1E93EC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55" y="1885614"/>
            <a:ext cx="4021097" cy="9182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9C76F8-EF26-89CE-4319-0298C9F33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375" y="76356"/>
            <a:ext cx="4968859" cy="67052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259744-4288-DFE6-52E3-8AF7AF73E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766" y="2928237"/>
            <a:ext cx="3996789" cy="385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347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91729B-6582-367F-0269-806DA90F4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68" y="608317"/>
            <a:ext cx="6201640" cy="5144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232220-FC2F-E2FD-B817-D123C9A82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091" y="139908"/>
            <a:ext cx="4709173" cy="65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301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D0603E-A9EA-C52F-B507-FF3661B9A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58" y="1661643"/>
            <a:ext cx="4667901" cy="3534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9F9D5-3A5D-5BB2-A353-BF2412037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304" y="255781"/>
            <a:ext cx="4967659" cy="634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338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AE86C-0528-5679-4EDB-DDF808614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1" y="425409"/>
            <a:ext cx="7261934" cy="3915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69D481-0ED1-CFEE-3CB9-A75111C94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63" y="425409"/>
            <a:ext cx="4488876" cy="5208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9E4532-1EAD-FAC6-E134-542ABCCA3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1" y="4708325"/>
            <a:ext cx="3277057" cy="17242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0609FB-393E-BEEB-3AAA-245B6179E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61" y="4533671"/>
            <a:ext cx="3277056" cy="2000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074C07-AA7E-B451-7EF6-04E68FCE46C1}"/>
              </a:ext>
            </a:extLst>
          </p:cNvPr>
          <p:cNvSpPr txBox="1"/>
          <p:nvPr/>
        </p:nvSpPr>
        <p:spPr>
          <a:xfrm>
            <a:off x="3424975" y="5123765"/>
            <a:ext cx="369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only 15 classes and 18 functions to copy-paste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290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667" y="23420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8800" dirty="0"/>
              <a:t>	   Thank you </a:t>
            </a:r>
            <a:br>
              <a:rPr lang="en-US" sz="8800" dirty="0"/>
            </a:br>
            <a:r>
              <a:rPr lang="en-US" sz="8800" dirty="0"/>
              <a:t>for your 				   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AB98D-D3D6-6AF9-E596-2B012A2EA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880" y="2811996"/>
            <a:ext cx="3799788" cy="14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02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PresentationFormat>Widescreen</PresentationFormat>
  <Paragraphs>115</Paragraphs>
  <Slides>56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Aptos</vt:lpstr>
      <vt:lpstr>Aptos Display</vt:lpstr>
      <vt:lpstr>Arial</vt:lpstr>
      <vt:lpstr>Wingdings</vt:lpstr>
      <vt:lpstr>Office Theme</vt:lpstr>
      <vt:lpstr>Bazele inteligenței artificiale</vt:lpstr>
      <vt:lpstr>PowerPoint Presentation</vt:lpstr>
      <vt:lpstr>Content</vt:lpstr>
      <vt:lpstr>1) Attention pooling: Nadaraya-Watson kernel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2) Attention scoring functions</vt:lpstr>
      <vt:lpstr>PowerPoint Presentation</vt:lpstr>
      <vt:lpstr>PowerPoint Presentation</vt:lpstr>
      <vt:lpstr>PowerPoint Presentation</vt:lpstr>
      <vt:lpstr>3) Bahdanau attention</vt:lpstr>
      <vt:lpstr>PowerPoint Presentation</vt:lpstr>
      <vt:lpstr>Model</vt:lpstr>
      <vt:lpstr>PowerPoint Presentation</vt:lpstr>
      <vt:lpstr>PowerPoint Presentation</vt:lpstr>
      <vt:lpstr>PowerPoint Presentation</vt:lpstr>
      <vt:lpstr>Now, before we start the Transformer part, let’s see some good tutorials…</vt:lpstr>
      <vt:lpstr>Part 1</vt:lpstr>
      <vt:lpstr>PowerPoint Presentation</vt:lpstr>
      <vt:lpstr>PowerPoint Presentation</vt:lpstr>
      <vt:lpstr>4) Multi-head attention</vt:lpstr>
      <vt:lpstr>PowerPoint Presentation</vt:lpstr>
      <vt:lpstr>5) Self-attention and positional encoding</vt:lpstr>
      <vt:lpstr>PowerPoint Presentation</vt:lpstr>
      <vt:lpstr>6) Transformer</vt:lpstr>
      <vt:lpstr>PowerPoint Presentation</vt:lpstr>
      <vt:lpstr>PowerPoint Presentation</vt:lpstr>
      <vt:lpstr>Masking </vt:lpstr>
      <vt:lpstr>Example</vt:lpstr>
      <vt:lpstr>Create the Transformer model in code</vt:lpstr>
      <vt:lpstr>Create the Transformer model in code</vt:lpstr>
      <vt:lpstr>Create the Transformer model in code</vt:lpstr>
      <vt:lpstr>Create the Transformer model in code</vt:lpstr>
      <vt:lpstr>Create the Transformer model in code</vt:lpstr>
      <vt:lpstr>Create the Transformer model in code</vt:lpstr>
      <vt:lpstr>Create the Transformer model in code</vt:lpstr>
      <vt:lpstr>Exercises</vt:lpstr>
      <vt:lpstr>PowerPoint Presentation</vt:lpstr>
      <vt:lpstr>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Thank you  for your       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Grigore Atimut, Ionut Orlando (FT D EU RO IFA AI DN)</cp:lastModifiedBy>
  <cp:revision>44</cp:revision>
  <dcterms:created xsi:type="dcterms:W3CDTF">2024-10-01T10:20:11Z</dcterms:created>
  <dcterms:modified xsi:type="dcterms:W3CDTF">2024-12-19T10:27:25Z</dcterms:modified>
</cp:coreProperties>
</file>